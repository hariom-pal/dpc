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7"/>
  </p:notesMasterIdLst>
  <p:handoutMasterIdLst>
    <p:handoutMasterId r:id="rId58"/>
  </p:handoutMasterIdLst>
  <p:sldIdLst>
    <p:sldId id="273" r:id="rId5"/>
    <p:sldId id="275" r:id="rId6"/>
    <p:sldId id="284" r:id="rId7"/>
    <p:sldId id="285" r:id="rId8"/>
    <p:sldId id="277" r:id="rId9"/>
    <p:sldId id="288" r:id="rId10"/>
    <p:sldId id="287" r:id="rId11"/>
    <p:sldId id="280" r:id="rId12"/>
    <p:sldId id="286" r:id="rId13"/>
    <p:sldId id="28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2" r:id="rId27"/>
    <p:sldId id="303" r:id="rId28"/>
    <p:sldId id="304" r:id="rId29"/>
    <p:sldId id="305" r:id="rId30"/>
    <p:sldId id="306" r:id="rId31"/>
    <p:sldId id="307" r:id="rId32"/>
    <p:sldId id="308" r:id="rId33"/>
    <p:sldId id="309" r:id="rId34"/>
    <p:sldId id="310" r:id="rId35"/>
    <p:sldId id="311" r:id="rId36"/>
    <p:sldId id="312" r:id="rId37"/>
    <p:sldId id="313" r:id="rId38"/>
    <p:sldId id="316" r:id="rId39"/>
    <p:sldId id="314" r:id="rId40"/>
    <p:sldId id="315" r:id="rId41"/>
    <p:sldId id="329" r:id="rId42"/>
    <p:sldId id="330" r:id="rId43"/>
    <p:sldId id="331" r:id="rId44"/>
    <p:sldId id="317" r:id="rId45"/>
    <p:sldId id="318" r:id="rId46"/>
    <p:sldId id="319" r:id="rId47"/>
    <p:sldId id="321" r:id="rId48"/>
    <p:sldId id="320" r:id="rId49"/>
    <p:sldId id="322" r:id="rId50"/>
    <p:sldId id="324" r:id="rId51"/>
    <p:sldId id="325" r:id="rId52"/>
    <p:sldId id="323" r:id="rId53"/>
    <p:sldId id="327" r:id="rId54"/>
    <p:sldId id="328" r:id="rId55"/>
    <p:sldId id="326" r:id="rId56"/>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224" userDrawn="1">
          <p15:clr>
            <a:srgbClr val="A4A3A4"/>
          </p15:clr>
        </p15:guide>
        <p15:guide id="3" pos="7368" userDrawn="1">
          <p15:clr>
            <a:srgbClr val="A4A3A4"/>
          </p15:clr>
        </p15:guide>
        <p15:guide id="4" pos="312" userDrawn="1">
          <p15:clr>
            <a:srgbClr val="A4A3A4"/>
          </p15:clr>
        </p15:guide>
        <p15:guide id="6" orient="horz" pos="2856" userDrawn="1">
          <p15:clr>
            <a:srgbClr val="A4A3A4"/>
          </p15:clr>
        </p15:guide>
        <p15:guide id="7" pos="5928" userDrawn="1">
          <p15:clr>
            <a:srgbClr val="A4A3A4"/>
          </p15:clr>
        </p15:guide>
        <p15:guide id="8" pos="6168" userDrawn="1">
          <p15:clr>
            <a:srgbClr val="A4A3A4"/>
          </p15:clr>
        </p15:guide>
        <p15:guide id="9" pos="1512" userDrawn="1">
          <p15:clr>
            <a:srgbClr val="A4A3A4"/>
          </p15:clr>
        </p15:guide>
        <p15:guide id="10" orient="horz" pos="264" userDrawn="1">
          <p15:clr>
            <a:srgbClr val="A4A3A4"/>
          </p15:clr>
        </p15:guide>
        <p15:guide id="11" pos="2496" userDrawn="1">
          <p15:clr>
            <a:srgbClr val="A4A3A4"/>
          </p15:clr>
        </p15:guide>
        <p15:guide id="12" pos="2688" userDrawn="1">
          <p15:clr>
            <a:srgbClr val="A4A3A4"/>
          </p15:clr>
        </p15:guide>
        <p15:guide id="13" pos="4536" userDrawn="1">
          <p15:clr>
            <a:srgbClr val="A4A3A4"/>
          </p15:clr>
        </p15:guide>
        <p15:guide id="14" pos="4008" userDrawn="1">
          <p15:clr>
            <a:srgbClr val="A4A3A4"/>
          </p15:clr>
        </p15:guide>
        <p15:guide id="15" pos="4944" userDrawn="1">
          <p15:clr>
            <a:srgbClr val="A4A3A4"/>
          </p15:clr>
        </p15:guide>
        <p15:guide id="16" pos="5136" userDrawn="1">
          <p15:clr>
            <a:srgbClr val="A4A3A4"/>
          </p15:clr>
        </p15:guide>
        <p15:guide id="17" orient="horz" pos="1584" userDrawn="1">
          <p15:clr>
            <a:srgbClr val="A4A3A4"/>
          </p15:clr>
        </p15:guide>
        <p15:guide id="18" orient="horz" pos="2736" userDrawn="1">
          <p15:clr>
            <a:srgbClr val="A4A3A4"/>
          </p15:clr>
        </p15:guide>
        <p15:guide id="19" orient="horz" pos="3648" userDrawn="1">
          <p15:clr>
            <a:srgbClr val="A4A3A4"/>
          </p15:clr>
        </p15:guide>
        <p15:guide id="20" orient="horz" pos="864" userDrawn="1">
          <p15:clr>
            <a:srgbClr val="A4A3A4"/>
          </p15:clr>
        </p15:guide>
        <p15:guide id="21" orient="horz" pos="3984" userDrawn="1">
          <p15:clr>
            <a:srgbClr val="A4A3A4"/>
          </p15:clr>
        </p15:guide>
        <p15:guide id="22" pos="456" userDrawn="1">
          <p15:clr>
            <a:srgbClr val="A4A3A4"/>
          </p15:clr>
        </p15:guide>
        <p15:guide id="23" pos="7248" userDrawn="1">
          <p15:clr>
            <a:srgbClr val="A4A3A4"/>
          </p15:clr>
        </p15:guide>
        <p15:guide id="24" orient="horz" pos="1920" userDrawn="1">
          <p15:clr>
            <a:srgbClr val="A4A3A4"/>
          </p15:clr>
        </p15:guide>
        <p15:guide id="25" orient="horz" pos="2256" userDrawn="1">
          <p15:clr>
            <a:srgbClr val="A4A3A4"/>
          </p15:clr>
        </p15:guide>
        <p15:guide id="26" pos="7176" userDrawn="1">
          <p15:clr>
            <a:srgbClr val="A4A3A4"/>
          </p15:clr>
        </p15:guide>
        <p15:guide id="27" orient="horz" pos="1704" userDrawn="1">
          <p15:clr>
            <a:srgbClr val="A4A3A4"/>
          </p15:clr>
        </p15:guide>
        <p15:guide id="28" pos="4176" userDrawn="1">
          <p15:clr>
            <a:srgbClr val="A4A3A4"/>
          </p15:clr>
        </p15:guide>
        <p15:guide id="29" orient="horz" pos="2592" userDrawn="1">
          <p15:clr>
            <a:srgbClr val="A4A3A4"/>
          </p15:clr>
        </p15:guide>
        <p15:guide id="30" pos="6912" userDrawn="1">
          <p15:clr>
            <a:srgbClr val="A4A3A4"/>
          </p15:clr>
        </p15:guide>
        <p15:guide id="31" pos="355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3F2C"/>
    <a:srgbClr val="D8BEB2"/>
    <a:srgbClr val="753F2D"/>
    <a:srgbClr val="5E3324"/>
    <a:srgbClr val="8A4C34"/>
    <a:srgbClr val="815550"/>
    <a:srgbClr val="A3573E"/>
    <a:srgbClr val="E7E6E6"/>
    <a:srgbClr val="C28D6D"/>
    <a:srgbClr val="D298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8609D0-5A8E-48CE-84DE-A8C6E82FBCC4}" v="2" dt="2026-07-06T08:37:04.2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327"/>
  </p:normalViewPr>
  <p:slideViewPr>
    <p:cSldViewPr snapToGrid="0">
      <p:cViewPr varScale="1">
        <p:scale>
          <a:sx n="59" d="100"/>
          <a:sy n="59" d="100"/>
        </p:scale>
        <p:origin x="964" y="52"/>
      </p:cViewPr>
      <p:guideLst>
        <p:guide orient="horz" pos="1224"/>
        <p:guide pos="7368"/>
        <p:guide pos="312"/>
        <p:guide orient="horz" pos="2856"/>
        <p:guide pos="5928"/>
        <p:guide pos="6168"/>
        <p:guide pos="1512"/>
        <p:guide orient="horz" pos="264"/>
        <p:guide pos="2496"/>
        <p:guide pos="2688"/>
        <p:guide pos="4536"/>
        <p:guide pos="4008"/>
        <p:guide pos="4944"/>
        <p:guide pos="5136"/>
        <p:guide orient="horz" pos="1584"/>
        <p:guide orient="horz" pos="2736"/>
        <p:guide orient="horz" pos="3648"/>
        <p:guide orient="horz" pos="864"/>
        <p:guide orient="horz" pos="3984"/>
        <p:guide pos="456"/>
        <p:guide pos="7248"/>
        <p:guide orient="horz" pos="1920"/>
        <p:guide orient="horz" pos="2256"/>
        <p:guide pos="7176"/>
        <p:guide orient="horz" pos="1704"/>
        <p:guide pos="4176"/>
        <p:guide orient="horz" pos="2592"/>
        <p:guide pos="6912"/>
        <p:guide pos="3552"/>
      </p:guideLst>
    </p:cSldViewPr>
  </p:slideViewPr>
  <p:notesTextViewPr>
    <p:cViewPr>
      <p:scale>
        <a:sx n="1" d="1"/>
        <a:sy n="1" d="1"/>
      </p:scale>
      <p:origin x="0" y="0"/>
    </p:cViewPr>
  </p:notesTextViewPr>
  <p:notesViewPr>
    <p:cSldViewPr snapToGrid="0">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65"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JANAN RATHOD" userId="a94fa701d2a2a64e" providerId="LiveId" clId="{A7EE79BD-734E-4666-BE11-427C5A7F34A9}"/>
    <pc:docChg chg="undo custSel delSld modSld sldOrd modMainMaster">
      <pc:chgData name="GAJANAN RATHOD" userId="a94fa701d2a2a64e" providerId="LiveId" clId="{A7EE79BD-734E-4666-BE11-427C5A7F34A9}" dt="2026-07-03T02:13:11.402" v="523" actId="17032"/>
      <pc:docMkLst>
        <pc:docMk/>
      </pc:docMkLst>
      <pc:sldChg chg="addSp modSp mod addAnim delAnim modAnim">
        <pc:chgData name="GAJANAN RATHOD" userId="a94fa701d2a2a64e" providerId="LiveId" clId="{A7EE79BD-734E-4666-BE11-427C5A7F34A9}" dt="2026-06-29T04:32:11.187" v="471" actId="1035"/>
        <pc:sldMkLst>
          <pc:docMk/>
          <pc:sldMk cId="2863103940" sldId="273"/>
        </pc:sldMkLst>
        <pc:spChg chg="mod">
          <ac:chgData name="GAJANAN RATHOD" userId="a94fa701d2a2a64e" providerId="LiveId" clId="{A7EE79BD-734E-4666-BE11-427C5A7F34A9}" dt="2026-06-28T15:26:51.203" v="223" actId="20577"/>
          <ac:spMkLst>
            <pc:docMk/>
            <pc:sldMk cId="2863103940" sldId="273"/>
            <ac:spMk id="24" creationId="{04B07C7A-8E1D-7BF7-31C8-5C68C6D2F9CF}"/>
          </ac:spMkLst>
        </pc:spChg>
        <pc:picChg chg="add mod">
          <ac:chgData name="GAJANAN RATHOD" userId="a94fa701d2a2a64e" providerId="LiveId" clId="{A7EE79BD-734E-4666-BE11-427C5A7F34A9}" dt="2026-06-29T04:32:11.187" v="471" actId="1035"/>
          <ac:picMkLst>
            <pc:docMk/>
            <pc:sldMk cId="2863103940" sldId="273"/>
            <ac:picMk id="3" creationId="{BEAAD4F9-E865-B254-770B-670ED94A68DD}"/>
          </ac:picMkLst>
        </pc:picChg>
      </pc:sldChg>
      <pc:sldChg chg="modSp mod">
        <pc:chgData name="GAJANAN RATHOD" userId="a94fa701d2a2a64e" providerId="LiveId" clId="{A7EE79BD-734E-4666-BE11-427C5A7F34A9}" dt="2026-06-29T04:36:09.316" v="472" actId="20577"/>
        <pc:sldMkLst>
          <pc:docMk/>
          <pc:sldMk cId="3979194062" sldId="277"/>
        </pc:sldMkLst>
        <pc:spChg chg="mod">
          <ac:chgData name="GAJANAN RATHOD" userId="a94fa701d2a2a64e" providerId="LiveId" clId="{A7EE79BD-734E-4666-BE11-427C5A7F34A9}" dt="2026-06-29T04:36:09.316" v="472" actId="20577"/>
          <ac:spMkLst>
            <pc:docMk/>
            <pc:sldMk cId="3979194062" sldId="277"/>
            <ac:spMk id="5" creationId="{51683C73-2637-AC0E-5A6B-47B6C6CB9E2A}"/>
          </ac:spMkLst>
        </pc:spChg>
        <pc:spChg chg="mod">
          <ac:chgData name="GAJANAN RATHOD" userId="a94fa701d2a2a64e" providerId="LiveId" clId="{A7EE79BD-734E-4666-BE11-427C5A7F34A9}" dt="2026-06-28T16:19:55.604" v="322"/>
          <ac:spMkLst>
            <pc:docMk/>
            <pc:sldMk cId="3979194062" sldId="277"/>
            <ac:spMk id="12" creationId="{119D6C7A-A7F7-E063-9A09-611D1FB1DBE6}"/>
          </ac:spMkLst>
        </pc:spChg>
      </pc:sldChg>
      <pc:sldChg chg="addSp delSp modSp mod">
        <pc:chgData name="GAJANAN RATHOD" userId="a94fa701d2a2a64e" providerId="LiveId" clId="{A7EE79BD-734E-4666-BE11-427C5A7F34A9}" dt="2026-06-28T16:20:20.740" v="324" actId="313"/>
        <pc:sldMkLst>
          <pc:docMk/>
          <pc:sldMk cId="4122396240" sldId="280"/>
        </pc:sldMkLst>
        <pc:spChg chg="mod">
          <ac:chgData name="GAJANAN RATHOD" userId="a94fa701d2a2a64e" providerId="LiveId" clId="{A7EE79BD-734E-4666-BE11-427C5A7F34A9}" dt="2026-06-28T16:09:02.925" v="286" actId="14100"/>
          <ac:spMkLst>
            <pc:docMk/>
            <pc:sldMk cId="4122396240" sldId="280"/>
            <ac:spMk id="2" creationId="{D53393CE-9363-72CB-FD40-73A65C0DCC57}"/>
          </ac:spMkLst>
        </pc:spChg>
        <pc:spChg chg="add del mod">
          <ac:chgData name="GAJANAN RATHOD" userId="a94fa701d2a2a64e" providerId="LiveId" clId="{A7EE79BD-734E-4666-BE11-427C5A7F34A9}" dt="2026-06-28T15:28:37.450" v="232" actId="208"/>
          <ac:spMkLst>
            <pc:docMk/>
            <pc:sldMk cId="4122396240" sldId="280"/>
            <ac:spMk id="8" creationId="{8277A683-0EB8-A342-882B-1DB03F6F2F19}"/>
          </ac:spMkLst>
        </pc:spChg>
        <pc:spChg chg="mod">
          <ac:chgData name="GAJANAN RATHOD" userId="a94fa701d2a2a64e" providerId="LiveId" clId="{A7EE79BD-734E-4666-BE11-427C5A7F34A9}" dt="2026-06-28T16:20:20.740" v="324" actId="313"/>
          <ac:spMkLst>
            <pc:docMk/>
            <pc:sldMk cId="4122396240" sldId="280"/>
            <ac:spMk id="12" creationId="{0D74F0DD-9277-50B0-68E1-220BA8344883}"/>
          </ac:spMkLst>
        </pc:spChg>
        <pc:grpChg chg="mod">
          <ac:chgData name="GAJANAN RATHOD" userId="a94fa701d2a2a64e" providerId="LiveId" clId="{A7EE79BD-734E-4666-BE11-427C5A7F34A9}" dt="2026-06-28T15:28:28.958" v="230" actId="1076"/>
          <ac:grpSpMkLst>
            <pc:docMk/>
            <pc:sldMk cId="4122396240" sldId="280"/>
            <ac:grpSpMk id="5" creationId="{16F44A08-5C81-C5FA-AA4E-1DF06CF60BFD}"/>
          </ac:grpSpMkLst>
        </pc:grpChg>
      </pc:sldChg>
      <pc:sldChg chg="modSp mod">
        <pc:chgData name="GAJANAN RATHOD" userId="a94fa701d2a2a64e" providerId="LiveId" clId="{A7EE79BD-734E-4666-BE11-427C5A7F34A9}" dt="2026-06-28T16:07:14.870" v="248" actId="20577"/>
        <pc:sldMkLst>
          <pc:docMk/>
          <pc:sldMk cId="3784740225" sldId="285"/>
        </pc:sldMkLst>
        <pc:spChg chg="mod">
          <ac:chgData name="GAJANAN RATHOD" userId="a94fa701d2a2a64e" providerId="LiveId" clId="{A7EE79BD-734E-4666-BE11-427C5A7F34A9}" dt="2026-06-28T16:07:14.870" v="248" actId="20577"/>
          <ac:spMkLst>
            <pc:docMk/>
            <pc:sldMk cId="3784740225" sldId="285"/>
            <ac:spMk id="5" creationId="{11C307FB-4526-5236-FCE6-00E0A21ACAF7}"/>
          </ac:spMkLst>
        </pc:spChg>
      </pc:sldChg>
      <pc:sldChg chg="modSp mod">
        <pc:chgData name="GAJANAN RATHOD" userId="a94fa701d2a2a64e" providerId="LiveId" clId="{A7EE79BD-734E-4666-BE11-427C5A7F34A9}" dt="2026-07-03T02:10:28.910" v="514" actId="13822"/>
        <pc:sldMkLst>
          <pc:docMk/>
          <pc:sldMk cId="1514936733" sldId="286"/>
        </pc:sldMkLst>
        <pc:spChg chg="mod">
          <ac:chgData name="GAJANAN RATHOD" userId="a94fa701d2a2a64e" providerId="LiveId" clId="{A7EE79BD-734E-4666-BE11-427C5A7F34A9}" dt="2026-06-28T16:09:10.101" v="288" actId="14100"/>
          <ac:spMkLst>
            <pc:docMk/>
            <pc:sldMk cId="1514936733" sldId="286"/>
            <ac:spMk id="2" creationId="{52588620-69B0-512B-4882-BD8A3EACC74E}"/>
          </ac:spMkLst>
        </pc:spChg>
        <pc:spChg chg="mod">
          <ac:chgData name="GAJANAN RATHOD" userId="a94fa701d2a2a64e" providerId="LiveId" clId="{A7EE79BD-734E-4666-BE11-427C5A7F34A9}" dt="2026-07-03T02:10:28.910" v="514" actId="13822"/>
          <ac:spMkLst>
            <pc:docMk/>
            <pc:sldMk cId="1514936733" sldId="286"/>
            <ac:spMk id="3" creationId="{CF3DF433-E139-4F85-58C7-9A70F9B95A89}"/>
          </ac:spMkLst>
        </pc:spChg>
        <pc:spChg chg="mod">
          <ac:chgData name="GAJANAN RATHOD" userId="a94fa701d2a2a64e" providerId="LiveId" clId="{A7EE79BD-734E-4666-BE11-427C5A7F34A9}" dt="2026-06-28T16:20:24.001" v="325" actId="313"/>
          <ac:spMkLst>
            <pc:docMk/>
            <pc:sldMk cId="1514936733" sldId="286"/>
            <ac:spMk id="12" creationId="{5C763D0E-7D2F-5CEA-D01E-393D9FF95E87}"/>
          </ac:spMkLst>
        </pc:spChg>
      </pc:sldChg>
      <pc:sldChg chg="modSp">
        <pc:chgData name="GAJANAN RATHOD" userId="a94fa701d2a2a64e" providerId="LiveId" clId="{A7EE79BD-734E-4666-BE11-427C5A7F34A9}" dt="2026-06-28T16:23:23.873" v="423"/>
        <pc:sldMkLst>
          <pc:docMk/>
          <pc:sldMk cId="1690428714" sldId="287"/>
        </pc:sldMkLst>
        <pc:spChg chg="mod">
          <ac:chgData name="GAJANAN RATHOD" userId="a94fa701d2a2a64e" providerId="LiveId" clId="{A7EE79BD-734E-4666-BE11-427C5A7F34A9}" dt="2026-06-28T16:23:23.873" v="423"/>
          <ac:spMkLst>
            <pc:docMk/>
            <pc:sldMk cId="1690428714" sldId="287"/>
            <ac:spMk id="12" creationId="{B0022363-53DA-EBD1-F617-347318344915}"/>
          </ac:spMkLst>
        </pc:spChg>
      </pc:sldChg>
      <pc:sldChg chg="modSp mod">
        <pc:chgData name="GAJANAN RATHOD" userId="a94fa701d2a2a64e" providerId="LiveId" clId="{A7EE79BD-734E-4666-BE11-427C5A7F34A9}" dt="2026-07-03T02:10:01.747" v="513" actId="17032"/>
        <pc:sldMkLst>
          <pc:docMk/>
          <pc:sldMk cId="3606044288" sldId="288"/>
        </pc:sldMkLst>
        <pc:spChg chg="mod">
          <ac:chgData name="GAJANAN RATHOD" userId="a94fa701d2a2a64e" providerId="LiveId" clId="{A7EE79BD-734E-4666-BE11-427C5A7F34A9}" dt="2026-06-28T16:20:19.151" v="323" actId="313"/>
          <ac:spMkLst>
            <pc:docMk/>
            <pc:sldMk cId="3606044288" sldId="288"/>
            <ac:spMk id="12" creationId="{D4F90054-5EEE-9D8C-14F1-15A92DF9A241}"/>
          </ac:spMkLst>
        </pc:spChg>
        <pc:spChg chg="mod">
          <ac:chgData name="GAJANAN RATHOD" userId="a94fa701d2a2a64e" providerId="LiveId" clId="{A7EE79BD-734E-4666-BE11-427C5A7F34A9}" dt="2026-07-03T02:10:01.747" v="513" actId="17032"/>
          <ac:spMkLst>
            <pc:docMk/>
            <pc:sldMk cId="3606044288" sldId="288"/>
            <ac:spMk id="18" creationId="{F8C9A367-5CC3-9DDD-7417-6560C6E15123}"/>
          </ac:spMkLst>
        </pc:spChg>
      </pc:sldChg>
      <pc:sldChg chg="modSp mod">
        <pc:chgData name="GAJANAN RATHOD" userId="a94fa701d2a2a64e" providerId="LiveId" clId="{A7EE79BD-734E-4666-BE11-427C5A7F34A9}" dt="2026-06-28T16:20:25.240" v="326" actId="313"/>
        <pc:sldMkLst>
          <pc:docMk/>
          <pc:sldMk cId="2486699962" sldId="289"/>
        </pc:sldMkLst>
        <pc:spChg chg="mod">
          <ac:chgData name="GAJANAN RATHOD" userId="a94fa701d2a2a64e" providerId="LiveId" clId="{A7EE79BD-734E-4666-BE11-427C5A7F34A9}" dt="2026-06-28T16:09:18.351" v="290" actId="14100"/>
          <ac:spMkLst>
            <pc:docMk/>
            <pc:sldMk cId="2486699962" sldId="289"/>
            <ac:spMk id="2" creationId="{75B13649-65CC-2C5A-6FDB-2999F9BF985E}"/>
          </ac:spMkLst>
        </pc:spChg>
        <pc:spChg chg="mod">
          <ac:chgData name="GAJANAN RATHOD" userId="a94fa701d2a2a64e" providerId="LiveId" clId="{A7EE79BD-734E-4666-BE11-427C5A7F34A9}" dt="2026-06-28T16:20:25.240" v="326" actId="313"/>
          <ac:spMkLst>
            <pc:docMk/>
            <pc:sldMk cId="2486699962" sldId="289"/>
            <ac:spMk id="12" creationId="{6E372B91-2417-83C9-EEEC-08E4B1E06C9D}"/>
          </ac:spMkLst>
        </pc:spChg>
      </pc:sldChg>
      <pc:sldChg chg="modSp mod">
        <pc:chgData name="GAJANAN RATHOD" userId="a94fa701d2a2a64e" providerId="LiveId" clId="{A7EE79BD-734E-4666-BE11-427C5A7F34A9}" dt="2026-07-03T02:10:38.690" v="515" actId="13822"/>
        <pc:sldMkLst>
          <pc:docMk/>
          <pc:sldMk cId="1885227208" sldId="290"/>
        </pc:sldMkLst>
        <pc:spChg chg="mod">
          <ac:chgData name="GAJANAN RATHOD" userId="a94fa701d2a2a64e" providerId="LiveId" clId="{A7EE79BD-734E-4666-BE11-427C5A7F34A9}" dt="2026-06-28T16:09:31.486" v="292" actId="14100"/>
          <ac:spMkLst>
            <pc:docMk/>
            <pc:sldMk cId="1885227208" sldId="290"/>
            <ac:spMk id="2" creationId="{40665533-EC6B-01AB-2DA6-785BCCE99B39}"/>
          </ac:spMkLst>
        </pc:spChg>
        <pc:spChg chg="mod">
          <ac:chgData name="GAJANAN RATHOD" userId="a94fa701d2a2a64e" providerId="LiveId" clId="{A7EE79BD-734E-4666-BE11-427C5A7F34A9}" dt="2026-07-03T02:10:38.690" v="515" actId="13822"/>
          <ac:spMkLst>
            <pc:docMk/>
            <pc:sldMk cId="1885227208" sldId="290"/>
            <ac:spMk id="3" creationId="{F9BD9F04-13C2-29EC-0C9A-AE5694C4F656}"/>
          </ac:spMkLst>
        </pc:spChg>
        <pc:spChg chg="mod">
          <ac:chgData name="GAJANAN RATHOD" userId="a94fa701d2a2a64e" providerId="LiveId" clId="{A7EE79BD-734E-4666-BE11-427C5A7F34A9}" dt="2026-06-28T16:20:26.492" v="327" actId="313"/>
          <ac:spMkLst>
            <pc:docMk/>
            <pc:sldMk cId="1885227208" sldId="290"/>
            <ac:spMk id="12" creationId="{9934C8EF-652A-DE30-F185-2A3740E6EE58}"/>
          </ac:spMkLst>
        </pc:spChg>
      </pc:sldChg>
      <pc:sldChg chg="modSp">
        <pc:chgData name="GAJANAN RATHOD" userId="a94fa701d2a2a64e" providerId="LiveId" clId="{A7EE79BD-734E-4666-BE11-427C5A7F34A9}" dt="2026-06-28T16:23:17.183" v="422"/>
        <pc:sldMkLst>
          <pc:docMk/>
          <pc:sldMk cId="166636748" sldId="291"/>
        </pc:sldMkLst>
        <pc:spChg chg="mod">
          <ac:chgData name="GAJANAN RATHOD" userId="a94fa701d2a2a64e" providerId="LiveId" clId="{A7EE79BD-734E-4666-BE11-427C5A7F34A9}" dt="2026-06-28T16:23:17.183" v="422"/>
          <ac:spMkLst>
            <pc:docMk/>
            <pc:sldMk cId="166636748" sldId="291"/>
            <ac:spMk id="12" creationId="{199C5569-AB6E-222D-4F1C-930F02041644}"/>
          </ac:spMkLst>
        </pc:spChg>
      </pc:sldChg>
      <pc:sldChg chg="modSp mod">
        <pc:chgData name="GAJANAN RATHOD" userId="a94fa701d2a2a64e" providerId="LiveId" clId="{A7EE79BD-734E-4666-BE11-427C5A7F34A9}" dt="2026-06-28T16:20:27.386" v="328" actId="313"/>
        <pc:sldMkLst>
          <pc:docMk/>
          <pc:sldMk cId="1155344599" sldId="292"/>
        </pc:sldMkLst>
        <pc:spChg chg="mod">
          <ac:chgData name="GAJANAN RATHOD" userId="a94fa701d2a2a64e" providerId="LiveId" clId="{A7EE79BD-734E-4666-BE11-427C5A7F34A9}" dt="2026-06-28T15:30:38.144" v="237" actId="208"/>
          <ac:spMkLst>
            <pc:docMk/>
            <pc:sldMk cId="1155344599" sldId="292"/>
            <ac:spMk id="7" creationId="{F39A5059-DE6B-CE4C-A3C9-D59688324882}"/>
          </ac:spMkLst>
        </pc:spChg>
        <pc:spChg chg="mod">
          <ac:chgData name="GAJANAN RATHOD" userId="a94fa701d2a2a64e" providerId="LiveId" clId="{A7EE79BD-734E-4666-BE11-427C5A7F34A9}" dt="2026-06-28T15:31:10.192" v="247" actId="1038"/>
          <ac:spMkLst>
            <pc:docMk/>
            <pc:sldMk cId="1155344599" sldId="292"/>
            <ac:spMk id="8" creationId="{43B7BA61-2FF4-BBF1-4D8B-62E1AD523257}"/>
          </ac:spMkLst>
        </pc:spChg>
        <pc:spChg chg="mod">
          <ac:chgData name="GAJANAN RATHOD" userId="a94fa701d2a2a64e" providerId="LiveId" clId="{A7EE79BD-734E-4666-BE11-427C5A7F34A9}" dt="2026-06-28T16:20:27.386" v="328" actId="313"/>
          <ac:spMkLst>
            <pc:docMk/>
            <pc:sldMk cId="1155344599" sldId="292"/>
            <ac:spMk id="12" creationId="{B37C3C49-D625-2E93-8972-7C12CDDCE10D}"/>
          </ac:spMkLst>
        </pc:spChg>
        <pc:picChg chg="mod">
          <ac:chgData name="GAJANAN RATHOD" userId="a94fa701d2a2a64e" providerId="LiveId" clId="{A7EE79BD-734E-4666-BE11-427C5A7F34A9}" dt="2026-06-28T15:30:38.144" v="237" actId="208"/>
          <ac:picMkLst>
            <pc:docMk/>
            <pc:sldMk cId="1155344599" sldId="292"/>
            <ac:picMk id="6" creationId="{CF5E6FC5-C60E-FB88-A5BA-62D40EF49DB3}"/>
          </ac:picMkLst>
        </pc:picChg>
      </pc:sldChg>
      <pc:sldChg chg="modSp mod">
        <pc:chgData name="GAJANAN RATHOD" userId="a94fa701d2a2a64e" providerId="LiveId" clId="{A7EE79BD-734E-4666-BE11-427C5A7F34A9}" dt="2026-07-03T02:10:51.727" v="516" actId="13822"/>
        <pc:sldMkLst>
          <pc:docMk/>
          <pc:sldMk cId="1523913742" sldId="293"/>
        </pc:sldMkLst>
        <pc:spChg chg="mod">
          <ac:chgData name="GAJANAN RATHOD" userId="a94fa701d2a2a64e" providerId="LiveId" clId="{A7EE79BD-734E-4666-BE11-427C5A7F34A9}" dt="2026-06-28T16:20:28.245" v="329" actId="313"/>
          <ac:spMkLst>
            <pc:docMk/>
            <pc:sldMk cId="1523913742" sldId="293"/>
            <ac:spMk id="12" creationId="{AB2EB640-F5A7-5E9F-166C-15D063CA969A}"/>
          </ac:spMkLst>
        </pc:spChg>
        <pc:spChg chg="mod">
          <ac:chgData name="GAJANAN RATHOD" userId="a94fa701d2a2a64e" providerId="LiveId" clId="{A7EE79BD-734E-4666-BE11-427C5A7F34A9}" dt="2026-07-03T02:10:51.727" v="516" actId="13822"/>
          <ac:spMkLst>
            <pc:docMk/>
            <pc:sldMk cId="1523913742" sldId="293"/>
            <ac:spMk id="25" creationId="{6B594CB5-43B0-B63D-50D3-3F6DFE0405E4}"/>
          </ac:spMkLst>
        </pc:spChg>
      </pc:sldChg>
      <pc:sldChg chg="modSp mod">
        <pc:chgData name="GAJANAN RATHOD" userId="a94fa701d2a2a64e" providerId="LiveId" clId="{A7EE79BD-734E-4666-BE11-427C5A7F34A9}" dt="2026-07-03T02:10:59.244" v="517" actId="13822"/>
        <pc:sldMkLst>
          <pc:docMk/>
          <pc:sldMk cId="3267266649" sldId="294"/>
        </pc:sldMkLst>
        <pc:spChg chg="mod">
          <ac:chgData name="GAJANAN RATHOD" userId="a94fa701d2a2a64e" providerId="LiveId" clId="{A7EE79BD-734E-4666-BE11-427C5A7F34A9}" dt="2026-07-03T02:10:59.244" v="517" actId="13822"/>
          <ac:spMkLst>
            <pc:docMk/>
            <pc:sldMk cId="3267266649" sldId="294"/>
            <ac:spMk id="3" creationId="{4475C1F2-DB10-B395-BD67-4AD0D260CE3B}"/>
          </ac:spMkLst>
        </pc:spChg>
        <pc:spChg chg="mod">
          <ac:chgData name="GAJANAN RATHOD" userId="a94fa701d2a2a64e" providerId="LiveId" clId="{A7EE79BD-734E-4666-BE11-427C5A7F34A9}" dt="2026-06-28T16:20:28.771" v="330" actId="313"/>
          <ac:spMkLst>
            <pc:docMk/>
            <pc:sldMk cId="3267266649" sldId="294"/>
            <ac:spMk id="12" creationId="{B53B0833-B321-CFB1-ED7B-EB57FD6D4F5E}"/>
          </ac:spMkLst>
        </pc:spChg>
        <pc:picChg chg="mod">
          <ac:chgData name="GAJANAN RATHOD" userId="a94fa701d2a2a64e" providerId="LiveId" clId="{A7EE79BD-734E-4666-BE11-427C5A7F34A9}" dt="2026-06-28T16:24:56.776" v="440" actId="1036"/>
          <ac:picMkLst>
            <pc:docMk/>
            <pc:sldMk cId="3267266649" sldId="294"/>
            <ac:picMk id="7" creationId="{8B3DF86B-BD4D-47CC-CEA6-BD5CEA5ADC17}"/>
          </ac:picMkLst>
        </pc:picChg>
      </pc:sldChg>
      <pc:sldChg chg="modSp mod">
        <pc:chgData name="GAJANAN RATHOD" userId="a94fa701d2a2a64e" providerId="LiveId" clId="{A7EE79BD-734E-4666-BE11-427C5A7F34A9}" dt="2026-07-03T02:11:05.720" v="518" actId="13822"/>
        <pc:sldMkLst>
          <pc:docMk/>
          <pc:sldMk cId="1585652813" sldId="295"/>
        </pc:sldMkLst>
        <pc:spChg chg="mod">
          <ac:chgData name="GAJANAN RATHOD" userId="a94fa701d2a2a64e" providerId="LiveId" clId="{A7EE79BD-734E-4666-BE11-427C5A7F34A9}" dt="2026-07-03T02:11:05.720" v="518" actId="13822"/>
          <ac:spMkLst>
            <pc:docMk/>
            <pc:sldMk cId="1585652813" sldId="295"/>
            <ac:spMk id="3" creationId="{1FFBF239-2473-2424-436C-CE98EC5699B0}"/>
          </ac:spMkLst>
        </pc:spChg>
        <pc:spChg chg="mod">
          <ac:chgData name="GAJANAN RATHOD" userId="a94fa701d2a2a64e" providerId="LiveId" clId="{A7EE79BD-734E-4666-BE11-427C5A7F34A9}" dt="2026-06-28T16:20:28.971" v="331" actId="313"/>
          <ac:spMkLst>
            <pc:docMk/>
            <pc:sldMk cId="1585652813" sldId="295"/>
            <ac:spMk id="12" creationId="{FCAA320E-26F8-4DB2-F513-F43B6A038569}"/>
          </ac:spMkLst>
        </pc:spChg>
      </pc:sldChg>
      <pc:sldChg chg="modSp mod">
        <pc:chgData name="GAJANAN RATHOD" userId="a94fa701d2a2a64e" providerId="LiveId" clId="{A7EE79BD-734E-4666-BE11-427C5A7F34A9}" dt="2026-07-03T02:11:19.801" v="519" actId="13822"/>
        <pc:sldMkLst>
          <pc:docMk/>
          <pc:sldMk cId="582448116" sldId="296"/>
        </pc:sldMkLst>
        <pc:spChg chg="mod">
          <ac:chgData name="GAJANAN RATHOD" userId="a94fa701d2a2a64e" providerId="LiveId" clId="{A7EE79BD-734E-4666-BE11-427C5A7F34A9}" dt="2026-07-03T02:11:19.801" v="519" actId="13822"/>
          <ac:spMkLst>
            <pc:docMk/>
            <pc:sldMk cId="582448116" sldId="296"/>
            <ac:spMk id="3" creationId="{7375100F-B090-D772-7659-6FA90DBA23AE}"/>
          </ac:spMkLst>
        </pc:spChg>
        <pc:spChg chg="mod">
          <ac:chgData name="GAJANAN RATHOD" userId="a94fa701d2a2a64e" providerId="LiveId" clId="{A7EE79BD-734E-4666-BE11-427C5A7F34A9}" dt="2026-06-28T16:20:29.178" v="332" actId="313"/>
          <ac:spMkLst>
            <pc:docMk/>
            <pc:sldMk cId="582448116" sldId="296"/>
            <ac:spMk id="12" creationId="{9BA7121E-2D8A-E594-689A-DB87E895717D}"/>
          </ac:spMkLst>
        </pc:spChg>
      </pc:sldChg>
      <pc:sldChg chg="modSp mod">
        <pc:chgData name="GAJANAN RATHOD" userId="a94fa701d2a2a64e" providerId="LiveId" clId="{A7EE79BD-734E-4666-BE11-427C5A7F34A9}" dt="2026-06-28T16:20:29.371" v="333" actId="313"/>
        <pc:sldMkLst>
          <pc:docMk/>
          <pc:sldMk cId="2596902252" sldId="297"/>
        </pc:sldMkLst>
        <pc:spChg chg="mod">
          <ac:chgData name="GAJANAN RATHOD" userId="a94fa701d2a2a64e" providerId="LiveId" clId="{A7EE79BD-734E-4666-BE11-427C5A7F34A9}" dt="2026-06-28T16:20:29.371" v="333" actId="313"/>
          <ac:spMkLst>
            <pc:docMk/>
            <pc:sldMk cId="2596902252" sldId="297"/>
            <ac:spMk id="12" creationId="{CBCCAA32-435C-F9E0-C11C-CD135EB0108B}"/>
          </ac:spMkLst>
        </pc:spChg>
      </pc:sldChg>
      <pc:sldChg chg="modSp">
        <pc:chgData name="GAJANAN RATHOD" userId="a94fa701d2a2a64e" providerId="LiveId" clId="{A7EE79BD-734E-4666-BE11-427C5A7F34A9}" dt="2026-06-28T16:23:07.582" v="421"/>
        <pc:sldMkLst>
          <pc:docMk/>
          <pc:sldMk cId="2859211587" sldId="298"/>
        </pc:sldMkLst>
        <pc:spChg chg="mod">
          <ac:chgData name="GAJANAN RATHOD" userId="a94fa701d2a2a64e" providerId="LiveId" clId="{A7EE79BD-734E-4666-BE11-427C5A7F34A9}" dt="2026-06-28T16:23:07.582" v="421"/>
          <ac:spMkLst>
            <pc:docMk/>
            <pc:sldMk cId="2859211587" sldId="298"/>
            <ac:spMk id="12" creationId="{F9136355-3C46-E8E6-BAA1-4FA7DD0A8BEF}"/>
          </ac:spMkLst>
        </pc:spChg>
      </pc:sldChg>
      <pc:sldChg chg="modSp mod">
        <pc:chgData name="GAJANAN RATHOD" userId="a94fa701d2a2a64e" providerId="LiveId" clId="{A7EE79BD-734E-4666-BE11-427C5A7F34A9}" dt="2026-06-28T16:26:00.502" v="441" actId="208"/>
        <pc:sldMkLst>
          <pc:docMk/>
          <pc:sldMk cId="1595585264" sldId="299"/>
        </pc:sldMkLst>
        <pc:spChg chg="mod">
          <ac:chgData name="GAJANAN RATHOD" userId="a94fa701d2a2a64e" providerId="LiveId" clId="{A7EE79BD-734E-4666-BE11-427C5A7F34A9}" dt="2026-06-28T16:26:00.502" v="441" actId="208"/>
          <ac:spMkLst>
            <pc:docMk/>
            <pc:sldMk cId="1595585264" sldId="299"/>
            <ac:spMk id="8" creationId="{0D76C7CB-9A8D-0811-E906-0813538D2B2A}"/>
          </ac:spMkLst>
        </pc:spChg>
        <pc:spChg chg="mod">
          <ac:chgData name="GAJANAN RATHOD" userId="a94fa701d2a2a64e" providerId="LiveId" clId="{A7EE79BD-734E-4666-BE11-427C5A7F34A9}" dt="2026-06-28T16:20:29.551" v="334" actId="313"/>
          <ac:spMkLst>
            <pc:docMk/>
            <pc:sldMk cId="1595585264" sldId="299"/>
            <ac:spMk id="12" creationId="{024EA7A4-A9ED-C6FE-BE6D-297096BB247D}"/>
          </ac:spMkLst>
        </pc:spChg>
      </pc:sldChg>
      <pc:sldChg chg="modSp mod">
        <pc:chgData name="GAJANAN RATHOD" userId="a94fa701d2a2a64e" providerId="LiveId" clId="{A7EE79BD-734E-4666-BE11-427C5A7F34A9}" dt="2026-07-03T02:12:34.682" v="520" actId="17032"/>
        <pc:sldMkLst>
          <pc:docMk/>
          <pc:sldMk cId="126072415" sldId="300"/>
        </pc:sldMkLst>
        <pc:spChg chg="mod">
          <ac:chgData name="GAJANAN RATHOD" userId="a94fa701d2a2a64e" providerId="LiveId" clId="{A7EE79BD-734E-4666-BE11-427C5A7F34A9}" dt="2026-07-03T02:12:34.682" v="520" actId="17032"/>
          <ac:spMkLst>
            <pc:docMk/>
            <pc:sldMk cId="126072415" sldId="300"/>
            <ac:spMk id="3" creationId="{25141810-7F68-ADC1-2A8B-C1B2ABA745E1}"/>
          </ac:spMkLst>
        </pc:spChg>
        <pc:spChg chg="mod">
          <ac:chgData name="GAJANAN RATHOD" userId="a94fa701d2a2a64e" providerId="LiveId" clId="{A7EE79BD-734E-4666-BE11-427C5A7F34A9}" dt="2026-06-28T16:20:29.735" v="335" actId="313"/>
          <ac:spMkLst>
            <pc:docMk/>
            <pc:sldMk cId="126072415" sldId="300"/>
            <ac:spMk id="12" creationId="{CE22E653-21F7-E5EE-DCA1-8CF08420D117}"/>
          </ac:spMkLst>
        </pc:spChg>
      </pc:sldChg>
      <pc:sldChg chg="modSp mod">
        <pc:chgData name="GAJANAN RATHOD" userId="a94fa701d2a2a64e" providerId="LiveId" clId="{A7EE79BD-734E-4666-BE11-427C5A7F34A9}" dt="2026-07-03T02:12:40.301" v="521" actId="17032"/>
        <pc:sldMkLst>
          <pc:docMk/>
          <pc:sldMk cId="3967030256" sldId="301"/>
        </pc:sldMkLst>
        <pc:spChg chg="mod">
          <ac:chgData name="GAJANAN RATHOD" userId="a94fa701d2a2a64e" providerId="LiveId" clId="{A7EE79BD-734E-4666-BE11-427C5A7F34A9}" dt="2026-06-28T16:20:29.915" v="336" actId="313"/>
          <ac:spMkLst>
            <pc:docMk/>
            <pc:sldMk cId="3967030256" sldId="301"/>
            <ac:spMk id="12" creationId="{D195DC05-954D-D802-59C5-4A59B13DBC65}"/>
          </ac:spMkLst>
        </pc:spChg>
        <pc:spChg chg="mod">
          <ac:chgData name="GAJANAN RATHOD" userId="a94fa701d2a2a64e" providerId="LiveId" clId="{A7EE79BD-734E-4666-BE11-427C5A7F34A9}" dt="2026-07-03T02:12:40.301" v="521" actId="17032"/>
          <ac:spMkLst>
            <pc:docMk/>
            <pc:sldMk cId="3967030256" sldId="301"/>
            <ac:spMk id="15" creationId="{440927DA-7912-AEB5-0B0C-DAE90809CA1C}"/>
          </ac:spMkLst>
        </pc:spChg>
      </pc:sldChg>
      <pc:sldChg chg="modSp mod">
        <pc:chgData name="GAJANAN RATHOD" userId="a94fa701d2a2a64e" providerId="LiveId" clId="{A7EE79BD-734E-4666-BE11-427C5A7F34A9}" dt="2026-07-03T02:12:46.667" v="522" actId="17032"/>
        <pc:sldMkLst>
          <pc:docMk/>
          <pc:sldMk cId="1037252332" sldId="302"/>
        </pc:sldMkLst>
        <pc:spChg chg="mod">
          <ac:chgData name="GAJANAN RATHOD" userId="a94fa701d2a2a64e" providerId="LiveId" clId="{A7EE79BD-734E-4666-BE11-427C5A7F34A9}" dt="2026-07-03T02:12:46.667" v="522" actId="17032"/>
          <ac:spMkLst>
            <pc:docMk/>
            <pc:sldMk cId="1037252332" sldId="302"/>
            <ac:spMk id="5" creationId="{873AB265-4EAB-FFCA-4DAA-CAD3C3D1E8CB}"/>
          </ac:spMkLst>
        </pc:spChg>
        <pc:spChg chg="mod">
          <ac:chgData name="GAJANAN RATHOD" userId="a94fa701d2a2a64e" providerId="LiveId" clId="{A7EE79BD-734E-4666-BE11-427C5A7F34A9}" dt="2026-06-28T16:20:30.104" v="337" actId="313"/>
          <ac:spMkLst>
            <pc:docMk/>
            <pc:sldMk cId="1037252332" sldId="302"/>
            <ac:spMk id="12" creationId="{6F4349D6-67CC-D745-708A-8E0116AB1B1E}"/>
          </ac:spMkLst>
        </pc:spChg>
      </pc:sldChg>
      <pc:sldChg chg="modSp mod">
        <pc:chgData name="GAJANAN RATHOD" userId="a94fa701d2a2a64e" providerId="LiveId" clId="{A7EE79BD-734E-4666-BE11-427C5A7F34A9}" dt="2026-06-28T16:20:30.286" v="338" actId="313"/>
        <pc:sldMkLst>
          <pc:docMk/>
          <pc:sldMk cId="190084957" sldId="303"/>
        </pc:sldMkLst>
        <pc:spChg chg="mod">
          <ac:chgData name="GAJANAN RATHOD" userId="a94fa701d2a2a64e" providerId="LiveId" clId="{A7EE79BD-734E-4666-BE11-427C5A7F34A9}" dt="2026-06-28T16:20:30.286" v="338" actId="313"/>
          <ac:spMkLst>
            <pc:docMk/>
            <pc:sldMk cId="190084957" sldId="303"/>
            <ac:spMk id="12" creationId="{2298D5FF-A4C3-EE26-9CF9-6E1DC8657EFA}"/>
          </ac:spMkLst>
        </pc:spChg>
      </pc:sldChg>
      <pc:sldChg chg="modSp mod">
        <pc:chgData name="GAJANAN RATHOD" userId="a94fa701d2a2a64e" providerId="LiveId" clId="{A7EE79BD-734E-4666-BE11-427C5A7F34A9}" dt="2026-06-28T16:20:30.454" v="339" actId="313"/>
        <pc:sldMkLst>
          <pc:docMk/>
          <pc:sldMk cId="1589607105" sldId="304"/>
        </pc:sldMkLst>
        <pc:spChg chg="mod">
          <ac:chgData name="GAJANAN RATHOD" userId="a94fa701d2a2a64e" providerId="LiveId" clId="{A7EE79BD-734E-4666-BE11-427C5A7F34A9}" dt="2026-06-28T16:20:30.454" v="339" actId="313"/>
          <ac:spMkLst>
            <pc:docMk/>
            <pc:sldMk cId="1589607105" sldId="304"/>
            <ac:spMk id="12" creationId="{961FEB33-28CD-AE59-3DD0-9BBF57EBFABA}"/>
          </ac:spMkLst>
        </pc:spChg>
      </pc:sldChg>
      <pc:sldChg chg="modSp">
        <pc:chgData name="GAJANAN RATHOD" userId="a94fa701d2a2a64e" providerId="LiveId" clId="{A7EE79BD-734E-4666-BE11-427C5A7F34A9}" dt="2026-06-28T16:22:56.889" v="420"/>
        <pc:sldMkLst>
          <pc:docMk/>
          <pc:sldMk cId="3092020681" sldId="305"/>
        </pc:sldMkLst>
        <pc:spChg chg="mod">
          <ac:chgData name="GAJANAN RATHOD" userId="a94fa701d2a2a64e" providerId="LiveId" clId="{A7EE79BD-734E-4666-BE11-427C5A7F34A9}" dt="2026-06-28T16:22:56.889" v="420"/>
          <ac:spMkLst>
            <pc:docMk/>
            <pc:sldMk cId="3092020681" sldId="305"/>
            <ac:spMk id="12" creationId="{9ADBDF3D-CEE6-D944-1D26-BE3D9906ACC9}"/>
          </ac:spMkLst>
        </pc:spChg>
      </pc:sldChg>
      <pc:sldChg chg="modSp mod">
        <pc:chgData name="GAJANAN RATHOD" userId="a94fa701d2a2a64e" providerId="LiveId" clId="{A7EE79BD-734E-4666-BE11-427C5A7F34A9}" dt="2026-06-28T16:20:30.624" v="340" actId="313"/>
        <pc:sldMkLst>
          <pc:docMk/>
          <pc:sldMk cId="394133477" sldId="306"/>
        </pc:sldMkLst>
        <pc:spChg chg="mod">
          <ac:chgData name="GAJANAN RATHOD" userId="a94fa701d2a2a64e" providerId="LiveId" clId="{A7EE79BD-734E-4666-BE11-427C5A7F34A9}" dt="2026-06-28T16:20:30.624" v="340" actId="313"/>
          <ac:spMkLst>
            <pc:docMk/>
            <pc:sldMk cId="394133477" sldId="306"/>
            <ac:spMk id="12" creationId="{E3C81F97-A0BC-3BAA-67E9-D6A5298700D1}"/>
          </ac:spMkLst>
        </pc:spChg>
      </pc:sldChg>
      <pc:sldChg chg="modSp mod">
        <pc:chgData name="GAJANAN RATHOD" userId="a94fa701d2a2a64e" providerId="LiveId" clId="{A7EE79BD-734E-4666-BE11-427C5A7F34A9}" dt="2026-06-28T16:20:30.803" v="341" actId="313"/>
        <pc:sldMkLst>
          <pc:docMk/>
          <pc:sldMk cId="3488102771" sldId="307"/>
        </pc:sldMkLst>
        <pc:spChg chg="mod">
          <ac:chgData name="GAJANAN RATHOD" userId="a94fa701d2a2a64e" providerId="LiveId" clId="{A7EE79BD-734E-4666-BE11-427C5A7F34A9}" dt="2026-06-28T16:20:30.803" v="341" actId="313"/>
          <ac:spMkLst>
            <pc:docMk/>
            <pc:sldMk cId="3488102771" sldId="307"/>
            <ac:spMk id="12" creationId="{34074884-09BC-A651-B8C8-AC94B4FE0D43}"/>
          </ac:spMkLst>
        </pc:spChg>
      </pc:sldChg>
      <pc:sldChg chg="modSp mod">
        <pc:chgData name="GAJANAN RATHOD" userId="a94fa701d2a2a64e" providerId="LiveId" clId="{A7EE79BD-734E-4666-BE11-427C5A7F34A9}" dt="2026-06-28T16:20:30.995" v="342" actId="313"/>
        <pc:sldMkLst>
          <pc:docMk/>
          <pc:sldMk cId="2804897669" sldId="308"/>
        </pc:sldMkLst>
        <pc:spChg chg="mod">
          <ac:chgData name="GAJANAN RATHOD" userId="a94fa701d2a2a64e" providerId="LiveId" clId="{A7EE79BD-734E-4666-BE11-427C5A7F34A9}" dt="2026-06-28T16:20:30.995" v="342" actId="313"/>
          <ac:spMkLst>
            <pc:docMk/>
            <pc:sldMk cId="2804897669" sldId="308"/>
            <ac:spMk id="12" creationId="{0EA9B8BD-A44C-A052-8DEF-5ED90047E42D}"/>
          </ac:spMkLst>
        </pc:spChg>
      </pc:sldChg>
      <pc:sldChg chg="modSp mod">
        <pc:chgData name="GAJANAN RATHOD" userId="a94fa701d2a2a64e" providerId="LiveId" clId="{A7EE79BD-734E-4666-BE11-427C5A7F34A9}" dt="2026-07-03T02:13:11.402" v="523" actId="17032"/>
        <pc:sldMkLst>
          <pc:docMk/>
          <pc:sldMk cId="1308521900" sldId="309"/>
        </pc:sldMkLst>
        <pc:spChg chg="mod">
          <ac:chgData name="GAJANAN RATHOD" userId="a94fa701d2a2a64e" providerId="LiveId" clId="{A7EE79BD-734E-4666-BE11-427C5A7F34A9}" dt="2026-07-03T02:13:11.402" v="523" actId="17032"/>
          <ac:spMkLst>
            <pc:docMk/>
            <pc:sldMk cId="1308521900" sldId="309"/>
            <ac:spMk id="3" creationId="{2B8D5877-B1E0-8EF0-58F5-356664D52E19}"/>
          </ac:spMkLst>
        </pc:spChg>
        <pc:spChg chg="mod">
          <ac:chgData name="GAJANAN RATHOD" userId="a94fa701d2a2a64e" providerId="LiveId" clId="{A7EE79BD-734E-4666-BE11-427C5A7F34A9}" dt="2026-06-28T16:20:31.184" v="343" actId="313"/>
          <ac:spMkLst>
            <pc:docMk/>
            <pc:sldMk cId="1308521900" sldId="309"/>
            <ac:spMk id="12" creationId="{1D53AA9E-5CD9-E849-E8C5-60427D38CF54}"/>
          </ac:spMkLst>
        </pc:spChg>
      </pc:sldChg>
      <pc:sldChg chg="modSp">
        <pc:chgData name="GAJANAN RATHOD" userId="a94fa701d2a2a64e" providerId="LiveId" clId="{A7EE79BD-734E-4666-BE11-427C5A7F34A9}" dt="2026-06-28T16:22:47.921" v="419"/>
        <pc:sldMkLst>
          <pc:docMk/>
          <pc:sldMk cId="3030097127" sldId="310"/>
        </pc:sldMkLst>
        <pc:spChg chg="mod">
          <ac:chgData name="GAJANAN RATHOD" userId="a94fa701d2a2a64e" providerId="LiveId" clId="{A7EE79BD-734E-4666-BE11-427C5A7F34A9}" dt="2026-06-28T16:22:47.921" v="419"/>
          <ac:spMkLst>
            <pc:docMk/>
            <pc:sldMk cId="3030097127" sldId="310"/>
            <ac:spMk id="12" creationId="{AEEE305D-1751-2227-A884-103543F5051C}"/>
          </ac:spMkLst>
        </pc:spChg>
      </pc:sldChg>
      <pc:sldChg chg="modSp mod">
        <pc:chgData name="GAJANAN RATHOD" userId="a94fa701d2a2a64e" providerId="LiveId" clId="{A7EE79BD-734E-4666-BE11-427C5A7F34A9}" dt="2026-06-28T16:20:31.383" v="344" actId="313"/>
        <pc:sldMkLst>
          <pc:docMk/>
          <pc:sldMk cId="2889985618" sldId="311"/>
        </pc:sldMkLst>
        <pc:spChg chg="mod">
          <ac:chgData name="GAJANAN RATHOD" userId="a94fa701d2a2a64e" providerId="LiveId" clId="{A7EE79BD-734E-4666-BE11-427C5A7F34A9}" dt="2026-06-28T16:20:31.383" v="344" actId="313"/>
          <ac:spMkLst>
            <pc:docMk/>
            <pc:sldMk cId="2889985618" sldId="311"/>
            <ac:spMk id="12" creationId="{158CBEE9-B3B9-EA85-9277-5F4FB30ED962}"/>
          </ac:spMkLst>
        </pc:spChg>
      </pc:sldChg>
      <pc:sldChg chg="modSp mod">
        <pc:chgData name="GAJANAN RATHOD" userId="a94fa701d2a2a64e" providerId="LiveId" clId="{A7EE79BD-734E-4666-BE11-427C5A7F34A9}" dt="2026-06-29T04:48:28.026" v="510" actId="313"/>
        <pc:sldMkLst>
          <pc:docMk/>
          <pc:sldMk cId="3779317461" sldId="312"/>
        </pc:sldMkLst>
        <pc:spChg chg="mod">
          <ac:chgData name="GAJANAN RATHOD" userId="a94fa701d2a2a64e" providerId="LiveId" clId="{A7EE79BD-734E-4666-BE11-427C5A7F34A9}" dt="2026-06-28T16:20:31.781" v="345" actId="313"/>
          <ac:spMkLst>
            <pc:docMk/>
            <pc:sldMk cId="3779317461" sldId="312"/>
            <ac:spMk id="12" creationId="{F296A26C-614E-4013-A695-669CAD8C48EA}"/>
          </ac:spMkLst>
        </pc:spChg>
        <pc:graphicFrameChg chg="modGraphic">
          <ac:chgData name="GAJANAN RATHOD" userId="a94fa701d2a2a64e" providerId="LiveId" clId="{A7EE79BD-734E-4666-BE11-427C5A7F34A9}" dt="2026-06-29T04:48:28.026" v="510" actId="313"/>
          <ac:graphicFrameMkLst>
            <pc:docMk/>
            <pc:sldMk cId="3779317461" sldId="312"/>
            <ac:graphicFrameMk id="21" creationId="{8725D1B0-9000-CBA4-D107-E58240EB629A}"/>
          </ac:graphicFrameMkLst>
        </pc:graphicFrameChg>
        <pc:graphicFrameChg chg="modGraphic">
          <ac:chgData name="GAJANAN RATHOD" userId="a94fa701d2a2a64e" providerId="LiveId" clId="{A7EE79BD-734E-4666-BE11-427C5A7F34A9}" dt="2026-06-29T04:44:00.903" v="479" actId="20577"/>
          <ac:graphicFrameMkLst>
            <pc:docMk/>
            <pc:sldMk cId="3779317461" sldId="312"/>
            <ac:graphicFrameMk id="22" creationId="{250B8D36-D430-3646-04B6-A2AF36D64CDF}"/>
          </ac:graphicFrameMkLst>
        </pc:graphicFrameChg>
      </pc:sldChg>
      <pc:sldChg chg="modSp mod">
        <pc:chgData name="GAJANAN RATHOD" userId="a94fa701d2a2a64e" providerId="LiveId" clId="{A7EE79BD-734E-4666-BE11-427C5A7F34A9}" dt="2026-06-29T04:47:03.534" v="490" actId="20577"/>
        <pc:sldMkLst>
          <pc:docMk/>
          <pc:sldMk cId="2308589485" sldId="313"/>
        </pc:sldMkLst>
        <pc:spChg chg="mod">
          <ac:chgData name="GAJANAN RATHOD" userId="a94fa701d2a2a64e" providerId="LiveId" clId="{A7EE79BD-734E-4666-BE11-427C5A7F34A9}" dt="2026-06-28T16:20:32.193" v="346" actId="313"/>
          <ac:spMkLst>
            <pc:docMk/>
            <pc:sldMk cId="2308589485" sldId="313"/>
            <ac:spMk id="12" creationId="{961263AF-57DC-202E-2928-9511DC690E20}"/>
          </ac:spMkLst>
        </pc:spChg>
        <pc:graphicFrameChg chg="modGraphic">
          <ac:chgData name="GAJANAN RATHOD" userId="a94fa701d2a2a64e" providerId="LiveId" clId="{A7EE79BD-734E-4666-BE11-427C5A7F34A9}" dt="2026-06-29T04:47:03.534" v="490" actId="20577"/>
          <ac:graphicFrameMkLst>
            <pc:docMk/>
            <pc:sldMk cId="2308589485" sldId="313"/>
            <ac:graphicFrameMk id="4" creationId="{CA4E746E-49C3-3B30-9985-C5E76F675FC3}"/>
          </ac:graphicFrameMkLst>
        </pc:graphicFrameChg>
      </pc:sldChg>
      <pc:sldChg chg="modSp mod">
        <pc:chgData name="GAJANAN RATHOD" userId="a94fa701d2a2a64e" providerId="LiveId" clId="{A7EE79BD-734E-4666-BE11-427C5A7F34A9}" dt="2026-06-28T16:20:32.468" v="347" actId="313"/>
        <pc:sldMkLst>
          <pc:docMk/>
          <pc:sldMk cId="3242568200" sldId="314"/>
        </pc:sldMkLst>
        <pc:spChg chg="mod">
          <ac:chgData name="GAJANAN RATHOD" userId="a94fa701d2a2a64e" providerId="LiveId" clId="{A7EE79BD-734E-4666-BE11-427C5A7F34A9}" dt="2026-06-28T16:20:32.468" v="347" actId="313"/>
          <ac:spMkLst>
            <pc:docMk/>
            <pc:sldMk cId="3242568200" sldId="314"/>
            <ac:spMk id="12" creationId="{326DBF8E-6FB1-2E27-80C5-2192EDB0043A}"/>
          </ac:spMkLst>
        </pc:spChg>
      </pc:sldChg>
      <pc:sldChg chg="modSp mod">
        <pc:chgData name="GAJANAN RATHOD" userId="a94fa701d2a2a64e" providerId="LiveId" clId="{A7EE79BD-734E-4666-BE11-427C5A7F34A9}" dt="2026-06-28T16:20:32.668" v="348" actId="313"/>
        <pc:sldMkLst>
          <pc:docMk/>
          <pc:sldMk cId="61042843" sldId="315"/>
        </pc:sldMkLst>
        <pc:spChg chg="mod">
          <ac:chgData name="GAJANAN RATHOD" userId="a94fa701d2a2a64e" providerId="LiveId" clId="{A7EE79BD-734E-4666-BE11-427C5A7F34A9}" dt="2026-06-28T16:20:32.668" v="348" actId="313"/>
          <ac:spMkLst>
            <pc:docMk/>
            <pc:sldMk cId="61042843" sldId="315"/>
            <ac:spMk id="12" creationId="{732A273D-850F-F1B6-B081-4B722B879676}"/>
          </ac:spMkLst>
        </pc:spChg>
      </pc:sldChg>
      <pc:sldChg chg="modSp">
        <pc:chgData name="GAJANAN RATHOD" userId="a94fa701d2a2a64e" providerId="LiveId" clId="{A7EE79BD-734E-4666-BE11-427C5A7F34A9}" dt="2026-06-28T16:22:40.993" v="418"/>
        <pc:sldMkLst>
          <pc:docMk/>
          <pc:sldMk cId="973208189" sldId="316"/>
        </pc:sldMkLst>
        <pc:spChg chg="mod">
          <ac:chgData name="GAJANAN RATHOD" userId="a94fa701d2a2a64e" providerId="LiveId" clId="{A7EE79BD-734E-4666-BE11-427C5A7F34A9}" dt="2026-06-28T16:22:40.993" v="418"/>
          <ac:spMkLst>
            <pc:docMk/>
            <pc:sldMk cId="973208189" sldId="316"/>
            <ac:spMk id="12" creationId="{AD3A3C63-E16C-EC02-7C04-14F63FD59D29}"/>
          </ac:spMkLst>
        </pc:spChg>
      </pc:sldChg>
      <pc:sldChg chg="modSp">
        <pc:chgData name="GAJANAN RATHOD" userId="a94fa701d2a2a64e" providerId="LiveId" clId="{A7EE79BD-734E-4666-BE11-427C5A7F34A9}" dt="2026-06-28T16:22:27.936" v="415"/>
        <pc:sldMkLst>
          <pc:docMk/>
          <pc:sldMk cId="957291256" sldId="317"/>
        </pc:sldMkLst>
        <pc:spChg chg="mod">
          <ac:chgData name="GAJANAN RATHOD" userId="a94fa701d2a2a64e" providerId="LiveId" clId="{A7EE79BD-734E-4666-BE11-427C5A7F34A9}" dt="2026-06-28T16:22:27.936" v="415"/>
          <ac:spMkLst>
            <pc:docMk/>
            <pc:sldMk cId="957291256" sldId="317"/>
            <ac:spMk id="12" creationId="{5FA68DFE-2FFE-6625-B0C8-7B871BC94FEE}"/>
          </ac:spMkLst>
        </pc:spChg>
      </pc:sldChg>
      <pc:sldChg chg="modSp mod">
        <pc:chgData name="GAJANAN RATHOD" userId="a94fa701d2a2a64e" providerId="LiveId" clId="{A7EE79BD-734E-4666-BE11-427C5A7F34A9}" dt="2026-06-28T16:22:25.014" v="414"/>
        <pc:sldMkLst>
          <pc:docMk/>
          <pc:sldMk cId="2651253224" sldId="318"/>
        </pc:sldMkLst>
        <pc:spChg chg="mod">
          <ac:chgData name="GAJANAN RATHOD" userId="a94fa701d2a2a64e" providerId="LiveId" clId="{A7EE79BD-734E-4666-BE11-427C5A7F34A9}" dt="2026-06-28T16:22:25.014" v="414"/>
          <ac:spMkLst>
            <pc:docMk/>
            <pc:sldMk cId="2651253224" sldId="318"/>
            <ac:spMk id="12" creationId="{8DC4D566-27D2-3D13-571E-CB49E08F673E}"/>
          </ac:spMkLst>
        </pc:spChg>
      </pc:sldChg>
      <pc:sldChg chg="modSp mod">
        <pc:chgData name="GAJANAN RATHOD" userId="a94fa701d2a2a64e" providerId="LiveId" clId="{A7EE79BD-734E-4666-BE11-427C5A7F34A9}" dt="2026-06-29T04:47:19.364" v="496" actId="20577"/>
        <pc:sldMkLst>
          <pc:docMk/>
          <pc:sldMk cId="133576268" sldId="319"/>
        </pc:sldMkLst>
        <pc:spChg chg="mod">
          <ac:chgData name="GAJANAN RATHOD" userId="a94fa701d2a2a64e" providerId="LiveId" clId="{A7EE79BD-734E-4666-BE11-427C5A7F34A9}" dt="2026-06-28T16:22:21.400" v="413"/>
          <ac:spMkLst>
            <pc:docMk/>
            <pc:sldMk cId="133576268" sldId="319"/>
            <ac:spMk id="12" creationId="{069F4ED2-F298-2BB0-B3D4-A6AA5AE0EA1F}"/>
          </ac:spMkLst>
        </pc:spChg>
        <pc:graphicFrameChg chg="modGraphic">
          <ac:chgData name="GAJANAN RATHOD" userId="a94fa701d2a2a64e" providerId="LiveId" clId="{A7EE79BD-734E-4666-BE11-427C5A7F34A9}" dt="2026-06-29T04:45:27.023" v="482" actId="313"/>
          <ac:graphicFrameMkLst>
            <pc:docMk/>
            <pc:sldMk cId="133576268" sldId="319"/>
            <ac:graphicFrameMk id="9" creationId="{3D819291-A966-E71E-4B14-D660EDABEFEE}"/>
          </ac:graphicFrameMkLst>
        </pc:graphicFrameChg>
        <pc:graphicFrameChg chg="modGraphic">
          <ac:chgData name="GAJANAN RATHOD" userId="a94fa701d2a2a64e" providerId="LiveId" clId="{A7EE79BD-734E-4666-BE11-427C5A7F34A9}" dt="2026-06-29T04:47:19.364" v="496" actId="20577"/>
          <ac:graphicFrameMkLst>
            <pc:docMk/>
            <pc:sldMk cId="133576268" sldId="319"/>
            <ac:graphicFrameMk id="10" creationId="{B9C37BBA-90A8-DAE3-9057-A15FA14A7443}"/>
          </ac:graphicFrameMkLst>
        </pc:graphicFrameChg>
      </pc:sldChg>
      <pc:sldChg chg="modSp">
        <pc:chgData name="GAJANAN RATHOD" userId="a94fa701d2a2a64e" providerId="LiveId" clId="{A7EE79BD-734E-4666-BE11-427C5A7F34A9}" dt="2026-06-28T16:22:15.056" v="411"/>
        <pc:sldMkLst>
          <pc:docMk/>
          <pc:sldMk cId="1333910698" sldId="320"/>
        </pc:sldMkLst>
        <pc:spChg chg="mod">
          <ac:chgData name="GAJANAN RATHOD" userId="a94fa701d2a2a64e" providerId="LiveId" clId="{A7EE79BD-734E-4666-BE11-427C5A7F34A9}" dt="2026-06-28T16:22:15.056" v="411"/>
          <ac:spMkLst>
            <pc:docMk/>
            <pc:sldMk cId="1333910698" sldId="320"/>
            <ac:spMk id="12" creationId="{F018DEC5-122A-7578-E06B-E857074381D9}"/>
          </ac:spMkLst>
        </pc:spChg>
      </pc:sldChg>
      <pc:sldChg chg="modSp mod modNotes">
        <pc:chgData name="GAJANAN RATHOD" userId="a94fa701d2a2a64e" providerId="LiveId" clId="{A7EE79BD-734E-4666-BE11-427C5A7F34A9}" dt="2026-06-29T04:48:24.820" v="507" actId="313"/>
        <pc:sldMkLst>
          <pc:docMk/>
          <pc:sldMk cId="1484452042" sldId="321"/>
        </pc:sldMkLst>
        <pc:spChg chg="mod">
          <ac:chgData name="GAJANAN RATHOD" userId="a94fa701d2a2a64e" providerId="LiveId" clId="{A7EE79BD-734E-4666-BE11-427C5A7F34A9}" dt="2026-06-28T16:22:18.668" v="412"/>
          <ac:spMkLst>
            <pc:docMk/>
            <pc:sldMk cId="1484452042" sldId="321"/>
            <ac:spMk id="12" creationId="{328A6921-AE5D-14E4-CE36-EBC09AD417A8}"/>
          </ac:spMkLst>
        </pc:spChg>
        <pc:graphicFrameChg chg="modGraphic">
          <ac:chgData name="GAJANAN RATHOD" userId="a94fa701d2a2a64e" providerId="LiveId" clId="{A7EE79BD-734E-4666-BE11-427C5A7F34A9}" dt="2026-06-29T04:48:24.820" v="507" actId="313"/>
          <ac:graphicFrameMkLst>
            <pc:docMk/>
            <pc:sldMk cId="1484452042" sldId="321"/>
            <ac:graphicFrameMk id="3" creationId="{88FADAAC-D2C6-C496-5F1E-211B04E31BC2}"/>
          </ac:graphicFrameMkLst>
        </pc:graphicFrameChg>
      </pc:sldChg>
      <pc:sldChg chg="modSp mod">
        <pc:chgData name="GAJANAN RATHOD" userId="a94fa701d2a2a64e" providerId="LiveId" clId="{A7EE79BD-734E-4666-BE11-427C5A7F34A9}" dt="2026-06-28T16:22:10.679" v="410"/>
        <pc:sldMkLst>
          <pc:docMk/>
          <pc:sldMk cId="1347268363" sldId="322"/>
        </pc:sldMkLst>
        <pc:spChg chg="mod">
          <ac:chgData name="GAJANAN RATHOD" userId="a94fa701d2a2a64e" providerId="LiveId" clId="{A7EE79BD-734E-4666-BE11-427C5A7F34A9}" dt="2026-06-28T16:22:10.679" v="410"/>
          <ac:spMkLst>
            <pc:docMk/>
            <pc:sldMk cId="1347268363" sldId="322"/>
            <ac:spMk id="12" creationId="{7B2ED576-33AC-458C-4E6E-EBE14F1D5C3D}"/>
          </ac:spMkLst>
        </pc:spChg>
      </pc:sldChg>
      <pc:sldChg chg="modSp mod">
        <pc:chgData name="GAJANAN RATHOD" userId="a94fa701d2a2a64e" providerId="LiveId" clId="{A7EE79BD-734E-4666-BE11-427C5A7F34A9}" dt="2026-06-28T16:22:00.050" v="407"/>
        <pc:sldMkLst>
          <pc:docMk/>
          <pc:sldMk cId="4001767478" sldId="323"/>
        </pc:sldMkLst>
        <pc:spChg chg="mod">
          <ac:chgData name="GAJANAN RATHOD" userId="a94fa701d2a2a64e" providerId="LiveId" clId="{A7EE79BD-734E-4666-BE11-427C5A7F34A9}" dt="2026-06-28T15:13:09.988" v="49" actId="20577"/>
          <ac:spMkLst>
            <pc:docMk/>
            <pc:sldMk cId="4001767478" sldId="323"/>
            <ac:spMk id="2" creationId="{3487BD77-57A7-3982-D0D6-C5E66D33BCC7}"/>
          </ac:spMkLst>
        </pc:spChg>
        <pc:spChg chg="mod">
          <ac:chgData name="GAJANAN RATHOD" userId="a94fa701d2a2a64e" providerId="LiveId" clId="{A7EE79BD-734E-4666-BE11-427C5A7F34A9}" dt="2026-06-28T15:13:32.846" v="54" actId="207"/>
          <ac:spMkLst>
            <pc:docMk/>
            <pc:sldMk cId="4001767478" sldId="323"/>
            <ac:spMk id="5" creationId="{68F122CC-FEB8-8A55-FA5E-B27E80E2D779}"/>
          </ac:spMkLst>
        </pc:spChg>
        <pc:spChg chg="mod">
          <ac:chgData name="GAJANAN RATHOD" userId="a94fa701d2a2a64e" providerId="LiveId" clId="{A7EE79BD-734E-4666-BE11-427C5A7F34A9}" dt="2026-06-28T16:22:00.050" v="407"/>
          <ac:spMkLst>
            <pc:docMk/>
            <pc:sldMk cId="4001767478" sldId="323"/>
            <ac:spMk id="12" creationId="{5E7E7981-D784-47EA-8005-FE8F0CFBD806}"/>
          </ac:spMkLst>
        </pc:spChg>
      </pc:sldChg>
      <pc:sldChg chg="modSp mod">
        <pc:chgData name="GAJANAN RATHOD" userId="a94fa701d2a2a64e" providerId="LiveId" clId="{A7EE79BD-734E-4666-BE11-427C5A7F34A9}" dt="2026-06-28T16:22:07.336" v="409"/>
        <pc:sldMkLst>
          <pc:docMk/>
          <pc:sldMk cId="4003898083" sldId="324"/>
        </pc:sldMkLst>
        <pc:spChg chg="mod">
          <ac:chgData name="GAJANAN RATHOD" userId="a94fa701d2a2a64e" providerId="LiveId" clId="{A7EE79BD-734E-4666-BE11-427C5A7F34A9}" dt="2026-06-28T16:22:07.336" v="409"/>
          <ac:spMkLst>
            <pc:docMk/>
            <pc:sldMk cId="4003898083" sldId="324"/>
            <ac:spMk id="12" creationId="{D5D9E351-BFE5-F625-BB17-9379C8F05F0D}"/>
          </ac:spMkLst>
        </pc:spChg>
      </pc:sldChg>
      <pc:sldChg chg="addSp modSp mod modAnim">
        <pc:chgData name="GAJANAN RATHOD" userId="a94fa701d2a2a64e" providerId="LiveId" clId="{A7EE79BD-734E-4666-BE11-427C5A7F34A9}" dt="2026-06-29T04:48:57.613" v="512" actId="20577"/>
        <pc:sldMkLst>
          <pc:docMk/>
          <pc:sldMk cId="866499169" sldId="325"/>
        </pc:sldMkLst>
        <pc:spChg chg="mod">
          <ac:chgData name="GAJANAN RATHOD" userId="a94fa701d2a2a64e" providerId="LiveId" clId="{A7EE79BD-734E-4666-BE11-427C5A7F34A9}" dt="2026-06-28T15:11:23.042" v="18" actId="20577"/>
          <ac:spMkLst>
            <pc:docMk/>
            <pc:sldMk cId="866499169" sldId="325"/>
            <ac:spMk id="2" creationId="{2673AF65-FD7D-DB2C-020B-B1748C252ACE}"/>
          </ac:spMkLst>
        </pc:spChg>
        <pc:spChg chg="add mod">
          <ac:chgData name="GAJANAN RATHOD" userId="a94fa701d2a2a64e" providerId="LiveId" clId="{A7EE79BD-734E-4666-BE11-427C5A7F34A9}" dt="2026-06-28T15:11:06.851" v="1" actId="1076"/>
          <ac:spMkLst>
            <pc:docMk/>
            <pc:sldMk cId="866499169" sldId="325"/>
            <ac:spMk id="4" creationId="{220B1B6C-9F0B-E6B3-5082-91D3F77AD290}"/>
          </ac:spMkLst>
        </pc:spChg>
        <pc:spChg chg="add mod">
          <ac:chgData name="GAJANAN RATHOD" userId="a94fa701d2a2a64e" providerId="LiveId" clId="{A7EE79BD-734E-4666-BE11-427C5A7F34A9}" dt="2026-06-28T15:11:06.851" v="1" actId="1076"/>
          <ac:spMkLst>
            <pc:docMk/>
            <pc:sldMk cId="866499169" sldId="325"/>
            <ac:spMk id="5" creationId="{594360A0-D10A-E0A4-7EB3-45CE487E05B5}"/>
          </ac:spMkLst>
        </pc:spChg>
        <pc:spChg chg="add mod">
          <ac:chgData name="GAJANAN RATHOD" userId="a94fa701d2a2a64e" providerId="LiveId" clId="{A7EE79BD-734E-4666-BE11-427C5A7F34A9}" dt="2026-06-28T15:11:06.851" v="1" actId="1076"/>
          <ac:spMkLst>
            <pc:docMk/>
            <pc:sldMk cId="866499169" sldId="325"/>
            <ac:spMk id="6" creationId="{929C1375-D410-3D24-405C-D1D7FEC9C8FB}"/>
          </ac:spMkLst>
        </pc:spChg>
        <pc:spChg chg="add mod">
          <ac:chgData name="GAJANAN RATHOD" userId="a94fa701d2a2a64e" providerId="LiveId" clId="{A7EE79BD-734E-4666-BE11-427C5A7F34A9}" dt="2026-06-28T15:11:06.851" v="1" actId="1076"/>
          <ac:spMkLst>
            <pc:docMk/>
            <pc:sldMk cId="866499169" sldId="325"/>
            <ac:spMk id="9" creationId="{85AF2B51-4E21-057D-1811-D91C14A848C4}"/>
          </ac:spMkLst>
        </pc:spChg>
        <pc:spChg chg="mod">
          <ac:chgData name="GAJANAN RATHOD" userId="a94fa701d2a2a64e" providerId="LiveId" clId="{A7EE79BD-734E-4666-BE11-427C5A7F34A9}" dt="2026-06-28T16:22:03.670" v="408"/>
          <ac:spMkLst>
            <pc:docMk/>
            <pc:sldMk cId="866499169" sldId="325"/>
            <ac:spMk id="12" creationId="{584263BA-19E9-6A21-D1F5-D52C56F1EC62}"/>
          </ac:spMkLst>
        </pc:spChg>
        <pc:graphicFrameChg chg="add mod modGraphic">
          <ac:chgData name="GAJANAN RATHOD" userId="a94fa701d2a2a64e" providerId="LiveId" clId="{A7EE79BD-734E-4666-BE11-427C5A7F34A9}" dt="2026-06-29T04:48:25.686" v="508" actId="313"/>
          <ac:graphicFrameMkLst>
            <pc:docMk/>
            <pc:sldMk cId="866499169" sldId="325"/>
            <ac:graphicFrameMk id="3" creationId="{ECF6EEE1-079D-B83B-0499-B234EEABEA57}"/>
          </ac:graphicFrameMkLst>
        </pc:graphicFrameChg>
        <pc:graphicFrameChg chg="add mod modGraphic">
          <ac:chgData name="GAJANAN RATHOD" userId="a94fa701d2a2a64e" providerId="LiveId" clId="{A7EE79BD-734E-4666-BE11-427C5A7F34A9}" dt="2026-06-29T04:48:57.613" v="512" actId="20577"/>
          <ac:graphicFrameMkLst>
            <pc:docMk/>
            <pc:sldMk cId="866499169" sldId="325"/>
            <ac:graphicFrameMk id="7" creationId="{5735759A-DF9A-3E65-D29F-2A5E6A902383}"/>
          </ac:graphicFrameMkLst>
        </pc:graphicFrameChg>
        <pc:picChg chg="add mod">
          <ac:chgData name="GAJANAN RATHOD" userId="a94fa701d2a2a64e" providerId="LiveId" clId="{A7EE79BD-734E-4666-BE11-427C5A7F34A9}" dt="2026-06-28T15:11:06.851" v="1" actId="1076"/>
          <ac:picMkLst>
            <pc:docMk/>
            <pc:sldMk cId="866499169" sldId="325"/>
            <ac:picMk id="8" creationId="{55BCA82D-20D4-08D4-D843-EE0F90A5168A}"/>
          </ac:picMkLst>
        </pc:picChg>
      </pc:sldChg>
      <pc:sldChg chg="addSp delSp modSp mod ord modAnim">
        <pc:chgData name="GAJANAN RATHOD" userId="a94fa701d2a2a64e" providerId="LiveId" clId="{A7EE79BD-734E-4666-BE11-427C5A7F34A9}" dt="2026-06-28T16:21:45.033" v="404" actId="20577"/>
        <pc:sldMkLst>
          <pc:docMk/>
          <pc:sldMk cId="3614977067" sldId="326"/>
        </pc:sldMkLst>
        <pc:spChg chg="add mod">
          <ac:chgData name="GAJANAN RATHOD" userId="a94fa701d2a2a64e" providerId="LiveId" clId="{A7EE79BD-734E-4666-BE11-427C5A7F34A9}" dt="2026-06-28T15:18:36.825" v="165" actId="1076"/>
          <ac:spMkLst>
            <pc:docMk/>
            <pc:sldMk cId="3614977067" sldId="326"/>
            <ac:spMk id="3" creationId="{3F9D2DCC-1EE6-BEEC-6DCD-C930146024A9}"/>
          </ac:spMkLst>
        </pc:spChg>
        <pc:spChg chg="add mod">
          <ac:chgData name="GAJANAN RATHOD" userId="a94fa701d2a2a64e" providerId="LiveId" clId="{A7EE79BD-734E-4666-BE11-427C5A7F34A9}" dt="2026-06-28T15:19:18.337" v="196" actId="207"/>
          <ac:spMkLst>
            <pc:docMk/>
            <pc:sldMk cId="3614977067" sldId="326"/>
            <ac:spMk id="4" creationId="{47B5D42D-DDF8-26CA-29DD-6ABDBB747E61}"/>
          </ac:spMkLst>
        </pc:spChg>
        <pc:spChg chg="mod">
          <ac:chgData name="GAJANAN RATHOD" userId="a94fa701d2a2a64e" providerId="LiveId" clId="{A7EE79BD-734E-4666-BE11-427C5A7F34A9}" dt="2026-06-28T16:21:45.033" v="404" actId="20577"/>
          <ac:spMkLst>
            <pc:docMk/>
            <pc:sldMk cId="3614977067" sldId="326"/>
            <ac:spMk id="12" creationId="{0C145333-79E0-3662-273A-05B74824DC41}"/>
          </ac:spMkLst>
        </pc:spChg>
      </pc:sldChg>
      <pc:sldChg chg="addSp delSp modSp mod modAnim">
        <pc:chgData name="GAJANAN RATHOD" userId="a94fa701d2a2a64e" providerId="LiveId" clId="{A7EE79BD-734E-4666-BE11-427C5A7F34A9}" dt="2026-06-28T16:21:56.876" v="406"/>
        <pc:sldMkLst>
          <pc:docMk/>
          <pc:sldMk cId="1059640255" sldId="327"/>
        </pc:sldMkLst>
        <pc:spChg chg="mod">
          <ac:chgData name="GAJANAN RATHOD" userId="a94fa701d2a2a64e" providerId="LiveId" clId="{A7EE79BD-734E-4666-BE11-427C5A7F34A9}" dt="2026-06-28T15:14:39.925" v="91" actId="6549"/>
          <ac:spMkLst>
            <pc:docMk/>
            <pc:sldMk cId="1059640255" sldId="327"/>
            <ac:spMk id="2" creationId="{EC5E397A-CB5C-2611-DE41-495B74F015C2}"/>
          </ac:spMkLst>
        </pc:spChg>
        <pc:spChg chg="add mod">
          <ac:chgData name="GAJANAN RATHOD" userId="a94fa701d2a2a64e" providerId="LiveId" clId="{A7EE79BD-734E-4666-BE11-427C5A7F34A9}" dt="2026-06-28T15:14:33.924" v="89" actId="1076"/>
          <ac:spMkLst>
            <pc:docMk/>
            <pc:sldMk cId="1059640255" sldId="327"/>
            <ac:spMk id="3" creationId="{D52A49E3-8394-EA51-EDF9-5FCB34EC9A11}"/>
          </ac:spMkLst>
        </pc:spChg>
        <pc:spChg chg="mod">
          <ac:chgData name="GAJANAN RATHOD" userId="a94fa701d2a2a64e" providerId="LiveId" clId="{A7EE79BD-734E-4666-BE11-427C5A7F34A9}" dt="2026-06-28T15:14:30.968" v="88"/>
          <ac:spMkLst>
            <pc:docMk/>
            <pc:sldMk cId="1059640255" sldId="327"/>
            <ac:spMk id="8" creationId="{64721D0D-2E30-3E48-740F-6B7B95E3C520}"/>
          </ac:spMkLst>
        </pc:spChg>
        <pc:spChg chg="mod">
          <ac:chgData name="GAJANAN RATHOD" userId="a94fa701d2a2a64e" providerId="LiveId" clId="{A7EE79BD-734E-4666-BE11-427C5A7F34A9}" dt="2026-06-28T15:14:33.924" v="89" actId="1076"/>
          <ac:spMkLst>
            <pc:docMk/>
            <pc:sldMk cId="1059640255" sldId="327"/>
            <ac:spMk id="9" creationId="{2BD545C5-E26E-93D1-FD31-CB2642FFA124}"/>
          </ac:spMkLst>
        </pc:spChg>
        <pc:spChg chg="add mod">
          <ac:chgData name="GAJANAN RATHOD" userId="a94fa701d2a2a64e" providerId="LiveId" clId="{A7EE79BD-734E-4666-BE11-427C5A7F34A9}" dt="2026-06-28T15:14:33.924" v="89" actId="1076"/>
          <ac:spMkLst>
            <pc:docMk/>
            <pc:sldMk cId="1059640255" sldId="327"/>
            <ac:spMk id="10" creationId="{339B6C57-0690-A06F-1D16-46002ED3CC56}"/>
          </ac:spMkLst>
        </pc:spChg>
        <pc:spChg chg="add mod">
          <ac:chgData name="GAJANAN RATHOD" userId="a94fa701d2a2a64e" providerId="LiveId" clId="{A7EE79BD-734E-4666-BE11-427C5A7F34A9}" dt="2026-06-28T15:14:33.924" v="89" actId="1076"/>
          <ac:spMkLst>
            <pc:docMk/>
            <pc:sldMk cId="1059640255" sldId="327"/>
            <ac:spMk id="11" creationId="{871E0F72-BBDC-972E-0B8F-5B8231676E0D}"/>
          </ac:spMkLst>
        </pc:spChg>
        <pc:spChg chg="mod">
          <ac:chgData name="GAJANAN RATHOD" userId="a94fa701d2a2a64e" providerId="LiveId" clId="{A7EE79BD-734E-4666-BE11-427C5A7F34A9}" dt="2026-06-28T16:21:56.876" v="406"/>
          <ac:spMkLst>
            <pc:docMk/>
            <pc:sldMk cId="1059640255" sldId="327"/>
            <ac:spMk id="12" creationId="{91002FD4-7930-DF6F-007C-09EE6CA6CC43}"/>
          </ac:spMkLst>
        </pc:spChg>
        <pc:spChg chg="add mod">
          <ac:chgData name="GAJANAN RATHOD" userId="a94fa701d2a2a64e" providerId="LiveId" clId="{A7EE79BD-734E-4666-BE11-427C5A7F34A9}" dt="2026-06-28T15:14:33.924" v="89" actId="1076"/>
          <ac:spMkLst>
            <pc:docMk/>
            <pc:sldMk cId="1059640255" sldId="327"/>
            <ac:spMk id="14" creationId="{6A11CBB1-1C40-74C4-F006-14B6EC24CF6C}"/>
          </ac:spMkLst>
        </pc:spChg>
        <pc:spChg chg="add mod">
          <ac:chgData name="GAJANAN RATHOD" userId="a94fa701d2a2a64e" providerId="LiveId" clId="{A7EE79BD-734E-4666-BE11-427C5A7F34A9}" dt="2026-06-28T15:14:33.924" v="89" actId="1076"/>
          <ac:spMkLst>
            <pc:docMk/>
            <pc:sldMk cId="1059640255" sldId="327"/>
            <ac:spMk id="17" creationId="{31B4BDC8-916F-CB5F-139F-A324E905C6FB}"/>
          </ac:spMkLst>
        </pc:spChg>
        <pc:spChg chg="add mod">
          <ac:chgData name="GAJANAN RATHOD" userId="a94fa701d2a2a64e" providerId="LiveId" clId="{A7EE79BD-734E-4666-BE11-427C5A7F34A9}" dt="2026-06-28T15:14:33.924" v="89" actId="1076"/>
          <ac:spMkLst>
            <pc:docMk/>
            <pc:sldMk cId="1059640255" sldId="327"/>
            <ac:spMk id="20" creationId="{1352D875-8116-13EF-D295-A2B317F9E5FB}"/>
          </ac:spMkLst>
        </pc:spChg>
        <pc:spChg chg="add mod">
          <ac:chgData name="GAJANAN RATHOD" userId="a94fa701d2a2a64e" providerId="LiveId" clId="{A7EE79BD-734E-4666-BE11-427C5A7F34A9}" dt="2026-06-28T15:14:33.924" v="89" actId="1076"/>
          <ac:spMkLst>
            <pc:docMk/>
            <pc:sldMk cId="1059640255" sldId="327"/>
            <ac:spMk id="21" creationId="{AE5F46B7-FC85-9BF1-2A7F-26403177EC83}"/>
          </ac:spMkLst>
        </pc:spChg>
        <pc:spChg chg="add mod">
          <ac:chgData name="GAJANAN RATHOD" userId="a94fa701d2a2a64e" providerId="LiveId" clId="{A7EE79BD-734E-4666-BE11-427C5A7F34A9}" dt="2026-06-28T15:14:33.924" v="89" actId="1076"/>
          <ac:spMkLst>
            <pc:docMk/>
            <pc:sldMk cId="1059640255" sldId="327"/>
            <ac:spMk id="22" creationId="{D79EE30C-BBC3-98BB-9EE2-AE2992AD364A}"/>
          </ac:spMkLst>
        </pc:spChg>
        <pc:spChg chg="add mod">
          <ac:chgData name="GAJANAN RATHOD" userId="a94fa701d2a2a64e" providerId="LiveId" clId="{A7EE79BD-734E-4666-BE11-427C5A7F34A9}" dt="2026-06-28T15:14:33.924" v="89" actId="1076"/>
          <ac:spMkLst>
            <pc:docMk/>
            <pc:sldMk cId="1059640255" sldId="327"/>
            <ac:spMk id="23" creationId="{5A132A46-5C74-FB5A-309A-A0D49870F9B7}"/>
          </ac:spMkLst>
        </pc:spChg>
      </pc:sldChg>
      <pc:sldChg chg="addSp modSp mod modAnim">
        <pc:chgData name="GAJANAN RATHOD" userId="a94fa701d2a2a64e" providerId="LiveId" clId="{A7EE79BD-734E-4666-BE11-427C5A7F34A9}" dt="2026-06-29T04:25:17.838" v="464" actId="20577"/>
        <pc:sldMkLst>
          <pc:docMk/>
          <pc:sldMk cId="4032300674" sldId="328"/>
        </pc:sldMkLst>
        <pc:spChg chg="mod">
          <ac:chgData name="GAJANAN RATHOD" userId="a94fa701d2a2a64e" providerId="LiveId" clId="{A7EE79BD-734E-4666-BE11-427C5A7F34A9}" dt="2026-06-28T15:17:35.402" v="159" actId="20577"/>
          <ac:spMkLst>
            <pc:docMk/>
            <pc:sldMk cId="4032300674" sldId="328"/>
            <ac:spMk id="2" creationId="{625C4943-836F-BA2D-0D37-4AF8414BED52}"/>
          </ac:spMkLst>
        </pc:spChg>
        <pc:spChg chg="add mod">
          <ac:chgData name="GAJANAN RATHOD" userId="a94fa701d2a2a64e" providerId="LiveId" clId="{A7EE79BD-734E-4666-BE11-427C5A7F34A9}" dt="2026-06-28T15:16:06.857" v="101" actId="20577"/>
          <ac:spMkLst>
            <pc:docMk/>
            <pc:sldMk cId="4032300674" sldId="328"/>
            <ac:spMk id="4" creationId="{D995A895-5B92-F03D-6FDB-1D06265371E0}"/>
          </ac:spMkLst>
        </pc:spChg>
        <pc:spChg chg="add mod">
          <ac:chgData name="GAJANAN RATHOD" userId="a94fa701d2a2a64e" providerId="LiveId" clId="{A7EE79BD-734E-4666-BE11-427C5A7F34A9}" dt="2026-06-29T04:25:17.838" v="464" actId="20577"/>
          <ac:spMkLst>
            <pc:docMk/>
            <pc:sldMk cId="4032300674" sldId="328"/>
            <ac:spMk id="5" creationId="{4086D929-1443-A108-0114-AB05A7D4F621}"/>
          </ac:spMkLst>
        </pc:spChg>
        <pc:spChg chg="add mod">
          <ac:chgData name="GAJANAN RATHOD" userId="a94fa701d2a2a64e" providerId="LiveId" clId="{A7EE79BD-734E-4666-BE11-427C5A7F34A9}" dt="2026-06-28T15:16:54.741" v="152" actId="1038"/>
          <ac:spMkLst>
            <pc:docMk/>
            <pc:sldMk cId="4032300674" sldId="328"/>
            <ac:spMk id="6" creationId="{433DBE6F-CD19-25DF-4072-E6293CFAC8BD}"/>
          </ac:spMkLst>
        </pc:spChg>
        <pc:spChg chg="add mod">
          <ac:chgData name="GAJANAN RATHOD" userId="a94fa701d2a2a64e" providerId="LiveId" clId="{A7EE79BD-734E-4666-BE11-427C5A7F34A9}" dt="2026-06-28T15:16:54.741" v="152" actId="1038"/>
          <ac:spMkLst>
            <pc:docMk/>
            <pc:sldMk cId="4032300674" sldId="328"/>
            <ac:spMk id="7" creationId="{FD51353F-4A25-B0F4-0FE2-55B4B92BDDE0}"/>
          </ac:spMkLst>
        </pc:spChg>
        <pc:spChg chg="add mod">
          <ac:chgData name="GAJANAN RATHOD" userId="a94fa701d2a2a64e" providerId="LiveId" clId="{A7EE79BD-734E-4666-BE11-427C5A7F34A9}" dt="2026-06-28T15:16:54.741" v="152" actId="1038"/>
          <ac:spMkLst>
            <pc:docMk/>
            <pc:sldMk cId="4032300674" sldId="328"/>
            <ac:spMk id="8" creationId="{A57AA3CB-590F-1242-515A-3296E6118F6E}"/>
          </ac:spMkLst>
        </pc:spChg>
        <pc:spChg chg="mod">
          <ac:chgData name="GAJANAN RATHOD" userId="a94fa701d2a2a64e" providerId="LiveId" clId="{A7EE79BD-734E-4666-BE11-427C5A7F34A9}" dt="2026-06-28T16:21:52.162" v="405"/>
          <ac:spMkLst>
            <pc:docMk/>
            <pc:sldMk cId="4032300674" sldId="328"/>
            <ac:spMk id="12" creationId="{DC7553AA-2B78-823D-6F9D-25645967A92C}"/>
          </ac:spMkLst>
        </pc:spChg>
        <pc:graphicFrameChg chg="add mod">
          <ac:chgData name="GAJANAN RATHOD" userId="a94fa701d2a2a64e" providerId="LiveId" clId="{A7EE79BD-734E-4666-BE11-427C5A7F34A9}" dt="2026-06-28T15:15:17.185" v="93" actId="1076"/>
          <ac:graphicFrameMkLst>
            <pc:docMk/>
            <pc:sldMk cId="4032300674" sldId="328"/>
            <ac:graphicFrameMk id="3" creationId="{375DEB01-C13C-F3FD-B6E4-88968F8CD2FF}"/>
          </ac:graphicFrameMkLst>
        </pc:graphicFrameChg>
      </pc:sldChg>
      <pc:sldChg chg="modSp mod">
        <pc:chgData name="GAJANAN RATHOD" userId="a94fa701d2a2a64e" providerId="LiveId" clId="{A7EE79BD-734E-4666-BE11-427C5A7F34A9}" dt="2026-06-29T04:47:43.635" v="506" actId="20577"/>
        <pc:sldMkLst>
          <pc:docMk/>
          <pc:sldMk cId="794610445" sldId="329"/>
        </pc:sldMkLst>
        <pc:spChg chg="mod">
          <ac:chgData name="GAJANAN RATHOD" userId="a94fa701d2a2a64e" providerId="LiveId" clId="{A7EE79BD-734E-4666-BE11-427C5A7F34A9}" dt="2026-06-29T04:47:43.635" v="506" actId="20577"/>
          <ac:spMkLst>
            <pc:docMk/>
            <pc:sldMk cId="794610445" sldId="329"/>
            <ac:spMk id="8" creationId="{B26363D7-79B7-D970-D983-FCDF9299E7F0}"/>
          </ac:spMkLst>
        </pc:spChg>
        <pc:spChg chg="mod">
          <ac:chgData name="GAJANAN RATHOD" userId="a94fa701d2a2a64e" providerId="LiveId" clId="{A7EE79BD-734E-4666-BE11-427C5A7F34A9}" dt="2026-06-28T16:20:32.828" v="349" actId="313"/>
          <ac:spMkLst>
            <pc:docMk/>
            <pc:sldMk cId="794610445" sldId="329"/>
            <ac:spMk id="12" creationId="{20F082F4-71E4-378C-888D-98124DBA57E2}"/>
          </ac:spMkLst>
        </pc:spChg>
      </pc:sldChg>
      <pc:sldChg chg="modSp mod">
        <pc:chgData name="GAJANAN RATHOD" userId="a94fa701d2a2a64e" providerId="LiveId" clId="{A7EE79BD-734E-4666-BE11-427C5A7F34A9}" dt="2026-06-28T16:22:34.506" v="417"/>
        <pc:sldMkLst>
          <pc:docMk/>
          <pc:sldMk cId="2210519392" sldId="330"/>
        </pc:sldMkLst>
        <pc:spChg chg="mod">
          <ac:chgData name="GAJANAN RATHOD" userId="a94fa701d2a2a64e" providerId="LiveId" clId="{A7EE79BD-734E-4666-BE11-427C5A7F34A9}" dt="2026-06-28T16:22:34.506" v="417"/>
          <ac:spMkLst>
            <pc:docMk/>
            <pc:sldMk cId="2210519392" sldId="330"/>
            <ac:spMk id="12" creationId="{E343D101-BA5E-9BDC-2EC6-0CF640947B1F}"/>
          </ac:spMkLst>
        </pc:spChg>
      </pc:sldChg>
      <pc:sldChg chg="modSp mod">
        <pc:chgData name="GAJANAN RATHOD" userId="a94fa701d2a2a64e" providerId="LiveId" clId="{A7EE79BD-734E-4666-BE11-427C5A7F34A9}" dt="2026-06-29T04:47:11.802" v="493" actId="20577"/>
        <pc:sldMkLst>
          <pc:docMk/>
          <pc:sldMk cId="2417451899" sldId="331"/>
        </pc:sldMkLst>
        <pc:spChg chg="mod">
          <ac:chgData name="GAJANAN RATHOD" userId="a94fa701d2a2a64e" providerId="LiveId" clId="{A7EE79BD-734E-4666-BE11-427C5A7F34A9}" dt="2026-06-28T16:22:31.656" v="416"/>
          <ac:spMkLst>
            <pc:docMk/>
            <pc:sldMk cId="2417451899" sldId="331"/>
            <ac:spMk id="12" creationId="{96595259-2280-2D4A-0908-126761EA81EF}"/>
          </ac:spMkLst>
        </pc:spChg>
        <pc:graphicFrameChg chg="modGraphic">
          <ac:chgData name="GAJANAN RATHOD" userId="a94fa701d2a2a64e" providerId="LiveId" clId="{A7EE79BD-734E-4666-BE11-427C5A7F34A9}" dt="2026-06-29T04:47:11.802" v="493" actId="20577"/>
          <ac:graphicFrameMkLst>
            <pc:docMk/>
            <pc:sldMk cId="2417451899" sldId="331"/>
            <ac:graphicFrameMk id="5" creationId="{81C64239-F07D-A38C-056A-6AAB03106512}"/>
          </ac:graphicFrameMkLst>
        </pc:graphicFrameChg>
      </pc:sldChg>
      <pc:sldMasterChg chg="modSp mod modSldLayout">
        <pc:chgData name="GAJANAN RATHOD" userId="a94fa701d2a2a64e" providerId="LiveId" clId="{A7EE79BD-734E-4666-BE11-427C5A7F34A9}" dt="2026-06-28T16:21:01.018" v="387" actId="313"/>
        <pc:sldMasterMkLst>
          <pc:docMk/>
          <pc:sldMasterMk cId="135068052" sldId="2147483648"/>
        </pc:sldMasterMkLst>
        <pc:spChg chg="mod">
          <ac:chgData name="GAJANAN RATHOD" userId="a94fa701d2a2a64e" providerId="LiveId" clId="{A7EE79BD-734E-4666-BE11-427C5A7F34A9}" dt="2026-06-28T16:21:01.018" v="387" actId="313"/>
          <ac:spMkLst>
            <pc:docMk/>
            <pc:sldMasterMk cId="135068052" sldId="2147483648"/>
            <ac:spMk id="5" creationId="{01A3E9A7-861F-C5C4-DD4E-37AC66D867ED}"/>
          </ac:spMkLst>
        </pc:spChg>
        <pc:sldLayoutChg chg="modSp mod">
          <pc:chgData name="GAJANAN RATHOD" userId="a94fa701d2a2a64e" providerId="LiveId" clId="{A7EE79BD-734E-4666-BE11-427C5A7F34A9}" dt="2026-06-28T16:20:58.451" v="379" actId="313"/>
          <pc:sldLayoutMkLst>
            <pc:docMk/>
            <pc:sldMasterMk cId="135068052" sldId="2147483648"/>
            <pc:sldLayoutMk cId="1789022592" sldId="2147483652"/>
          </pc:sldLayoutMkLst>
          <pc:spChg chg="mod">
            <ac:chgData name="GAJANAN RATHOD" userId="a94fa701d2a2a64e" providerId="LiveId" clId="{A7EE79BD-734E-4666-BE11-427C5A7F34A9}" dt="2026-06-28T16:20:58.451" v="379" actId="313"/>
            <ac:spMkLst>
              <pc:docMk/>
              <pc:sldMasterMk cId="135068052" sldId="2147483648"/>
              <pc:sldLayoutMk cId="1789022592" sldId="2147483652"/>
              <ac:spMk id="6" creationId="{DACF6E0F-D722-BAD9-C6AD-9A11DAE47EC0}"/>
            </ac:spMkLst>
          </pc:spChg>
        </pc:sldLayoutChg>
        <pc:sldLayoutChg chg="modSp mod">
          <pc:chgData name="GAJANAN RATHOD" userId="a94fa701d2a2a64e" providerId="LiveId" clId="{A7EE79BD-734E-4666-BE11-427C5A7F34A9}" dt="2026-06-28T16:20:58.067" v="377" actId="313"/>
          <pc:sldLayoutMkLst>
            <pc:docMk/>
            <pc:sldMasterMk cId="135068052" sldId="2147483648"/>
            <pc:sldLayoutMk cId="325763343" sldId="2147483654"/>
          </pc:sldLayoutMkLst>
          <pc:spChg chg="mod">
            <ac:chgData name="GAJANAN RATHOD" userId="a94fa701d2a2a64e" providerId="LiveId" clId="{A7EE79BD-734E-4666-BE11-427C5A7F34A9}" dt="2026-06-28T16:20:58.067" v="377" actId="313"/>
            <ac:spMkLst>
              <pc:docMk/>
              <pc:sldMasterMk cId="135068052" sldId="2147483648"/>
              <pc:sldLayoutMk cId="325763343" sldId="2147483654"/>
              <ac:spMk id="4" creationId="{D74C5F1F-F8B7-6C5F-6A7F-5F8F6128A1C8}"/>
            </ac:spMkLst>
          </pc:spChg>
        </pc:sldLayoutChg>
        <pc:sldLayoutChg chg="modSp mod">
          <pc:chgData name="GAJANAN RATHOD" userId="a94fa701d2a2a64e" providerId="LiveId" clId="{A7EE79BD-734E-4666-BE11-427C5A7F34A9}" dt="2026-06-28T16:20:57.850" v="376" actId="313"/>
          <pc:sldLayoutMkLst>
            <pc:docMk/>
            <pc:sldMasterMk cId="135068052" sldId="2147483648"/>
            <pc:sldLayoutMk cId="1856146197" sldId="2147483655"/>
          </pc:sldLayoutMkLst>
          <pc:spChg chg="mod">
            <ac:chgData name="GAJANAN RATHOD" userId="a94fa701d2a2a64e" providerId="LiveId" clId="{A7EE79BD-734E-4666-BE11-427C5A7F34A9}" dt="2026-06-28T16:20:57.850" v="376" actId="313"/>
            <ac:spMkLst>
              <pc:docMk/>
              <pc:sldMasterMk cId="135068052" sldId="2147483648"/>
              <pc:sldLayoutMk cId="1856146197" sldId="2147483655"/>
              <ac:spMk id="3" creationId="{7F1F3471-B7F6-01DB-D712-136C1626DFAE}"/>
            </ac:spMkLst>
          </pc:spChg>
        </pc:sldLayoutChg>
        <pc:sldLayoutChg chg="modSp mod">
          <pc:chgData name="GAJANAN RATHOD" userId="a94fa701d2a2a64e" providerId="LiveId" clId="{A7EE79BD-734E-4666-BE11-427C5A7F34A9}" dt="2026-06-28T16:20:57.352" v="375" actId="313"/>
          <pc:sldLayoutMkLst>
            <pc:docMk/>
            <pc:sldMasterMk cId="135068052" sldId="2147483648"/>
            <pc:sldLayoutMk cId="2062309595" sldId="2147483656"/>
          </pc:sldLayoutMkLst>
          <pc:spChg chg="mod">
            <ac:chgData name="GAJANAN RATHOD" userId="a94fa701d2a2a64e" providerId="LiveId" clId="{A7EE79BD-734E-4666-BE11-427C5A7F34A9}" dt="2026-06-28T16:20:57.352" v="375" actId="313"/>
            <ac:spMkLst>
              <pc:docMk/>
              <pc:sldMasterMk cId="135068052" sldId="2147483648"/>
              <pc:sldLayoutMk cId="2062309595" sldId="2147483656"/>
              <ac:spMk id="6" creationId="{A697EEE8-8F1E-8F14-E2ED-333A1FF24725}"/>
            </ac:spMkLst>
          </pc:spChg>
        </pc:sldLayoutChg>
        <pc:sldLayoutChg chg="modSp mod">
          <pc:chgData name="GAJANAN RATHOD" userId="a94fa701d2a2a64e" providerId="LiveId" clId="{A7EE79BD-734E-4666-BE11-427C5A7F34A9}" dt="2026-06-28T16:20:56.519" v="374" actId="313"/>
          <pc:sldLayoutMkLst>
            <pc:docMk/>
            <pc:sldMasterMk cId="135068052" sldId="2147483648"/>
            <pc:sldLayoutMk cId="752938978" sldId="2147483657"/>
          </pc:sldLayoutMkLst>
          <pc:spChg chg="mod">
            <ac:chgData name="GAJANAN RATHOD" userId="a94fa701d2a2a64e" providerId="LiveId" clId="{A7EE79BD-734E-4666-BE11-427C5A7F34A9}" dt="2026-06-28T16:20:56.519" v="374" actId="313"/>
            <ac:spMkLst>
              <pc:docMk/>
              <pc:sldMasterMk cId="135068052" sldId="2147483648"/>
              <pc:sldLayoutMk cId="752938978" sldId="2147483657"/>
              <ac:spMk id="6" creationId="{1BC595AB-D292-D355-47CD-748C160B1BD3}"/>
            </ac:spMkLst>
          </pc:spChg>
        </pc:sldLayoutChg>
        <pc:sldLayoutChg chg="modSp mod">
          <pc:chgData name="GAJANAN RATHOD" userId="a94fa701d2a2a64e" providerId="LiveId" clId="{A7EE79BD-734E-4666-BE11-427C5A7F34A9}" dt="2026-06-28T16:21:00.637" v="386" actId="313"/>
          <pc:sldLayoutMkLst>
            <pc:docMk/>
            <pc:sldMasterMk cId="135068052" sldId="2147483648"/>
            <pc:sldLayoutMk cId="3268269472" sldId="2147483659"/>
          </pc:sldLayoutMkLst>
          <pc:spChg chg="mod">
            <ac:chgData name="GAJANAN RATHOD" userId="a94fa701d2a2a64e" providerId="LiveId" clId="{A7EE79BD-734E-4666-BE11-427C5A7F34A9}" dt="2026-06-28T16:21:00.637" v="386" actId="313"/>
            <ac:spMkLst>
              <pc:docMk/>
              <pc:sldMasterMk cId="135068052" sldId="2147483648"/>
              <pc:sldLayoutMk cId="3268269472" sldId="2147483659"/>
              <ac:spMk id="5" creationId="{35E39F35-2573-69E0-B17D-B4B0F85CE77B}"/>
            </ac:spMkLst>
          </pc:spChg>
        </pc:sldLayoutChg>
        <pc:sldLayoutChg chg="modSp mod">
          <pc:chgData name="GAJANAN RATHOD" userId="a94fa701d2a2a64e" providerId="LiveId" clId="{A7EE79BD-734E-4666-BE11-427C5A7F34A9}" dt="2026-06-28T16:21:00.242" v="385" actId="313"/>
          <pc:sldLayoutMkLst>
            <pc:docMk/>
            <pc:sldMasterMk cId="135068052" sldId="2147483648"/>
            <pc:sldLayoutMk cId="2289611202" sldId="2147483660"/>
          </pc:sldLayoutMkLst>
          <pc:spChg chg="mod">
            <ac:chgData name="GAJANAN RATHOD" userId="a94fa701d2a2a64e" providerId="LiveId" clId="{A7EE79BD-734E-4666-BE11-427C5A7F34A9}" dt="2026-06-28T16:21:00.242" v="385" actId="313"/>
            <ac:spMkLst>
              <pc:docMk/>
              <pc:sldMasterMk cId="135068052" sldId="2147483648"/>
              <pc:sldLayoutMk cId="2289611202" sldId="2147483660"/>
              <ac:spMk id="4" creationId="{BA0C7E2C-83B2-58E9-DE90-AB1857F1A170}"/>
            </ac:spMkLst>
          </pc:spChg>
        </pc:sldLayoutChg>
        <pc:sldLayoutChg chg="modSp mod">
          <pc:chgData name="GAJANAN RATHOD" userId="a94fa701d2a2a64e" providerId="LiveId" clId="{A7EE79BD-734E-4666-BE11-427C5A7F34A9}" dt="2026-06-28T16:20:59.962" v="384" actId="313"/>
          <pc:sldLayoutMkLst>
            <pc:docMk/>
            <pc:sldMasterMk cId="135068052" sldId="2147483648"/>
            <pc:sldLayoutMk cId="2405874647" sldId="2147483661"/>
          </pc:sldLayoutMkLst>
          <pc:spChg chg="mod">
            <ac:chgData name="GAJANAN RATHOD" userId="a94fa701d2a2a64e" providerId="LiveId" clId="{A7EE79BD-734E-4666-BE11-427C5A7F34A9}" dt="2026-06-28T16:20:59.962" v="384" actId="313"/>
            <ac:spMkLst>
              <pc:docMk/>
              <pc:sldMasterMk cId="135068052" sldId="2147483648"/>
              <pc:sldLayoutMk cId="2405874647" sldId="2147483661"/>
              <ac:spMk id="4" creationId="{BA0C7E2C-83B2-58E9-DE90-AB1857F1A170}"/>
            </ac:spMkLst>
          </pc:spChg>
        </pc:sldLayoutChg>
        <pc:sldLayoutChg chg="modSp mod">
          <pc:chgData name="GAJANAN RATHOD" userId="a94fa701d2a2a64e" providerId="LiveId" clId="{A7EE79BD-734E-4666-BE11-427C5A7F34A9}" dt="2026-06-28T16:20:59.171" v="382" actId="313"/>
          <pc:sldLayoutMkLst>
            <pc:docMk/>
            <pc:sldMasterMk cId="135068052" sldId="2147483648"/>
            <pc:sldLayoutMk cId="3775982901" sldId="2147483662"/>
          </pc:sldLayoutMkLst>
          <pc:spChg chg="mod">
            <ac:chgData name="GAJANAN RATHOD" userId="a94fa701d2a2a64e" providerId="LiveId" clId="{A7EE79BD-734E-4666-BE11-427C5A7F34A9}" dt="2026-06-28T16:20:59.171" v="382" actId="313"/>
            <ac:spMkLst>
              <pc:docMk/>
              <pc:sldMasterMk cId="135068052" sldId="2147483648"/>
              <pc:sldLayoutMk cId="3775982901" sldId="2147483662"/>
              <ac:spMk id="4" creationId="{BA0C7E2C-83B2-58E9-DE90-AB1857F1A170}"/>
            </ac:spMkLst>
          </pc:spChg>
        </pc:sldLayoutChg>
        <pc:sldLayoutChg chg="modSp mod">
          <pc:chgData name="GAJANAN RATHOD" userId="a94fa701d2a2a64e" providerId="LiveId" clId="{A7EE79BD-734E-4666-BE11-427C5A7F34A9}" dt="2026-06-28T16:20:58.636" v="380" actId="313"/>
          <pc:sldLayoutMkLst>
            <pc:docMk/>
            <pc:sldMasterMk cId="135068052" sldId="2147483648"/>
            <pc:sldLayoutMk cId="178193178" sldId="2147483663"/>
          </pc:sldLayoutMkLst>
          <pc:spChg chg="mod">
            <ac:chgData name="GAJANAN RATHOD" userId="a94fa701d2a2a64e" providerId="LiveId" clId="{A7EE79BD-734E-4666-BE11-427C5A7F34A9}" dt="2026-06-28T16:20:58.636" v="380" actId="313"/>
            <ac:spMkLst>
              <pc:docMk/>
              <pc:sldMasterMk cId="135068052" sldId="2147483648"/>
              <pc:sldLayoutMk cId="178193178" sldId="2147483663"/>
              <ac:spMk id="4" creationId="{BA0C7E2C-83B2-58E9-DE90-AB1857F1A170}"/>
            </ac:spMkLst>
          </pc:spChg>
        </pc:sldLayoutChg>
        <pc:sldLayoutChg chg="modSp mod">
          <pc:chgData name="GAJANAN RATHOD" userId="a94fa701d2a2a64e" providerId="LiveId" clId="{A7EE79BD-734E-4666-BE11-427C5A7F34A9}" dt="2026-06-28T16:20:58.822" v="381" actId="313"/>
          <pc:sldLayoutMkLst>
            <pc:docMk/>
            <pc:sldMasterMk cId="135068052" sldId="2147483648"/>
            <pc:sldLayoutMk cId="2290977289" sldId="2147483664"/>
          </pc:sldLayoutMkLst>
          <pc:spChg chg="mod">
            <ac:chgData name="GAJANAN RATHOD" userId="a94fa701d2a2a64e" providerId="LiveId" clId="{A7EE79BD-734E-4666-BE11-427C5A7F34A9}" dt="2026-06-28T16:20:58.822" v="381" actId="313"/>
            <ac:spMkLst>
              <pc:docMk/>
              <pc:sldMasterMk cId="135068052" sldId="2147483648"/>
              <pc:sldLayoutMk cId="2290977289" sldId="2147483664"/>
              <ac:spMk id="4" creationId="{BA0C7E2C-83B2-58E9-DE90-AB1857F1A170}"/>
            </ac:spMkLst>
          </pc:spChg>
        </pc:sldLayoutChg>
        <pc:sldLayoutChg chg="modSp mod">
          <pc:chgData name="GAJANAN RATHOD" userId="a94fa701d2a2a64e" providerId="LiveId" clId="{A7EE79BD-734E-4666-BE11-427C5A7F34A9}" dt="2026-06-28T16:20:59.363" v="383" actId="313"/>
          <pc:sldLayoutMkLst>
            <pc:docMk/>
            <pc:sldMasterMk cId="135068052" sldId="2147483648"/>
            <pc:sldLayoutMk cId="3036280668" sldId="2147483665"/>
          </pc:sldLayoutMkLst>
          <pc:spChg chg="mod">
            <ac:chgData name="GAJANAN RATHOD" userId="a94fa701d2a2a64e" providerId="LiveId" clId="{A7EE79BD-734E-4666-BE11-427C5A7F34A9}" dt="2026-06-28T16:20:59.363" v="383" actId="313"/>
            <ac:spMkLst>
              <pc:docMk/>
              <pc:sldMasterMk cId="135068052" sldId="2147483648"/>
              <pc:sldLayoutMk cId="3036280668" sldId="2147483665"/>
              <ac:spMk id="4" creationId="{BA0C7E2C-83B2-58E9-DE90-AB1857F1A170}"/>
            </ac:spMkLst>
          </pc:spChg>
        </pc:sldLayoutChg>
        <pc:sldLayoutChg chg="modSp mod">
          <pc:chgData name="GAJANAN RATHOD" userId="a94fa701d2a2a64e" providerId="LiveId" clId="{A7EE79BD-734E-4666-BE11-427C5A7F34A9}" dt="2026-06-28T16:20:58.267" v="378" actId="313"/>
          <pc:sldLayoutMkLst>
            <pc:docMk/>
            <pc:sldMasterMk cId="135068052" sldId="2147483648"/>
            <pc:sldLayoutMk cId="3181475669" sldId="2147483666"/>
          </pc:sldLayoutMkLst>
          <pc:spChg chg="mod">
            <ac:chgData name="GAJANAN RATHOD" userId="a94fa701d2a2a64e" providerId="LiveId" clId="{A7EE79BD-734E-4666-BE11-427C5A7F34A9}" dt="2026-06-28T16:20:58.267" v="378" actId="313"/>
            <ac:spMkLst>
              <pc:docMk/>
              <pc:sldMasterMk cId="135068052" sldId="2147483648"/>
              <pc:sldLayoutMk cId="3181475669" sldId="2147483666"/>
              <ac:spMk id="6" creationId="{DACF6E0F-D722-BAD9-C6AD-9A11DAE47EC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4384739-269E-E1F1-8ABC-69E6FF0B24E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07E762C-8F56-4D66-7FDD-AEC906335A8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268699-2479-4C0A-8A94-0691180AD901}" type="datetimeFigureOut">
              <a:rPr lang="en-US" smtClean="0"/>
              <a:t>7/6/2026</a:t>
            </a:fld>
            <a:endParaRPr lang="en-US"/>
          </a:p>
        </p:txBody>
      </p:sp>
      <p:sp>
        <p:nvSpPr>
          <p:cNvPr id="4" name="Footer Placeholder 3">
            <a:extLst>
              <a:ext uri="{FF2B5EF4-FFF2-40B4-BE49-F238E27FC236}">
                <a16:creationId xmlns:a16="http://schemas.microsoft.com/office/drawing/2014/main" id="{1021BBEC-2A52-4B1C-EAC4-F2506E89EFB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ECE0FC2-0147-D8D1-D79B-AFEA881A33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8931F5-0986-448A-BDF9-01DB8071207B}" type="slidenum">
              <a:rPr lang="en-US" smtClean="0"/>
              <a:t>‹#›</a:t>
            </a:fld>
            <a:endParaRPr lang="en-US"/>
          </a:p>
        </p:txBody>
      </p:sp>
    </p:spTree>
    <p:extLst>
      <p:ext uri="{BB962C8B-B14F-4D97-AF65-F5344CB8AC3E}">
        <p14:creationId xmlns:p14="http://schemas.microsoft.com/office/powerpoint/2010/main" val="41100568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5F7B4-7442-4021-9F1E-8BC3C363C892}" type="datetimeFigureOut">
              <a:rPr lang="en-US" noProof="0" smtClean="0"/>
              <a:t>7/6/2026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CDE012-9E2E-4477-8B5C-4E7D4E9BCBA6}" type="slidenum">
              <a:rPr lang="en-US" noProof="0" smtClean="0"/>
              <a:t>‹#›</a:t>
            </a:fld>
            <a:endParaRPr lang="en-US" noProof="0"/>
          </a:p>
        </p:txBody>
      </p:sp>
    </p:spTree>
    <p:extLst>
      <p:ext uri="{BB962C8B-B14F-4D97-AF65-F5344CB8AC3E}">
        <p14:creationId xmlns:p14="http://schemas.microsoft.com/office/powerpoint/2010/main" val="739385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ECDE012-9E2E-4477-8B5C-4E7D4E9BCBA6}" type="slidenum">
              <a:rPr lang="en-US" noProof="0" smtClean="0"/>
              <a:t>1</a:t>
            </a:fld>
            <a:endParaRPr lang="en-US" noProof="0"/>
          </a:p>
        </p:txBody>
      </p:sp>
    </p:spTree>
    <p:extLst>
      <p:ext uri="{BB962C8B-B14F-4D97-AF65-F5344CB8AC3E}">
        <p14:creationId xmlns:p14="http://schemas.microsoft.com/office/powerpoint/2010/main" val="3994491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ECDE012-9E2E-4477-8B5C-4E7D4E9BCBA6}" type="slidenum">
              <a:rPr lang="en-US" noProof="0" smtClean="0"/>
              <a:t>2</a:t>
            </a:fld>
            <a:endParaRPr lang="en-US" noProof="0"/>
          </a:p>
        </p:txBody>
      </p:sp>
    </p:spTree>
    <p:extLst>
      <p:ext uri="{BB962C8B-B14F-4D97-AF65-F5344CB8AC3E}">
        <p14:creationId xmlns:p14="http://schemas.microsoft.com/office/powerpoint/2010/main" val="1589331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ECDE012-9E2E-4477-8B5C-4E7D4E9BCBA6}" type="slidenum">
              <a:rPr lang="en-US" noProof="0" smtClean="0"/>
              <a:t>3</a:t>
            </a:fld>
            <a:endParaRPr lang="en-US" noProof="0"/>
          </a:p>
        </p:txBody>
      </p:sp>
    </p:spTree>
    <p:extLst>
      <p:ext uri="{BB962C8B-B14F-4D97-AF65-F5344CB8AC3E}">
        <p14:creationId xmlns:p14="http://schemas.microsoft.com/office/powerpoint/2010/main" val="1984374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ECDE012-9E2E-4477-8B5C-4E7D4E9BCBA6}" type="slidenum">
              <a:rPr lang="en-US" noProof="0" smtClean="0"/>
              <a:t>4</a:t>
            </a:fld>
            <a:endParaRPr lang="en-US" noProof="0"/>
          </a:p>
        </p:txBody>
      </p:sp>
    </p:spTree>
    <p:extLst>
      <p:ext uri="{BB962C8B-B14F-4D97-AF65-F5344CB8AC3E}">
        <p14:creationId xmlns:p14="http://schemas.microsoft.com/office/powerpoint/2010/main" val="38123164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ECDE012-9E2E-4477-8B5C-4E7D4E9BCBA6}" type="slidenum">
              <a:rPr lang="en-US" noProof="0" smtClean="0"/>
              <a:t>5</a:t>
            </a:fld>
            <a:endParaRPr lang="en-US" noProof="0"/>
          </a:p>
        </p:txBody>
      </p:sp>
    </p:spTree>
    <p:extLst>
      <p:ext uri="{BB962C8B-B14F-4D97-AF65-F5344CB8AC3E}">
        <p14:creationId xmlns:p14="http://schemas.microsoft.com/office/powerpoint/2010/main" val="2037883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ECDE012-9E2E-4477-8B5C-4E7D4E9BCBA6}" type="slidenum">
              <a:rPr lang="en-US" noProof="0" smtClean="0"/>
              <a:t>6</a:t>
            </a:fld>
            <a:endParaRPr lang="en-US" noProof="0"/>
          </a:p>
        </p:txBody>
      </p:sp>
    </p:spTree>
    <p:extLst>
      <p:ext uri="{BB962C8B-B14F-4D97-AF65-F5344CB8AC3E}">
        <p14:creationId xmlns:p14="http://schemas.microsoft.com/office/powerpoint/2010/main" val="3555534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ECDE012-9E2E-4477-8B5C-4E7D4E9BCBA6}" type="slidenum">
              <a:rPr lang="en-US" noProof="0" smtClean="0"/>
              <a:t>7</a:t>
            </a:fld>
            <a:endParaRPr lang="en-US" noProof="0"/>
          </a:p>
        </p:txBody>
      </p:sp>
    </p:spTree>
    <p:extLst>
      <p:ext uri="{BB962C8B-B14F-4D97-AF65-F5344CB8AC3E}">
        <p14:creationId xmlns:p14="http://schemas.microsoft.com/office/powerpoint/2010/main" val="927456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8</a:t>
            </a:fld>
            <a:endParaRPr lang="en-US" noProof="0"/>
          </a:p>
        </p:txBody>
      </p:sp>
    </p:spTree>
    <p:extLst>
      <p:ext uri="{BB962C8B-B14F-4D97-AF65-F5344CB8AC3E}">
        <p14:creationId xmlns:p14="http://schemas.microsoft.com/office/powerpoint/2010/main" val="1602680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ECDE012-9E2E-4477-8B5C-4E7D4E9BCBA6}" type="slidenum">
              <a:rPr lang="en-US" noProof="0" smtClean="0"/>
              <a:t>9</a:t>
            </a:fld>
            <a:endParaRPr lang="en-US" noProof="0"/>
          </a:p>
        </p:txBody>
      </p:sp>
    </p:spTree>
    <p:extLst>
      <p:ext uri="{BB962C8B-B14F-4D97-AF65-F5344CB8AC3E}">
        <p14:creationId xmlns:p14="http://schemas.microsoft.com/office/powerpoint/2010/main" val="4064582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11</a:t>
            </a:fld>
            <a:endParaRPr lang="en-US" noProof="0"/>
          </a:p>
        </p:txBody>
      </p:sp>
    </p:spTree>
    <p:extLst>
      <p:ext uri="{BB962C8B-B14F-4D97-AF65-F5344CB8AC3E}">
        <p14:creationId xmlns:p14="http://schemas.microsoft.com/office/powerpoint/2010/main" val="2892990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17</a:t>
            </a:fld>
            <a:endParaRPr lang="en-US" noProof="0" dirty="0"/>
          </a:p>
        </p:txBody>
      </p:sp>
    </p:spTree>
    <p:extLst>
      <p:ext uri="{BB962C8B-B14F-4D97-AF65-F5344CB8AC3E}">
        <p14:creationId xmlns:p14="http://schemas.microsoft.com/office/powerpoint/2010/main" val="3208060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D0363D6E-4973-F5A0-A76D-0FCBE77BA909}"/>
              </a:ext>
            </a:extLst>
          </p:cNvPr>
          <p:cNvSpPr>
            <a:spLocks noGrp="1"/>
          </p:cNvSpPr>
          <p:nvPr>
            <p:ph type="body" idx="1"/>
          </p:nvPr>
        </p:nvSpPr>
        <p:spPr/>
        <p:txBody>
          <a:bodyPr/>
          <a:lstStyle/>
          <a:p>
            <a:endParaRPr lang="en-I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B8029-33F3-9414-AD10-00871D91AA5D}"/>
              </a:ext>
            </a:extLst>
          </p:cNvPr>
          <p:cNvSpPr>
            <a:spLocks noGrp="1"/>
          </p:cNvSpPr>
          <p:nvPr>
            <p:ph type="ctrTitle"/>
          </p:nvPr>
        </p:nvSpPr>
        <p:spPr>
          <a:xfrm>
            <a:off x="2267712" y="1408176"/>
            <a:ext cx="6400800" cy="2387600"/>
          </a:xfrm>
        </p:spPr>
        <p:txBody>
          <a:bodyPr anchor="t">
            <a:normAutofit/>
          </a:bodyPr>
          <a:lstStyle>
            <a:lvl1pPr algn="l">
              <a:lnSpc>
                <a:spcPct val="80000"/>
              </a:lnSpc>
              <a:defRPr sz="7200" cap="all" baseline="0">
                <a:solidFill>
                  <a:schemeClr val="bg1"/>
                </a:solidFill>
              </a:defRPr>
            </a:lvl1pPr>
          </a:lstStyle>
          <a:p>
            <a:r>
              <a:rPr lang="en-US"/>
              <a:t>Click to edit Master title style</a:t>
            </a:r>
            <a:endParaRPr lang="en-PK" dirty="0"/>
          </a:p>
        </p:txBody>
      </p:sp>
      <p:sp>
        <p:nvSpPr>
          <p:cNvPr id="3" name="Subtitle 2">
            <a:extLst>
              <a:ext uri="{FF2B5EF4-FFF2-40B4-BE49-F238E27FC236}">
                <a16:creationId xmlns:a16="http://schemas.microsoft.com/office/drawing/2014/main" id="{4F32B008-64B6-378D-9C5D-DCC8DFEBC69E}"/>
              </a:ext>
            </a:extLst>
          </p:cNvPr>
          <p:cNvSpPr>
            <a:spLocks noGrp="1"/>
          </p:cNvSpPr>
          <p:nvPr>
            <p:ph type="subTitle" idx="1"/>
          </p:nvPr>
        </p:nvSpPr>
        <p:spPr>
          <a:xfrm>
            <a:off x="3867912" y="5047488"/>
            <a:ext cx="5486400" cy="384048"/>
          </a:xfrm>
        </p:spPr>
        <p:txBody>
          <a:bodyPr/>
          <a:lstStyle>
            <a:lvl1pPr marL="0" indent="0" algn="l">
              <a:lnSpc>
                <a:spcPct val="80000"/>
              </a:lnSpc>
              <a:spcBef>
                <a:spcPts val="0"/>
              </a:spcBef>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grpSp>
        <p:nvGrpSpPr>
          <p:cNvPr id="7" name="Group 6">
            <a:extLst>
              <a:ext uri="{FF2B5EF4-FFF2-40B4-BE49-F238E27FC236}">
                <a16:creationId xmlns:a16="http://schemas.microsoft.com/office/drawing/2014/main" id="{15444BA9-47A2-8EBA-F11F-AF833CBC1FB6}"/>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F7C7E957-5A54-C6BB-DBCA-B0A579E99122}"/>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75792F5-3B57-83E5-2E85-1B67A64BF570}"/>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8063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5000"/>
            </a:lvl1pPr>
          </a:lstStyle>
          <a:p>
            <a:r>
              <a:rPr lang="en-US" noProof="0"/>
              <a:t>Click to edit Master title style</a:t>
            </a:r>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2"/>
            <a:ext cx="7470648" cy="3296563"/>
          </a:xfrm>
        </p:spPr>
        <p:txBody>
          <a:bodyPr/>
          <a:lstStyle>
            <a:lvl1pPr marL="0" indent="0">
              <a:lnSpc>
                <a:spcPct val="100000"/>
              </a:lnSpc>
              <a:spcBef>
                <a:spcPts val="0"/>
              </a:spcBef>
              <a:spcAft>
                <a:spcPts val="1500"/>
              </a:spcAft>
              <a:buNone/>
              <a:defRPr sz="2200" b="1"/>
            </a:lvl1pPr>
            <a:lvl2pPr marL="0" indent="0">
              <a:lnSpc>
                <a:spcPct val="100000"/>
              </a:lnSpc>
              <a:spcBef>
                <a:spcPts val="0"/>
              </a:spcBef>
              <a:buNone/>
              <a:defRPr sz="1600" i="1"/>
            </a:lvl2pPr>
          </a:lstStyle>
          <a:p>
            <a:pPr lvl="0"/>
            <a:r>
              <a:rPr lang="en-US" noProof="0"/>
              <a:t>Click to edit Master text styles</a:t>
            </a:r>
          </a:p>
          <a:p>
            <a:pPr lvl="1"/>
            <a:r>
              <a:rPr lang="en-US" noProof="0"/>
              <a:t>Second level</a:t>
            </a:r>
          </a:p>
          <a:p>
            <a:pPr lvl="2"/>
            <a:r>
              <a:rPr lang="en-US" noProof="0"/>
              <a:t>Third level</a:t>
            </a:r>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noProof="0" dirty="0"/>
              <a:t>Presentation title</a:t>
            </a:r>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grpSp>
        <p:nvGrpSpPr>
          <p:cNvPr id="7" name="Group 6">
            <a:extLst>
              <a:ext uri="{FF2B5EF4-FFF2-40B4-BE49-F238E27FC236}">
                <a16:creationId xmlns:a16="http://schemas.microsoft.com/office/drawing/2014/main" id="{52789DD7-8E5F-BCF6-7A1E-0AC33BD880AC}"/>
              </a:ext>
            </a:extLst>
          </p:cNvPr>
          <p:cNvGrpSpPr/>
          <p:nvPr userDrawn="1"/>
        </p:nvGrpSpPr>
        <p:grpSpPr>
          <a:xfrm>
            <a:off x="2400300" y="2535841"/>
            <a:ext cx="9801127" cy="821"/>
            <a:chOff x="2286319" y="5546299"/>
            <a:chExt cx="9801127" cy="903"/>
          </a:xfrm>
        </p:grpSpPr>
        <p:cxnSp>
          <p:nvCxnSpPr>
            <p:cNvPr id="8" name="Straight Connector 7">
              <a:extLst>
                <a:ext uri="{FF2B5EF4-FFF2-40B4-BE49-F238E27FC236}">
                  <a16:creationId xmlns:a16="http://schemas.microsoft.com/office/drawing/2014/main" id="{D610F86C-F479-AC03-216E-DD60112AC854}"/>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02E8F6-3623-48C2-4F02-9472E2977FB8}"/>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8269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9D39-DAD0-D550-D3C7-42F702A78C3A}"/>
              </a:ext>
            </a:extLst>
          </p:cNvPr>
          <p:cNvSpPr>
            <a:spLocks noGrp="1"/>
          </p:cNvSpPr>
          <p:nvPr>
            <p:ph type="title"/>
          </p:nvPr>
        </p:nvSpPr>
        <p:spPr>
          <a:xfrm>
            <a:off x="4056992" y="1709738"/>
            <a:ext cx="7290458" cy="2852737"/>
          </a:xfrm>
        </p:spPr>
        <p:txBody>
          <a:bodyPr anchor="b"/>
          <a:lstStyle>
            <a:lvl1pPr>
              <a:defRPr sz="6000">
                <a:solidFill>
                  <a:schemeClr val="bg1"/>
                </a:solidFill>
              </a:defRPr>
            </a:lvl1pPr>
          </a:lstStyle>
          <a:p>
            <a:r>
              <a:rPr lang="en-US"/>
              <a:t>Click to edit Master title style</a:t>
            </a:r>
            <a:endParaRPr lang="en-PK" dirty="0"/>
          </a:p>
        </p:txBody>
      </p:sp>
      <p:sp>
        <p:nvSpPr>
          <p:cNvPr id="3" name="Text Placeholder 2">
            <a:extLst>
              <a:ext uri="{FF2B5EF4-FFF2-40B4-BE49-F238E27FC236}">
                <a16:creationId xmlns:a16="http://schemas.microsoft.com/office/drawing/2014/main" id="{8E054DFA-4C17-2AA0-0E19-8D452B73AA20}"/>
              </a:ext>
            </a:extLst>
          </p:cNvPr>
          <p:cNvSpPr>
            <a:spLocks noGrp="1"/>
          </p:cNvSpPr>
          <p:nvPr>
            <p:ph type="body" idx="1"/>
          </p:nvPr>
        </p:nvSpPr>
        <p:spPr>
          <a:xfrm>
            <a:off x="4056992" y="4589463"/>
            <a:ext cx="729045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 name="Group 6">
            <a:extLst>
              <a:ext uri="{FF2B5EF4-FFF2-40B4-BE49-F238E27FC236}">
                <a16:creationId xmlns:a16="http://schemas.microsoft.com/office/drawing/2014/main" id="{AF8D5DED-A875-4BFE-015E-C29679EC468C}"/>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4ED54A14-B37E-AA5D-2F7D-4530DEF3C347}"/>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611F7DB-0F8D-8E5A-0137-AD5E5B20C351}"/>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2719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lumn dark">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dirty="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cxnSp>
        <p:nvCxnSpPr>
          <p:cNvPr id="7" name="Straight Connector 6">
            <a:extLst>
              <a:ext uri="{FF2B5EF4-FFF2-40B4-BE49-F238E27FC236}">
                <a16:creationId xmlns:a16="http://schemas.microsoft.com/office/drawing/2014/main" id="{01882412-D2D4-9CF0-CD39-2EAE79B8A310}"/>
              </a:ext>
            </a:extLst>
          </p:cNvPr>
          <p:cNvCxnSpPr>
            <a:cxnSpLocks/>
          </p:cNvCxnSpPr>
          <p:nvPr userDrawn="1"/>
        </p:nvCxnSpPr>
        <p:spPr>
          <a:xfrm>
            <a:off x="4267200" y="2523744"/>
            <a:ext cx="7924800" cy="883"/>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229B6F2-011B-853F-5BA1-FA1722B6E1C8}"/>
              </a:ext>
            </a:extLst>
          </p:cNvPr>
          <p:cNvCxnSpPr>
            <a:cxnSpLocks/>
          </p:cNvCxnSpPr>
          <p:nvPr userDrawn="1"/>
        </p:nvCxnSpPr>
        <p:spPr>
          <a:xfrm>
            <a:off x="723384" y="2523744"/>
            <a:ext cx="3543816"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bg1"/>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8961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 light">
    <p:bg>
      <p:bgPr>
        <a:solidFill>
          <a:schemeClr val="accent6"/>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dirty="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3" name="Group 12">
            <a:extLst>
              <a:ext uri="{FF2B5EF4-FFF2-40B4-BE49-F238E27FC236}">
                <a16:creationId xmlns:a16="http://schemas.microsoft.com/office/drawing/2014/main" id="{4ED40495-D9DB-AA87-4474-68DA5D8CA88C}"/>
              </a:ext>
            </a:extLst>
          </p:cNvPr>
          <p:cNvGrpSpPr/>
          <p:nvPr userDrawn="1"/>
        </p:nvGrpSpPr>
        <p:grpSpPr>
          <a:xfrm rot="10800000">
            <a:off x="726958" y="2521655"/>
            <a:ext cx="11480808" cy="1"/>
            <a:chOff x="2077471" y="5539116"/>
            <a:chExt cx="11480808" cy="1"/>
          </a:xfrm>
        </p:grpSpPr>
        <p:cxnSp>
          <p:nvCxnSpPr>
            <p:cNvPr id="16" name="Straight Connector 15">
              <a:extLst>
                <a:ext uri="{FF2B5EF4-FFF2-40B4-BE49-F238E27FC236}">
                  <a16:creationId xmlns:a16="http://schemas.microsoft.com/office/drawing/2014/main" id="{A15A6649-BE77-6F3F-DF74-0045E0AC6025}"/>
                </a:ext>
              </a:extLst>
            </p:cNvPr>
            <p:cNvCxnSpPr>
              <a:cxnSpLocks/>
            </p:cNvCxnSpPr>
            <p:nvPr/>
          </p:nvCxnSpPr>
          <p:spPr>
            <a:xfrm>
              <a:off x="2077471" y="5539116"/>
              <a:ext cx="4755396"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EF33DD1-C51F-9BE1-2F97-D4025B3E653D}"/>
                </a:ext>
              </a:extLst>
            </p:cNvPr>
            <p:cNvCxnSpPr>
              <a:cxnSpLocks/>
            </p:cNvCxnSpPr>
            <p:nvPr/>
          </p:nvCxnSpPr>
          <p:spPr>
            <a:xfrm>
              <a:off x="6816103" y="5539117"/>
              <a:ext cx="6742176"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5874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dark band">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966E69F-7113-AC99-F7E1-A44B7D64DEF3}"/>
              </a:ext>
            </a:extLst>
          </p:cNvPr>
          <p:cNvSpPr/>
          <p:nvPr userDrawn="1"/>
        </p:nvSpPr>
        <p:spPr>
          <a:xfrm>
            <a:off x="0" y="0"/>
            <a:ext cx="12192000" cy="30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lvl1pPr>
              <a:defRPr>
                <a:solidFill>
                  <a:schemeClr val="accent5"/>
                </a:solidFill>
              </a:defRPr>
            </a:lvl1pPr>
          </a:lstStyle>
          <a:p>
            <a:r>
              <a:rPr lang="en-US" noProof="0" dirty="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accent5"/>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accent5"/>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348386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9" name="Group 18">
            <a:extLst>
              <a:ext uri="{FF2B5EF4-FFF2-40B4-BE49-F238E27FC236}">
                <a16:creationId xmlns:a16="http://schemas.microsoft.com/office/drawing/2014/main" id="{FF8CCEDA-D691-A48A-BAAF-D004EBE38E55}"/>
              </a:ext>
            </a:extLst>
          </p:cNvPr>
          <p:cNvGrpSpPr/>
          <p:nvPr userDrawn="1"/>
        </p:nvGrpSpPr>
        <p:grpSpPr>
          <a:xfrm rot="16200000" flipV="1">
            <a:off x="8764091" y="3943349"/>
            <a:ext cx="5829301" cy="0"/>
            <a:chOff x="2287349" y="55407920"/>
            <a:chExt cx="11160369" cy="0"/>
          </a:xfrm>
        </p:grpSpPr>
        <p:cxnSp>
          <p:nvCxnSpPr>
            <p:cNvPr id="20" name="Straight Connector 19">
              <a:extLst>
                <a:ext uri="{FF2B5EF4-FFF2-40B4-BE49-F238E27FC236}">
                  <a16:creationId xmlns:a16="http://schemas.microsoft.com/office/drawing/2014/main" id="{5605A0EB-A31A-D2D4-5671-D1F763493E1F}"/>
                </a:ext>
              </a:extLst>
            </p:cNvPr>
            <p:cNvCxnSpPr>
              <a:cxnSpLocks/>
            </p:cNvCxnSpPr>
            <p:nvPr/>
          </p:nvCxnSpPr>
          <p:spPr>
            <a:xfrm rot="16200000">
              <a:off x="5934529" y="51760740"/>
              <a:ext cx="0" cy="729436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FEFE03D-E00E-B4FD-6765-44E55D5FA212}"/>
                </a:ext>
              </a:extLst>
            </p:cNvPr>
            <p:cNvCxnSpPr>
              <a:cxnSpLocks/>
            </p:cNvCxnSpPr>
            <p:nvPr/>
          </p:nvCxnSpPr>
          <p:spPr>
            <a:xfrm rot="16200000">
              <a:off x="11514714" y="53474916"/>
              <a:ext cx="0" cy="3866008"/>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6280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on the left">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F5A1967-7F8F-319E-2E67-BD9E4F074B05}"/>
              </a:ext>
            </a:extLst>
          </p:cNvPr>
          <p:cNvSpPr/>
          <p:nvPr userDrawn="1"/>
        </p:nvSpPr>
        <p:spPr>
          <a:xfrm>
            <a:off x="8115301" y="0"/>
            <a:ext cx="40766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solidFill>
                <a:schemeClr val="bg2"/>
              </a:solidFill>
            </a:endParaRPr>
          </a:p>
        </p:txBody>
      </p:sp>
      <p:grpSp>
        <p:nvGrpSpPr>
          <p:cNvPr id="19" name="Group 18">
            <a:extLst>
              <a:ext uri="{FF2B5EF4-FFF2-40B4-BE49-F238E27FC236}">
                <a16:creationId xmlns:a16="http://schemas.microsoft.com/office/drawing/2014/main" id="{52425424-7549-BE00-EA05-384DBD00F3B2}"/>
              </a:ext>
            </a:extLst>
          </p:cNvPr>
          <p:cNvGrpSpPr/>
          <p:nvPr userDrawn="1"/>
        </p:nvGrpSpPr>
        <p:grpSpPr>
          <a:xfrm>
            <a:off x="6317679" y="4564864"/>
            <a:ext cx="5858373" cy="385"/>
            <a:chOff x="5440605" y="5540787"/>
            <a:chExt cx="5858373" cy="385"/>
          </a:xfrm>
        </p:grpSpPr>
        <p:cxnSp>
          <p:nvCxnSpPr>
            <p:cNvPr id="20" name="Straight Connector 19">
              <a:extLst>
                <a:ext uri="{FF2B5EF4-FFF2-40B4-BE49-F238E27FC236}">
                  <a16:creationId xmlns:a16="http://schemas.microsoft.com/office/drawing/2014/main" id="{4D88329B-DC1A-F93F-7A3A-84FDE2989BB6}"/>
                </a:ext>
              </a:extLst>
            </p:cNvPr>
            <p:cNvCxnSpPr>
              <a:cxnSpLocks/>
            </p:cNvCxnSpPr>
            <p:nvPr/>
          </p:nvCxnSpPr>
          <p:spPr>
            <a:xfrm>
              <a:off x="5440605" y="5541172"/>
              <a:ext cx="179762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690B71-E252-7020-6DC7-F643767B2B78}"/>
                </a:ext>
              </a:extLst>
            </p:cNvPr>
            <p:cNvCxnSpPr>
              <a:cxnSpLocks/>
            </p:cNvCxnSpPr>
            <p:nvPr/>
          </p:nvCxnSpPr>
          <p:spPr>
            <a:xfrm>
              <a:off x="7237724" y="5540787"/>
              <a:ext cx="406125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dirty="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217920" y="2514600"/>
            <a:ext cx="4846320" cy="1682749"/>
          </a:xfrm>
        </p:spPr>
        <p:txBody>
          <a:bodyPr/>
          <a:lstStyle>
            <a:lvl1pPr>
              <a:lnSpc>
                <a:spcPct val="10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30936"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30936" y="358444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365760" y="4123944"/>
            <a:ext cx="4754880" cy="941831"/>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22" name="Text Placeholder 10">
            <a:extLst>
              <a:ext uri="{FF2B5EF4-FFF2-40B4-BE49-F238E27FC236}">
                <a16:creationId xmlns:a16="http://schemas.microsoft.com/office/drawing/2014/main" id="{93287C28-1CA8-AEA5-1E16-BC0B1E99CD24}"/>
              </a:ext>
            </a:extLst>
          </p:cNvPr>
          <p:cNvSpPr>
            <a:spLocks noGrp="1"/>
          </p:cNvSpPr>
          <p:nvPr>
            <p:ph type="body" sz="quarter" idx="17"/>
          </p:nvPr>
        </p:nvSpPr>
        <p:spPr>
          <a:xfrm>
            <a:off x="630936" y="5065776"/>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3" name="Text Placeholder 13">
            <a:extLst>
              <a:ext uri="{FF2B5EF4-FFF2-40B4-BE49-F238E27FC236}">
                <a16:creationId xmlns:a16="http://schemas.microsoft.com/office/drawing/2014/main" id="{19920C32-5167-72B1-7B9E-709723F907CE}"/>
              </a:ext>
            </a:extLst>
          </p:cNvPr>
          <p:cNvSpPr>
            <a:spLocks noGrp="1"/>
          </p:cNvSpPr>
          <p:nvPr>
            <p:ph type="body" sz="quarter" idx="18"/>
          </p:nvPr>
        </p:nvSpPr>
        <p:spPr>
          <a:xfrm>
            <a:off x="365760" y="5605272"/>
            <a:ext cx="4754880" cy="1143254"/>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3775982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on the right">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5F7D9D8-A960-E038-84D2-764C7A50F698}"/>
              </a:ext>
            </a:extLst>
          </p:cNvPr>
          <p:cNvSpPr/>
          <p:nvPr userDrawn="1"/>
        </p:nvSpPr>
        <p:spPr>
          <a:xfrm>
            <a:off x="-12700" y="858"/>
            <a:ext cx="3060700" cy="685714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dirty="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8932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89320" y="394106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40DF3371-342F-C17D-5A7F-EF76E89A55C5}"/>
              </a:ext>
            </a:extLst>
          </p:cNvPr>
          <p:cNvGrpSpPr/>
          <p:nvPr userDrawn="1"/>
        </p:nvGrpSpPr>
        <p:grpSpPr>
          <a:xfrm>
            <a:off x="-11882" y="3045007"/>
            <a:ext cx="4279082" cy="364"/>
            <a:chOff x="5475479" y="5537794"/>
            <a:chExt cx="4279082" cy="364"/>
          </a:xfrm>
        </p:grpSpPr>
        <p:cxnSp>
          <p:nvCxnSpPr>
            <p:cNvPr id="24" name="Straight Connector 23">
              <a:extLst>
                <a:ext uri="{FF2B5EF4-FFF2-40B4-BE49-F238E27FC236}">
                  <a16:creationId xmlns:a16="http://schemas.microsoft.com/office/drawing/2014/main" id="{84369914-5489-3EA1-5419-F83F6C7A150D}"/>
                </a:ext>
              </a:extLst>
            </p:cNvPr>
            <p:cNvCxnSpPr>
              <a:cxnSpLocks/>
            </p:cNvCxnSpPr>
            <p:nvPr/>
          </p:nvCxnSpPr>
          <p:spPr>
            <a:xfrm>
              <a:off x="5475479" y="5537976"/>
              <a:ext cx="30607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BDE23CC-0B75-F3A6-1882-265BF90D4AA1}"/>
                </a:ext>
              </a:extLst>
            </p:cNvPr>
            <p:cNvCxnSpPr>
              <a:cxnSpLocks/>
            </p:cNvCxnSpPr>
            <p:nvPr/>
          </p:nvCxnSpPr>
          <p:spPr>
            <a:xfrm flipV="1">
              <a:off x="8537690" y="5537794"/>
              <a:ext cx="1216871" cy="364"/>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909772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on the right dark">
    <p:bg>
      <p:bgPr>
        <a:solidFill>
          <a:schemeClr val="accent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749AEB6-4539-A203-D085-8EBE329C08E0}"/>
              </a:ext>
            </a:extLst>
          </p:cNvPr>
          <p:cNvSpPr/>
          <p:nvPr userDrawn="1"/>
        </p:nvSpPr>
        <p:spPr>
          <a:xfrm>
            <a:off x="3962399" y="858"/>
            <a:ext cx="8271641" cy="68571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2"/>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dirty="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bg1"/>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accent4"/>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35331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71032" y="179222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71032" y="394106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0D78A0CF-0A37-4436-67C4-B32FD7703E96}"/>
              </a:ext>
            </a:extLst>
          </p:cNvPr>
          <p:cNvGrpSpPr/>
          <p:nvPr userDrawn="1"/>
        </p:nvGrpSpPr>
        <p:grpSpPr>
          <a:xfrm>
            <a:off x="-28308" y="2514621"/>
            <a:ext cx="5666632" cy="0"/>
            <a:chOff x="5464255" y="5541151"/>
            <a:chExt cx="5666632" cy="0"/>
          </a:xfrm>
        </p:grpSpPr>
        <p:cxnSp>
          <p:nvCxnSpPr>
            <p:cNvPr id="24" name="Straight Connector 23">
              <a:extLst>
                <a:ext uri="{FF2B5EF4-FFF2-40B4-BE49-F238E27FC236}">
                  <a16:creationId xmlns:a16="http://schemas.microsoft.com/office/drawing/2014/main" id="{8FC6D8A4-CA31-16C2-95B7-B98F65F29A69}"/>
                </a:ext>
              </a:extLst>
            </p:cNvPr>
            <p:cNvCxnSpPr>
              <a:cxnSpLocks/>
            </p:cNvCxnSpPr>
            <p:nvPr/>
          </p:nvCxnSpPr>
          <p:spPr>
            <a:xfrm>
              <a:off x="5464255" y="5541151"/>
              <a:ext cx="3991534"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2097A8D-64FC-CDBD-4497-5E32BC6AF9C2}"/>
                </a:ext>
              </a:extLst>
            </p:cNvPr>
            <p:cNvCxnSpPr>
              <a:cxnSpLocks/>
            </p:cNvCxnSpPr>
            <p:nvPr/>
          </p:nvCxnSpPr>
          <p:spPr>
            <a:xfrm>
              <a:off x="9454487" y="5541151"/>
              <a:ext cx="16764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193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noProof="0" dirty="0"/>
              <a:t>Presentation title</a:t>
            </a:r>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2295144" y="1463040"/>
            <a:ext cx="7498080" cy="704088"/>
          </a:xfrm>
        </p:spPr>
        <p:txBody>
          <a:bodyPr/>
          <a:lstStyle>
            <a:lvl1pPr>
              <a:defRPr sz="5000"/>
            </a:lvl1pPr>
          </a:lstStyle>
          <a:p>
            <a:r>
              <a:rPr lang="en-US" noProof="0"/>
              <a:t>Click to edit Master title style</a:t>
            </a:r>
          </a:p>
        </p:txBody>
      </p:sp>
      <p:grpSp>
        <p:nvGrpSpPr>
          <p:cNvPr id="9" name="Group 8">
            <a:extLst>
              <a:ext uri="{FF2B5EF4-FFF2-40B4-BE49-F238E27FC236}">
                <a16:creationId xmlns:a16="http://schemas.microsoft.com/office/drawing/2014/main" id="{52784B99-8374-AA22-4161-578F9BF77E2B}"/>
              </a:ext>
            </a:extLst>
          </p:cNvPr>
          <p:cNvGrpSpPr/>
          <p:nvPr userDrawn="1"/>
        </p:nvGrpSpPr>
        <p:grpSpPr>
          <a:xfrm>
            <a:off x="2400300" y="2535841"/>
            <a:ext cx="9801127" cy="821"/>
            <a:chOff x="2286319" y="5546299"/>
            <a:chExt cx="9801127" cy="903"/>
          </a:xfrm>
        </p:grpSpPr>
        <p:cxnSp>
          <p:nvCxnSpPr>
            <p:cNvPr id="10" name="Straight Connector 9">
              <a:extLst>
                <a:ext uri="{FF2B5EF4-FFF2-40B4-BE49-F238E27FC236}">
                  <a16:creationId xmlns:a16="http://schemas.microsoft.com/office/drawing/2014/main" id="{F0F45B19-145D-7398-7A64-A88B28251AAD}"/>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29EB3C-D7BA-1FCE-3158-8F1116C6F5BE}"/>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2322576"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2322576" y="444398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2020824" y="3401568"/>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2020824" y="4901184"/>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178902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noProof="0" dirty="0"/>
              <a:t>Presentation title</a:t>
            </a:r>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603504" y="1463040"/>
            <a:ext cx="10871708" cy="704088"/>
          </a:xfrm>
        </p:spPr>
        <p:txBody>
          <a:bodyPr/>
          <a:lstStyle>
            <a:lvl1pPr>
              <a:defRPr sz="5000"/>
            </a:lvl1pPr>
          </a:lstStyle>
          <a:p>
            <a:r>
              <a:rPr lang="en-US" noProof="0"/>
              <a:t>Click to edit Master title style</a:t>
            </a:r>
          </a:p>
        </p:txBody>
      </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649224"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433425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365760"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4005072"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6" name="Group 15">
            <a:extLst>
              <a:ext uri="{FF2B5EF4-FFF2-40B4-BE49-F238E27FC236}">
                <a16:creationId xmlns:a16="http://schemas.microsoft.com/office/drawing/2014/main" id="{B8221A12-8B19-605A-2244-2D732269C955}"/>
              </a:ext>
            </a:extLst>
          </p:cNvPr>
          <p:cNvGrpSpPr/>
          <p:nvPr userDrawn="1"/>
        </p:nvGrpSpPr>
        <p:grpSpPr>
          <a:xfrm>
            <a:off x="716788" y="2527173"/>
            <a:ext cx="10758424" cy="1564"/>
            <a:chOff x="2792270" y="5541172"/>
            <a:chExt cx="11391900" cy="158"/>
          </a:xfrm>
        </p:grpSpPr>
        <p:cxnSp>
          <p:nvCxnSpPr>
            <p:cNvPr id="17" name="Straight Connector 16">
              <a:extLst>
                <a:ext uri="{FF2B5EF4-FFF2-40B4-BE49-F238E27FC236}">
                  <a16:creationId xmlns:a16="http://schemas.microsoft.com/office/drawing/2014/main" id="{A86C500B-5A93-298F-7CEF-ED445452E460}"/>
                </a:ext>
              </a:extLst>
            </p:cNvPr>
            <p:cNvCxnSpPr>
              <a:cxnSpLocks/>
            </p:cNvCxnSpPr>
            <p:nvPr/>
          </p:nvCxnSpPr>
          <p:spPr>
            <a:xfrm>
              <a:off x="2792270" y="5541172"/>
              <a:ext cx="676046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7A559BC-EF4A-29D4-CF56-6425516A5D91}"/>
                </a:ext>
              </a:extLst>
            </p:cNvPr>
            <p:cNvCxnSpPr>
              <a:cxnSpLocks/>
            </p:cNvCxnSpPr>
            <p:nvPr/>
          </p:nvCxnSpPr>
          <p:spPr>
            <a:xfrm>
              <a:off x="9552734" y="5541330"/>
              <a:ext cx="4631436"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9" name="Text Placeholder 10">
            <a:extLst>
              <a:ext uri="{FF2B5EF4-FFF2-40B4-BE49-F238E27FC236}">
                <a16:creationId xmlns:a16="http://schemas.microsoft.com/office/drawing/2014/main" id="{D2D34186-8505-57AE-F518-0C83BF1C06C9}"/>
              </a:ext>
            </a:extLst>
          </p:cNvPr>
          <p:cNvSpPr>
            <a:spLocks noGrp="1"/>
          </p:cNvSpPr>
          <p:nvPr>
            <p:ph type="body" sz="quarter" idx="17"/>
          </p:nvPr>
        </p:nvSpPr>
        <p:spPr>
          <a:xfrm>
            <a:off x="826617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0" name="Text Placeholder 13">
            <a:extLst>
              <a:ext uri="{FF2B5EF4-FFF2-40B4-BE49-F238E27FC236}">
                <a16:creationId xmlns:a16="http://schemas.microsoft.com/office/drawing/2014/main" id="{ABE767DA-9D93-94AD-D34D-2B8A51A76645}"/>
              </a:ext>
            </a:extLst>
          </p:cNvPr>
          <p:cNvSpPr>
            <a:spLocks noGrp="1"/>
          </p:cNvSpPr>
          <p:nvPr>
            <p:ph type="body" sz="quarter" idx="18"/>
          </p:nvPr>
        </p:nvSpPr>
        <p:spPr>
          <a:xfrm>
            <a:off x="7973568"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3181475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6"/>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AE86B75-C16C-C033-D27D-FF84EFB71131}"/>
              </a:ext>
            </a:extLst>
          </p:cNvPr>
          <p:cNvSpPr/>
          <p:nvPr userDrawn="1"/>
        </p:nvSpPr>
        <p:spPr>
          <a:xfrm>
            <a:off x="0" y="0"/>
            <a:ext cx="100203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CE31443F-EAC2-06D1-A3D1-D73510EAF2A3}"/>
              </a:ext>
            </a:extLst>
          </p:cNvPr>
          <p:cNvSpPr>
            <a:spLocks noGrp="1"/>
          </p:cNvSpPr>
          <p:nvPr>
            <p:ph type="title"/>
          </p:nvPr>
        </p:nvSpPr>
        <p:spPr>
          <a:xfrm>
            <a:off x="2313432" y="1426464"/>
            <a:ext cx="6675120" cy="1702816"/>
          </a:xfrm>
        </p:spPr>
        <p:txBody>
          <a:bodyPr anchor="t"/>
          <a:lstStyle>
            <a:lvl1pPr>
              <a:lnSpc>
                <a:spcPct val="80000"/>
              </a:lnSpc>
              <a:defRPr sz="7200" cap="all" baseline="0">
                <a:solidFill>
                  <a:schemeClr val="bg1"/>
                </a:solidFill>
              </a:defRPr>
            </a:lvl1pPr>
          </a:lstStyle>
          <a:p>
            <a:r>
              <a:rPr lang="en-US" noProof="0"/>
              <a:t>Click to edit Master title style</a:t>
            </a:r>
          </a:p>
        </p:txBody>
      </p:sp>
      <p:grpSp>
        <p:nvGrpSpPr>
          <p:cNvPr id="7" name="Group 6">
            <a:extLst>
              <a:ext uri="{FF2B5EF4-FFF2-40B4-BE49-F238E27FC236}">
                <a16:creationId xmlns:a16="http://schemas.microsoft.com/office/drawing/2014/main" id="{D80535FC-1B0E-C4EB-FE55-190522219FEA}"/>
              </a:ext>
            </a:extLst>
          </p:cNvPr>
          <p:cNvGrpSpPr/>
          <p:nvPr userDrawn="1"/>
        </p:nvGrpSpPr>
        <p:grpSpPr>
          <a:xfrm>
            <a:off x="3979533" y="5799270"/>
            <a:ext cx="8212467" cy="0"/>
            <a:chOff x="3733800" y="5537385"/>
            <a:chExt cx="8212467" cy="0"/>
          </a:xfrm>
        </p:grpSpPr>
        <p:cxnSp>
          <p:nvCxnSpPr>
            <p:cNvPr id="8" name="Straight Connector 7">
              <a:extLst>
                <a:ext uri="{FF2B5EF4-FFF2-40B4-BE49-F238E27FC236}">
                  <a16:creationId xmlns:a16="http://schemas.microsoft.com/office/drawing/2014/main" id="{9CA6B206-18E0-06D2-958F-E859A1428A57}"/>
                </a:ext>
              </a:extLst>
            </p:cNvPr>
            <p:cNvCxnSpPr>
              <a:cxnSpLocks/>
            </p:cNvCxnSpPr>
            <p:nvPr/>
          </p:nvCxnSpPr>
          <p:spPr>
            <a:xfrm>
              <a:off x="3733800" y="5537385"/>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47EEA7-F856-F6C0-18DD-5D37FD51D45B}"/>
                </a:ext>
              </a:extLst>
            </p:cNvPr>
            <p:cNvCxnSpPr>
              <a:cxnSpLocks/>
            </p:cNvCxnSpPr>
            <p:nvPr/>
          </p:nvCxnSpPr>
          <p:spPr>
            <a:xfrm>
              <a:off x="9774567" y="5537385"/>
              <a:ext cx="217170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Text Placeholder 10">
            <a:extLst>
              <a:ext uri="{FF2B5EF4-FFF2-40B4-BE49-F238E27FC236}">
                <a16:creationId xmlns:a16="http://schemas.microsoft.com/office/drawing/2014/main" id="{A9C909AE-4D54-F197-103E-29E9C2597F56}"/>
              </a:ext>
            </a:extLst>
          </p:cNvPr>
          <p:cNvSpPr>
            <a:spLocks noGrp="1"/>
          </p:cNvSpPr>
          <p:nvPr>
            <p:ph type="body" sz="quarter" idx="10"/>
          </p:nvPr>
        </p:nvSpPr>
        <p:spPr>
          <a:xfrm>
            <a:off x="3877056" y="3383280"/>
            <a:ext cx="4754880" cy="2057400"/>
          </a:xfrm>
        </p:spPr>
        <p:txBody>
          <a:bodyPr/>
          <a:lstStyle>
            <a:lvl1pPr marL="0" indent="0">
              <a:lnSpc>
                <a:spcPct val="150000"/>
              </a:lnSpc>
              <a:spcBef>
                <a:spcPts val="0"/>
              </a:spcBef>
              <a:buNone/>
              <a:defRPr sz="2200" b="1">
                <a:solidFill>
                  <a:schemeClr val="bg1"/>
                </a:solidFill>
              </a:defRPr>
            </a:lvl1pPr>
            <a:lvl2pPr marL="0" indent="0">
              <a:lnSpc>
                <a:spcPct val="150000"/>
              </a:lnSpc>
              <a:spcBef>
                <a:spcPts val="0"/>
              </a:spcBef>
              <a:buNone/>
              <a:defRPr sz="2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p:txBody>
      </p:sp>
    </p:spTree>
    <p:extLst>
      <p:ext uri="{BB962C8B-B14F-4D97-AF65-F5344CB8AC3E}">
        <p14:creationId xmlns:p14="http://schemas.microsoft.com/office/powerpoint/2010/main" val="1525968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4C5F1F-F8B7-6C5F-6A7F-5F8F6128A1C8}"/>
              </a:ext>
            </a:extLst>
          </p:cNvPr>
          <p:cNvSpPr>
            <a:spLocks noGrp="1"/>
          </p:cNvSpPr>
          <p:nvPr>
            <p:ph type="ftr" sz="quarter" idx="11"/>
          </p:nvPr>
        </p:nvSpPr>
        <p:spPr/>
        <p:txBody>
          <a:bodyPr/>
          <a:lstStyle/>
          <a:p>
            <a:r>
              <a:rPr lang="en-US" noProof="0" dirty="0"/>
              <a:t>Presentation title</a:t>
            </a:r>
          </a:p>
        </p:txBody>
      </p:sp>
      <p:sp>
        <p:nvSpPr>
          <p:cNvPr id="5" name="Slide Number Placeholder 4">
            <a:extLst>
              <a:ext uri="{FF2B5EF4-FFF2-40B4-BE49-F238E27FC236}">
                <a16:creationId xmlns:a16="http://schemas.microsoft.com/office/drawing/2014/main" id="{EFD9287E-E726-E0E6-2871-FE77159B5E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6" name="Title 5">
            <a:extLst>
              <a:ext uri="{FF2B5EF4-FFF2-40B4-BE49-F238E27FC236}">
                <a16:creationId xmlns:a16="http://schemas.microsoft.com/office/drawing/2014/main" id="{160592E8-155C-36FA-DA0A-52B23CE8AF5A}"/>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25763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F1F3471-B7F6-01DB-D712-136C1626DFAE}"/>
              </a:ext>
            </a:extLst>
          </p:cNvPr>
          <p:cNvSpPr>
            <a:spLocks noGrp="1"/>
          </p:cNvSpPr>
          <p:nvPr>
            <p:ph type="ftr" sz="quarter" idx="11"/>
          </p:nvPr>
        </p:nvSpPr>
        <p:spPr/>
        <p:txBody>
          <a:bodyPr/>
          <a:lstStyle/>
          <a:p>
            <a:r>
              <a:rPr lang="en-US" noProof="0" dirty="0"/>
              <a:t>Presentation title</a:t>
            </a:r>
          </a:p>
        </p:txBody>
      </p:sp>
      <p:sp>
        <p:nvSpPr>
          <p:cNvPr id="4" name="Slide Number Placeholder 3">
            <a:extLst>
              <a:ext uri="{FF2B5EF4-FFF2-40B4-BE49-F238E27FC236}">
                <a16:creationId xmlns:a16="http://schemas.microsoft.com/office/drawing/2014/main" id="{32C05956-4CA5-988F-7C93-317A88D1202C}"/>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1856146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B670E-478C-D301-FCE5-E83002469725}"/>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3" name="Content Placeholder 2">
            <a:extLst>
              <a:ext uri="{FF2B5EF4-FFF2-40B4-BE49-F238E27FC236}">
                <a16:creationId xmlns:a16="http://schemas.microsoft.com/office/drawing/2014/main" id="{283B16CD-30BD-156F-11B4-9CF89A0642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a:extLst>
              <a:ext uri="{FF2B5EF4-FFF2-40B4-BE49-F238E27FC236}">
                <a16:creationId xmlns:a16="http://schemas.microsoft.com/office/drawing/2014/main" id="{0E3C54B0-9878-1911-8DE9-EC464D202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6" name="Footer Placeholder 5">
            <a:extLst>
              <a:ext uri="{FF2B5EF4-FFF2-40B4-BE49-F238E27FC236}">
                <a16:creationId xmlns:a16="http://schemas.microsoft.com/office/drawing/2014/main" id="{A697EEE8-8F1E-8F14-E2ED-333A1FF24725}"/>
              </a:ext>
            </a:extLst>
          </p:cNvPr>
          <p:cNvSpPr>
            <a:spLocks noGrp="1"/>
          </p:cNvSpPr>
          <p:nvPr>
            <p:ph type="ftr" sz="quarter" idx="11"/>
          </p:nvPr>
        </p:nvSpPr>
        <p:spPr/>
        <p:txBody>
          <a:bodyPr/>
          <a:lstStyle/>
          <a:p>
            <a:r>
              <a:rPr lang="en-US" noProof="0" dirty="0"/>
              <a:t>Presentation title</a:t>
            </a:r>
          </a:p>
        </p:txBody>
      </p:sp>
      <p:sp>
        <p:nvSpPr>
          <p:cNvPr id="7" name="Slide Number Placeholder 6">
            <a:extLst>
              <a:ext uri="{FF2B5EF4-FFF2-40B4-BE49-F238E27FC236}">
                <a16:creationId xmlns:a16="http://schemas.microsoft.com/office/drawing/2014/main" id="{B9DFABEB-B6B7-2591-AE85-265A3F873192}"/>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2062309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52A6A-C17E-2616-3199-C8D78E7EE7EC}"/>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3" name="Picture Placeholder 2">
            <a:extLst>
              <a:ext uri="{FF2B5EF4-FFF2-40B4-BE49-F238E27FC236}">
                <a16:creationId xmlns:a16="http://schemas.microsoft.com/office/drawing/2014/main" id="{37705714-E101-08DD-6A13-D561A3EC2C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p>
        </p:txBody>
      </p:sp>
      <p:sp>
        <p:nvSpPr>
          <p:cNvPr id="4" name="Text Placeholder 3">
            <a:extLst>
              <a:ext uri="{FF2B5EF4-FFF2-40B4-BE49-F238E27FC236}">
                <a16:creationId xmlns:a16="http://schemas.microsoft.com/office/drawing/2014/main" id="{B16ECB26-D659-5BC3-C669-1B45225D27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6" name="Footer Placeholder 5">
            <a:extLst>
              <a:ext uri="{FF2B5EF4-FFF2-40B4-BE49-F238E27FC236}">
                <a16:creationId xmlns:a16="http://schemas.microsoft.com/office/drawing/2014/main" id="{1BC595AB-D292-D355-47CD-748C160B1BD3}"/>
              </a:ext>
            </a:extLst>
          </p:cNvPr>
          <p:cNvSpPr>
            <a:spLocks noGrp="1"/>
          </p:cNvSpPr>
          <p:nvPr>
            <p:ph type="ftr" sz="quarter" idx="11"/>
          </p:nvPr>
        </p:nvSpPr>
        <p:spPr/>
        <p:txBody>
          <a:bodyPr/>
          <a:lstStyle/>
          <a:p>
            <a:r>
              <a:rPr lang="en-US" noProof="0" dirty="0"/>
              <a:t>Presentation title</a:t>
            </a:r>
          </a:p>
        </p:txBody>
      </p:sp>
      <p:sp>
        <p:nvSpPr>
          <p:cNvPr id="7" name="Slide Number Placeholder 6">
            <a:extLst>
              <a:ext uri="{FF2B5EF4-FFF2-40B4-BE49-F238E27FC236}">
                <a16:creationId xmlns:a16="http://schemas.microsoft.com/office/drawing/2014/main" id="{CC1CEE5F-F44A-DD2C-EEC3-D4C76B69D15D}"/>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752938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6BC278-3A9A-4241-1DE5-469D2AB5E36B}"/>
              </a:ext>
            </a:extLst>
          </p:cNvPr>
          <p:cNvSpPr>
            <a:spLocks noGrp="1"/>
          </p:cNvSpPr>
          <p:nvPr>
            <p:ph type="title"/>
          </p:nvPr>
        </p:nvSpPr>
        <p:spPr>
          <a:xfrm>
            <a:off x="838200" y="1115367"/>
            <a:ext cx="10515600" cy="575321"/>
          </a:xfrm>
          <a:prstGeom prst="rect">
            <a:avLst/>
          </a:prstGeom>
        </p:spPr>
        <p:txBody>
          <a:bodyPr vert="horz" lIns="91440" tIns="45720" rIns="91440" bIns="45720" rtlCol="0" anchor="t">
            <a:noAutofit/>
          </a:bodyPr>
          <a:lstStyle/>
          <a:p>
            <a:r>
              <a:rPr lang="en-US" noProof="0"/>
              <a:t>Click to edit Master title style</a:t>
            </a:r>
          </a:p>
        </p:txBody>
      </p:sp>
      <p:sp>
        <p:nvSpPr>
          <p:cNvPr id="3" name="Text Placeholder 2">
            <a:extLst>
              <a:ext uri="{FF2B5EF4-FFF2-40B4-BE49-F238E27FC236}">
                <a16:creationId xmlns:a16="http://schemas.microsoft.com/office/drawing/2014/main" id="{138A5E58-5605-E2B6-AEBE-7EF159AAD7E2}"/>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B221D507-72FD-CB53-B342-C69D562AF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tx1">
                    <a:tint val="75000"/>
                  </a:schemeClr>
                </a:solidFill>
              </a:defRPr>
            </a:lvl1pPr>
          </a:lstStyle>
          <a:p>
            <a:endParaRPr lang="en-US" noProof="0"/>
          </a:p>
        </p:txBody>
      </p:sp>
      <p:sp>
        <p:nvSpPr>
          <p:cNvPr id="5" name="Footer Placeholder 4">
            <a:extLst>
              <a:ext uri="{FF2B5EF4-FFF2-40B4-BE49-F238E27FC236}">
                <a16:creationId xmlns:a16="http://schemas.microsoft.com/office/drawing/2014/main" id="{01A3E9A7-861F-C5C4-DD4E-37AC66D867ED}"/>
              </a:ext>
            </a:extLst>
          </p:cNvPr>
          <p:cNvSpPr>
            <a:spLocks noGrp="1"/>
          </p:cNvSpPr>
          <p:nvPr>
            <p:ph type="ftr" sz="quarter" idx="3"/>
          </p:nvPr>
        </p:nvSpPr>
        <p:spPr>
          <a:xfrm>
            <a:off x="411480" y="301752"/>
            <a:ext cx="1828800" cy="274320"/>
          </a:xfrm>
          <a:prstGeom prst="rect">
            <a:avLst/>
          </a:prstGeom>
        </p:spPr>
        <p:txBody>
          <a:bodyPr vert="horz" lIns="91440" tIns="45720" rIns="91440" bIns="45720" rtlCol="0" anchor="ctr">
            <a:noAutofit/>
          </a:bodyPr>
          <a:lstStyle>
            <a:lvl1pPr algn="l">
              <a:defRPr sz="1200">
                <a:solidFill>
                  <a:schemeClr val="tx2"/>
                </a:solidFill>
              </a:defRPr>
            </a:lvl1pPr>
          </a:lstStyle>
          <a:p>
            <a:r>
              <a:rPr lang="en-US" noProof="0" dirty="0"/>
              <a:t>Presentation title</a:t>
            </a:r>
          </a:p>
        </p:txBody>
      </p:sp>
      <p:sp>
        <p:nvSpPr>
          <p:cNvPr id="6" name="Slide Number Placeholder 5">
            <a:extLst>
              <a:ext uri="{FF2B5EF4-FFF2-40B4-BE49-F238E27FC236}">
                <a16:creationId xmlns:a16="http://schemas.microsoft.com/office/drawing/2014/main" id="{5877A1DC-56B8-6C78-5020-E45478D099C6}"/>
              </a:ext>
            </a:extLst>
          </p:cNvPr>
          <p:cNvSpPr>
            <a:spLocks noGrp="1"/>
          </p:cNvSpPr>
          <p:nvPr>
            <p:ph type="sldNum" sz="quarter" idx="4"/>
          </p:nvPr>
        </p:nvSpPr>
        <p:spPr>
          <a:xfrm>
            <a:off x="10122408" y="301752"/>
            <a:ext cx="1673352" cy="274320"/>
          </a:xfrm>
          <a:prstGeom prst="rect">
            <a:avLst/>
          </a:prstGeom>
        </p:spPr>
        <p:txBody>
          <a:bodyPr vert="horz" lIns="91440" tIns="45720" rIns="91440" bIns="45720" rtlCol="0" anchor="ctr">
            <a:noAutofit/>
          </a:bodyPr>
          <a:lstStyle>
            <a:lvl1pPr algn="r">
              <a:defRPr sz="1200">
                <a:solidFill>
                  <a:schemeClr val="tx2"/>
                </a:solidFill>
              </a:defRPr>
            </a:lvl1pPr>
          </a:lstStyle>
          <a:p>
            <a:fld id="{5BFCF61C-3B18-4C03-8326-CC3B32D710C9}" type="slidenum">
              <a:rPr lang="en-US" noProof="0" smtClean="0"/>
              <a:pPr/>
              <a:t>‹#›</a:t>
            </a:fld>
            <a:endParaRPr lang="en-US" noProof="0"/>
          </a:p>
        </p:txBody>
      </p:sp>
    </p:spTree>
    <p:extLst>
      <p:ext uri="{BB962C8B-B14F-4D97-AF65-F5344CB8AC3E}">
        <p14:creationId xmlns:p14="http://schemas.microsoft.com/office/powerpoint/2010/main" val="135068052"/>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51" r:id="rId3"/>
    <p:sldLayoutId id="2147483660" r:id="rId4"/>
    <p:sldLayoutId id="2147483661" r:id="rId5"/>
    <p:sldLayoutId id="2147483665" r:id="rId6"/>
    <p:sldLayoutId id="2147483662" r:id="rId7"/>
    <p:sldLayoutId id="2147483664" r:id="rId8"/>
    <p:sldLayoutId id="2147483663" r:id="rId9"/>
    <p:sldLayoutId id="2147483652" r:id="rId10"/>
    <p:sldLayoutId id="2147483666" r:id="rId11"/>
    <p:sldLayoutId id="2147483658" r:id="rId12"/>
    <p:sldLayoutId id="2147483654" r:id="rId13"/>
    <p:sldLayoutId id="2147483655" r:id="rId14"/>
    <p:sldLayoutId id="2147483656" r:id="rId15"/>
    <p:sldLayoutId id="2147483657" r:id="rId16"/>
  </p:sldLayoutIdLst>
  <p:hf hdr="0" dt="0"/>
  <p:txStyles>
    <p:titleStyle>
      <a:lvl1pPr algn="l" defTabSz="914400" rtl="0" eaLnBrk="1" latinLnBrk="0" hangingPunct="1">
        <a:lnSpc>
          <a:spcPct val="80000"/>
        </a:lnSpc>
        <a:spcBef>
          <a:spcPct val="0"/>
        </a:spcBef>
        <a:buNone/>
        <a:defRPr sz="4400" kern="1200" cap="all" baseline="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4.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7.jpe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7.jpe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7.jpe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4.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7.jpe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7.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7.jpe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7.jpeg"/><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22.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7.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8.xml"/><Relationship Id="rId5" Type="http://schemas.openxmlformats.org/officeDocument/2006/relationships/image" Target="../media/image7.jpeg"/><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8.xml"/><Relationship Id="rId5" Type="http://schemas.openxmlformats.org/officeDocument/2006/relationships/image" Target="../media/image7.jpeg"/><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04B07C7A-8E1D-7BF7-31C8-5C68C6D2F9CF}"/>
              </a:ext>
            </a:extLst>
          </p:cNvPr>
          <p:cNvSpPr>
            <a:spLocks noGrp="1"/>
          </p:cNvSpPr>
          <p:nvPr>
            <p:ph type="ctrTitle"/>
          </p:nvPr>
        </p:nvSpPr>
        <p:spPr>
          <a:xfrm>
            <a:off x="2267712" y="1408176"/>
            <a:ext cx="8193458" cy="2387600"/>
          </a:xfrm>
        </p:spPr>
        <p:txBody>
          <a:bodyPr>
            <a:normAutofit/>
          </a:bodyPr>
          <a:lstStyle/>
          <a:p>
            <a:r>
              <a:rPr lang="en-US" dirty="0" err="1"/>
              <a:t>Odpc</a:t>
            </a:r>
            <a:br>
              <a:rPr lang="en-US" dirty="0"/>
            </a:br>
            <a:br>
              <a:rPr lang="en-US" dirty="0"/>
            </a:br>
            <a:r>
              <a:rPr lang="en-US" sz="2400" b="1" dirty="0">
                <a:effectLst>
                  <a:outerShdw blurRad="38100" dist="38100" dir="2700000" algn="tl">
                    <a:srgbClr val="000000">
                      <a:alpha val="43137"/>
                    </a:srgbClr>
                  </a:outerShdw>
                </a:effectLst>
              </a:rPr>
              <a:t>Online departmental promotion committee</a:t>
            </a:r>
            <a:endParaRPr lang="en-US" b="1" dirty="0">
              <a:effectLst>
                <a:outerShdw blurRad="38100" dist="38100" dir="2700000" algn="tl">
                  <a:srgbClr val="000000">
                    <a:alpha val="43137"/>
                  </a:srgbClr>
                </a:outerShdw>
              </a:effectLst>
            </a:endParaRPr>
          </a:p>
        </p:txBody>
      </p:sp>
      <p:sp>
        <p:nvSpPr>
          <p:cNvPr id="11" name="Subtitle 10">
            <a:extLst>
              <a:ext uri="{FF2B5EF4-FFF2-40B4-BE49-F238E27FC236}">
                <a16:creationId xmlns:a16="http://schemas.microsoft.com/office/drawing/2014/main" id="{EF3A7BFE-9123-98C4-791C-9A3FE773CF97}"/>
              </a:ext>
            </a:extLst>
          </p:cNvPr>
          <p:cNvSpPr>
            <a:spLocks noGrp="1"/>
          </p:cNvSpPr>
          <p:nvPr>
            <p:ph type="subTitle" idx="1"/>
          </p:nvPr>
        </p:nvSpPr>
        <p:spPr>
          <a:xfrm>
            <a:off x="3867911" y="5047488"/>
            <a:ext cx="6593259" cy="402336"/>
          </a:xfrm>
        </p:spPr>
        <p:txBody>
          <a:bodyPr/>
          <a:lstStyle/>
          <a:p>
            <a:r>
              <a:rPr lang="en-US" dirty="0"/>
              <a:t>Chhattisgarh Public Service Commission</a:t>
            </a:r>
            <a:endParaRPr lang="en-PK" dirty="0"/>
          </a:p>
        </p:txBody>
      </p:sp>
      <p:pic>
        <p:nvPicPr>
          <p:cNvPr id="3" name="Picture 2">
            <a:extLst>
              <a:ext uri="{FF2B5EF4-FFF2-40B4-BE49-F238E27FC236}">
                <a16:creationId xmlns:a16="http://schemas.microsoft.com/office/drawing/2014/main" id="{BEAAD4F9-E865-B254-770B-670ED94A68DD}"/>
              </a:ext>
            </a:extLst>
          </p:cNvPr>
          <p:cNvPicPr>
            <a:picLocks noChangeAspect="1"/>
          </p:cNvPicPr>
          <p:nvPr/>
        </p:nvPicPr>
        <p:blipFill>
          <a:blip r:embed="rId3"/>
          <a:stretch/>
        </p:blipFill>
        <p:spPr>
          <a:xfrm>
            <a:off x="2412756" y="1507259"/>
            <a:ext cx="603796" cy="603796"/>
          </a:xfrm>
          <a:prstGeom prst="rect">
            <a:avLst/>
          </a:prstGeom>
          <a:effectLst>
            <a:glow rad="101600">
              <a:schemeClr val="accent6">
                <a:satMod val="175000"/>
                <a:alpha val="40000"/>
              </a:schemeClr>
            </a:glow>
          </a:effectLst>
        </p:spPr>
      </p:pic>
    </p:spTree>
    <p:extLst>
      <p:ext uri="{BB962C8B-B14F-4D97-AF65-F5344CB8AC3E}">
        <p14:creationId xmlns:p14="http://schemas.microsoft.com/office/powerpoint/2010/main" val="2863103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style.rotation</p:attrName>
                                        </p:attrNameLst>
                                      </p:cBhvr>
                                      <p:tavLst>
                                        <p:tav tm="0">
                                          <p:val>
                                            <p:fltVal val="720"/>
                                          </p:val>
                                        </p:tav>
                                        <p:tav tm="100000">
                                          <p:val>
                                            <p:fltVal val="0"/>
                                          </p:val>
                                        </p:tav>
                                      </p:tavLst>
                                    </p:anim>
                                    <p:anim calcmode="lin" valueType="num">
                                      <p:cBhvr>
                                        <p:cTn id="9" dur="1000" fill="hold"/>
                                        <p:tgtEl>
                                          <p:spTgt spid="3"/>
                                        </p:tgtEl>
                                        <p:attrNameLst>
                                          <p:attrName>ppt_h</p:attrName>
                                        </p:attrNameLst>
                                      </p:cBhvr>
                                      <p:tavLst>
                                        <p:tav tm="0">
                                          <p:val>
                                            <p:fltVal val="0"/>
                                          </p:val>
                                        </p:tav>
                                        <p:tav tm="100000">
                                          <p:val>
                                            <p:strVal val="#ppt_h"/>
                                          </p:val>
                                        </p:tav>
                                      </p:tavLst>
                                    </p:anim>
                                    <p:anim calcmode="lin" valueType="num">
                                      <p:cBhvr>
                                        <p:cTn id="10" dur="1000" fill="hold"/>
                                        <p:tgtEl>
                                          <p:spTgt spid="3"/>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103A-7E0F-A503-491C-874CA2A16BC0}"/>
              </a:ext>
            </a:extLst>
          </p:cNvPr>
          <p:cNvSpPr>
            <a:spLocks noGrp="1"/>
          </p:cNvSpPr>
          <p:nvPr>
            <p:ph type="title"/>
          </p:nvPr>
        </p:nvSpPr>
        <p:spPr>
          <a:xfrm>
            <a:off x="2295144" y="1463040"/>
            <a:ext cx="9500616" cy="704088"/>
          </a:xfrm>
        </p:spPr>
        <p:txBody>
          <a:bodyPr/>
          <a:lstStyle/>
          <a:p>
            <a:r>
              <a:rPr lang="en-US" dirty="0"/>
              <a:t>Introduction </a:t>
            </a:r>
            <a:r>
              <a:rPr lang="en-US" sz="2400" b="1" dirty="0"/>
              <a:t>(6 stages of </a:t>
            </a:r>
            <a:r>
              <a:rPr lang="en-US" sz="2400" b="1" dirty="0" err="1"/>
              <a:t>odpc</a:t>
            </a:r>
            <a:r>
              <a:rPr lang="en-US" sz="2400" b="1" dirty="0"/>
              <a:t>)</a:t>
            </a:r>
            <a:endParaRPr lang="en-US" sz="3200" b="1" dirty="0"/>
          </a:p>
        </p:txBody>
      </p:sp>
      <p:sp>
        <p:nvSpPr>
          <p:cNvPr id="3" name="Footer Placeholder 2">
            <a:extLst>
              <a:ext uri="{FF2B5EF4-FFF2-40B4-BE49-F238E27FC236}">
                <a16:creationId xmlns:a16="http://schemas.microsoft.com/office/drawing/2014/main" id="{4E79730E-E638-275F-6C74-85FDCE30C43F}"/>
              </a:ext>
            </a:extLst>
          </p:cNvPr>
          <p:cNvSpPr>
            <a:spLocks noGrp="1"/>
          </p:cNvSpPr>
          <p:nvPr>
            <p:ph type="ftr" sz="quarter" idx="11"/>
          </p:nvPr>
        </p:nvSpPr>
        <p:spPr/>
        <p:txBody>
          <a:bodyPr/>
          <a:lstStyle/>
          <a:p>
            <a:r>
              <a:rPr lang="en-US" dirty="0"/>
              <a:t>Online DPC</a:t>
            </a:r>
          </a:p>
        </p:txBody>
      </p:sp>
      <p:sp>
        <p:nvSpPr>
          <p:cNvPr id="4" name="Slide Number Placeholder 3">
            <a:extLst>
              <a:ext uri="{FF2B5EF4-FFF2-40B4-BE49-F238E27FC236}">
                <a16:creationId xmlns:a16="http://schemas.microsoft.com/office/drawing/2014/main" id="{C0B85CC1-CC9E-26A5-C05A-E64ABEDD931D}"/>
              </a:ext>
            </a:extLst>
          </p:cNvPr>
          <p:cNvSpPr>
            <a:spLocks noGrp="1"/>
          </p:cNvSpPr>
          <p:nvPr>
            <p:ph type="sldNum" sz="quarter" idx="12"/>
          </p:nvPr>
        </p:nvSpPr>
        <p:spPr/>
        <p:txBody>
          <a:bodyPr/>
          <a:lstStyle/>
          <a:p>
            <a:fld id="{5BFCF61C-3B18-4C03-8326-CC3B32D710C9}" type="slidenum">
              <a:rPr lang="en-US" smtClean="0"/>
              <a:pPr/>
              <a:t>2</a:t>
            </a:fld>
            <a:endParaRPr lang="en-US" dirty="0"/>
          </a:p>
        </p:txBody>
      </p:sp>
      <p:sp>
        <p:nvSpPr>
          <p:cNvPr id="5" name="Content Placeholder 4">
            <a:extLst>
              <a:ext uri="{FF2B5EF4-FFF2-40B4-BE49-F238E27FC236}">
                <a16:creationId xmlns:a16="http://schemas.microsoft.com/office/drawing/2014/main" id="{DA7A49E4-DCE3-62DE-B6D1-539EBFFFE689}"/>
              </a:ext>
            </a:extLst>
          </p:cNvPr>
          <p:cNvSpPr>
            <a:spLocks noGrp="1"/>
          </p:cNvSpPr>
          <p:nvPr>
            <p:ph idx="1"/>
          </p:nvPr>
        </p:nvSpPr>
        <p:spPr>
          <a:xfrm>
            <a:off x="2295144" y="2953512"/>
            <a:ext cx="9657370" cy="3296563"/>
          </a:xfrm>
        </p:spPr>
        <p:txBody>
          <a:bodyPr/>
          <a:lstStyle/>
          <a:p>
            <a:pPr algn="just"/>
            <a:r>
              <a:rPr lang="hi-IN" sz="2800" dirty="0">
                <a:solidFill>
                  <a:schemeClr val="tx1"/>
                </a:solidFill>
                <a:latin typeface="Kokila" panose="020B0604020202020204" pitchFamily="34" charset="0"/>
                <a:cs typeface="Kokila" panose="020B0604020202020204" pitchFamily="34" charset="0"/>
              </a:rPr>
              <a:t>ONLINE DEPARTMENTAL PROMOTION की प्रक्रिया</a:t>
            </a:r>
            <a:r>
              <a:rPr lang="en-IN" sz="2800" dirty="0">
                <a:solidFill>
                  <a:schemeClr val="tx1"/>
                </a:solidFill>
                <a:latin typeface="Kokila" panose="020B0604020202020204" pitchFamily="34" charset="0"/>
                <a:cs typeface="Kokila" panose="020B0604020202020204" pitchFamily="34" charset="0"/>
              </a:rPr>
              <a:t> </a:t>
            </a:r>
            <a:r>
              <a:rPr lang="hi-IN" sz="2800" dirty="0">
                <a:solidFill>
                  <a:schemeClr val="tx1"/>
                </a:solidFill>
                <a:latin typeface="Kokila" panose="020B0604020202020204" pitchFamily="34" charset="0"/>
                <a:cs typeface="Kokila" panose="020B0604020202020204" pitchFamily="34" charset="0"/>
              </a:rPr>
              <a:t>छह  चरणों में पूरी की जाएगी </a:t>
            </a:r>
          </a:p>
          <a:p>
            <a:pPr marL="342900" indent="-342900" algn="just">
              <a:buAutoNum type="arabicPeriod"/>
            </a:pPr>
            <a:endParaRPr lang="hi-IN" sz="600" dirty="0">
              <a:solidFill>
                <a:schemeClr val="tx1"/>
              </a:solidFill>
              <a:latin typeface="Kokila" panose="020B0604020202020204" pitchFamily="34" charset="0"/>
              <a:cs typeface="Kokila" panose="020B0604020202020204" pitchFamily="34" charset="0"/>
            </a:endParaRPr>
          </a:p>
          <a:p>
            <a:pPr marL="342900" indent="-342900" algn="just">
              <a:buAutoNum type="arabicPeriod"/>
            </a:pPr>
            <a:r>
              <a:rPr lang="hi-IN" sz="2400" dirty="0">
                <a:solidFill>
                  <a:schemeClr val="tx1"/>
                </a:solidFill>
                <a:latin typeface="Kokila" panose="020B0604020202020204" pitchFamily="34" charset="0"/>
                <a:cs typeface="Kokila" panose="020B0604020202020204" pitchFamily="34" charset="0"/>
              </a:rPr>
              <a:t>विभागों का पंजीयन - ONLINE DPC हेतु छत्तीसगढ़ शासन के समस्त विभागों को आयोग की OFFICIAL WEBSITE के माध्यम से पंजीयन करना होगा.</a:t>
            </a:r>
          </a:p>
          <a:p>
            <a:pPr marL="342900" indent="-342900" algn="just">
              <a:buAutoNum type="arabicPeriod"/>
            </a:pPr>
            <a:r>
              <a:rPr lang="hi-IN" sz="2400" dirty="0">
                <a:solidFill>
                  <a:schemeClr val="tx1"/>
                </a:solidFill>
                <a:latin typeface="Kokila" panose="020B0604020202020204" pitchFamily="34" charset="0"/>
                <a:cs typeface="Kokila" panose="020B0604020202020204" pitchFamily="34" charset="0"/>
              </a:rPr>
              <a:t>PRE DPC PROPOSAL – इस खंड में अधिकृत अधिकारी विभाग में उपलब्ध पदोन्नति के पदों का विवरण (वेतनमान, पदोन्नति से भर्ती का प्रतिशत, संवर्ग जिनसे पदोन्नति हो सकती है का विवरण प्रविष्ट करेंगे तथा विभाग  के प्रशासकीय प्रमुख  प्रविष्ठी का अनुमोदन करेंगे.</a:t>
            </a:r>
            <a:endParaRPr lang="hi-IN" sz="1400" dirty="0">
              <a:solidFill>
                <a:schemeClr val="tx1"/>
              </a:solidFill>
              <a:latin typeface="Kokila" panose="020B0604020202020204" pitchFamily="34" charset="0"/>
              <a:cs typeface="Kokila" panose="020B0604020202020204" pitchFamily="34" charset="0"/>
            </a:endParaRPr>
          </a:p>
          <a:p>
            <a:endParaRPr lang="en-US" dirty="0"/>
          </a:p>
        </p:txBody>
      </p:sp>
    </p:spTree>
    <p:extLst>
      <p:ext uri="{BB962C8B-B14F-4D97-AF65-F5344CB8AC3E}">
        <p14:creationId xmlns:p14="http://schemas.microsoft.com/office/powerpoint/2010/main" val="3551793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38004-9AD5-5753-6EE7-9457DEE2B0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90B8C5-86A4-8A64-23BC-4388B5728806}"/>
              </a:ext>
            </a:extLst>
          </p:cNvPr>
          <p:cNvSpPr>
            <a:spLocks noGrp="1"/>
          </p:cNvSpPr>
          <p:nvPr>
            <p:ph type="title"/>
          </p:nvPr>
        </p:nvSpPr>
        <p:spPr>
          <a:xfrm>
            <a:off x="2295143" y="1463040"/>
            <a:ext cx="9178399" cy="704088"/>
          </a:xfrm>
        </p:spPr>
        <p:txBody>
          <a:bodyPr/>
          <a:lstStyle/>
          <a:p>
            <a:r>
              <a:rPr lang="en-US" dirty="0"/>
              <a:t>Introduction </a:t>
            </a:r>
            <a:r>
              <a:rPr lang="en-US" sz="2400" b="1" dirty="0"/>
              <a:t>(6 stages of </a:t>
            </a:r>
            <a:r>
              <a:rPr lang="en-US" sz="2400" b="1" dirty="0" err="1"/>
              <a:t>odpc</a:t>
            </a:r>
            <a:r>
              <a:rPr lang="en-US" sz="2400" b="1" dirty="0"/>
              <a:t>)</a:t>
            </a:r>
          </a:p>
        </p:txBody>
      </p:sp>
      <p:sp>
        <p:nvSpPr>
          <p:cNvPr id="3" name="Footer Placeholder 2">
            <a:extLst>
              <a:ext uri="{FF2B5EF4-FFF2-40B4-BE49-F238E27FC236}">
                <a16:creationId xmlns:a16="http://schemas.microsoft.com/office/drawing/2014/main" id="{578A7EC1-09C2-D97B-0D51-327B05ECD6A1}"/>
              </a:ext>
            </a:extLst>
          </p:cNvPr>
          <p:cNvSpPr>
            <a:spLocks noGrp="1"/>
          </p:cNvSpPr>
          <p:nvPr>
            <p:ph type="ftr" sz="quarter" idx="11"/>
          </p:nvPr>
        </p:nvSpPr>
        <p:spPr/>
        <p:txBody>
          <a:bodyPr/>
          <a:lstStyle/>
          <a:p>
            <a:r>
              <a:rPr lang="en-US" dirty="0"/>
              <a:t>Online DPC</a:t>
            </a:r>
          </a:p>
        </p:txBody>
      </p:sp>
      <p:sp>
        <p:nvSpPr>
          <p:cNvPr id="4" name="Slide Number Placeholder 3">
            <a:extLst>
              <a:ext uri="{FF2B5EF4-FFF2-40B4-BE49-F238E27FC236}">
                <a16:creationId xmlns:a16="http://schemas.microsoft.com/office/drawing/2014/main" id="{1F298338-C135-0CB6-D337-B186D1234AE9}"/>
              </a:ext>
            </a:extLst>
          </p:cNvPr>
          <p:cNvSpPr>
            <a:spLocks noGrp="1"/>
          </p:cNvSpPr>
          <p:nvPr>
            <p:ph type="sldNum" sz="quarter" idx="12"/>
          </p:nvPr>
        </p:nvSpPr>
        <p:spPr/>
        <p:txBody>
          <a:bodyPr/>
          <a:lstStyle/>
          <a:p>
            <a:fld id="{5BFCF61C-3B18-4C03-8326-CC3B32D710C9}" type="slidenum">
              <a:rPr lang="en-US" smtClean="0"/>
              <a:pPr/>
              <a:t>3</a:t>
            </a:fld>
            <a:endParaRPr lang="en-US" dirty="0"/>
          </a:p>
        </p:txBody>
      </p:sp>
      <p:sp>
        <p:nvSpPr>
          <p:cNvPr id="5" name="Content Placeholder 4">
            <a:extLst>
              <a:ext uri="{FF2B5EF4-FFF2-40B4-BE49-F238E27FC236}">
                <a16:creationId xmlns:a16="http://schemas.microsoft.com/office/drawing/2014/main" id="{68D6C9AD-2AC1-0FCF-B433-6823A79753F3}"/>
              </a:ext>
            </a:extLst>
          </p:cNvPr>
          <p:cNvSpPr>
            <a:spLocks noGrp="1"/>
          </p:cNvSpPr>
          <p:nvPr>
            <p:ph idx="1"/>
          </p:nvPr>
        </p:nvSpPr>
        <p:spPr>
          <a:xfrm>
            <a:off x="2295144" y="2732314"/>
            <a:ext cx="9657370" cy="3995057"/>
          </a:xfrm>
        </p:spPr>
        <p:txBody>
          <a:bodyPr/>
          <a:lstStyle/>
          <a:p>
            <a:pPr marL="457200" indent="-457200" algn="just">
              <a:buFont typeface="+mj-lt"/>
              <a:buAutoNum type="arabicPeriod" startAt="3"/>
            </a:pPr>
            <a:r>
              <a:rPr lang="hi-IN" sz="2400" dirty="0">
                <a:solidFill>
                  <a:schemeClr val="tx1"/>
                </a:solidFill>
                <a:latin typeface="Kokila" panose="020B0604020202020204" pitchFamily="34" charset="0"/>
                <a:cs typeface="Kokila" panose="020B0604020202020204" pitchFamily="34" charset="0"/>
              </a:rPr>
              <a:t>DPC प्रस्ताव – पंजीयन के पश्चात् विभागों को संक्षिप्त DPC प्रस्ताव निम्न जानकारियों के साथ प्रेषित करना होगा – </a:t>
            </a:r>
          </a:p>
          <a:p>
            <a:pPr marL="539750" lvl="1" indent="-450850" algn="just">
              <a:buFont typeface="+mj-lt"/>
              <a:buAutoNum type="arabicParenR"/>
            </a:pPr>
            <a:r>
              <a:rPr lang="hi-IN" sz="2400" b="1" dirty="0">
                <a:solidFill>
                  <a:schemeClr val="tx1"/>
                </a:solidFill>
                <a:latin typeface="Kokila" panose="020B0604020202020204" pitchFamily="34" charset="0"/>
                <a:cs typeface="Kokila" panose="020B0604020202020204" pitchFamily="34" charset="0"/>
              </a:rPr>
              <a:t>पदनाम/संवर्ग जिस पर पदोन्नति होनी है तथा उस पद/संवर्ग का वर्ग(CLASS).</a:t>
            </a:r>
          </a:p>
          <a:p>
            <a:pPr marL="539750" lvl="1" indent="-450850" algn="just">
              <a:buFont typeface="+mj-lt"/>
              <a:buAutoNum type="arabicParenR"/>
            </a:pPr>
            <a:r>
              <a:rPr lang="hi-IN" sz="2400" b="1" dirty="0">
                <a:solidFill>
                  <a:schemeClr val="tx1"/>
                </a:solidFill>
                <a:latin typeface="Kokila" panose="020B0604020202020204" pitchFamily="34" charset="0"/>
                <a:cs typeface="Kokila" panose="020B0604020202020204" pitchFamily="34" charset="0"/>
              </a:rPr>
              <a:t>पदनाम/संवर्ग जिससे पदोन्नति होनी है तथा उस पद/संवर्ग का वर्ग(CLASS)।</a:t>
            </a:r>
          </a:p>
          <a:p>
            <a:pPr marL="539750" lvl="1" indent="-450850" algn="just">
              <a:buFont typeface="+mj-lt"/>
              <a:buAutoNum type="arabicParenR"/>
            </a:pPr>
            <a:r>
              <a:rPr lang="hi-IN" sz="2400" b="1" dirty="0">
                <a:solidFill>
                  <a:schemeClr val="tx1"/>
                </a:solidFill>
                <a:latin typeface="Kokila" panose="020B0604020202020204" pitchFamily="34" charset="0"/>
                <a:cs typeface="Kokila" panose="020B0604020202020204" pitchFamily="34" charset="0"/>
              </a:rPr>
              <a:t>प्रस्तावित पदोन्नति में किसी प्रकार का विधिक स्थगन/ रोक न होने संबंधी घोषणा।</a:t>
            </a:r>
          </a:p>
          <a:p>
            <a:pPr marL="539750" lvl="1" indent="-450850" algn="just">
              <a:buFont typeface="+mj-lt"/>
              <a:buAutoNum type="arabicParenR"/>
            </a:pPr>
            <a:r>
              <a:rPr lang="hi-IN" sz="2400" b="1" dirty="0">
                <a:solidFill>
                  <a:schemeClr val="tx1"/>
                </a:solidFill>
                <a:latin typeface="Kokila" panose="020B0604020202020204" pitchFamily="34" charset="0"/>
                <a:cs typeface="Kokila" panose="020B0604020202020204" pitchFamily="34" charset="0"/>
              </a:rPr>
              <a:t>DPC हेतु नामित सदस्यों का विवरण. </a:t>
            </a:r>
          </a:p>
          <a:p>
            <a:pPr marL="539750" lvl="1" indent="-450850" algn="just">
              <a:buFont typeface="+mj-lt"/>
              <a:buAutoNum type="arabicParenR"/>
            </a:pPr>
            <a:r>
              <a:rPr lang="hi-IN" sz="2400" b="1" dirty="0">
                <a:solidFill>
                  <a:schemeClr val="tx1"/>
                </a:solidFill>
                <a:latin typeface="Kokila" panose="020B0604020202020204" pitchFamily="34" charset="0"/>
                <a:cs typeface="Kokila" panose="020B0604020202020204" pitchFamily="34" charset="0"/>
              </a:rPr>
              <a:t>उस पदनाम/संवर्ग पर कार्यरत अधिकारियों का विवरण, जिस पर पदोन्नति होनी है। </a:t>
            </a:r>
          </a:p>
          <a:p>
            <a:pPr marL="539750" lvl="1" indent="-450850" algn="just">
              <a:buFont typeface="+mj-lt"/>
              <a:buAutoNum type="arabicParenR"/>
            </a:pPr>
            <a:r>
              <a:rPr lang="hi-IN" sz="2400" b="1" dirty="0">
                <a:solidFill>
                  <a:schemeClr val="tx1"/>
                </a:solidFill>
                <a:latin typeface="Kokila" panose="020B0604020202020204" pitchFamily="34" charset="0"/>
                <a:cs typeface="Kokila" panose="020B0604020202020204" pitchFamily="34" charset="0"/>
              </a:rPr>
              <a:t>पदनाम/संवर्ग जिस पर पदोन्नति होनी है, हेतु स्वीकृत पद संख्या।</a:t>
            </a:r>
          </a:p>
          <a:p>
            <a:pPr marL="539750" lvl="1" indent="-450850" algn="just">
              <a:buFont typeface="+mj-lt"/>
              <a:buAutoNum type="arabicParenR"/>
            </a:pPr>
            <a:r>
              <a:rPr lang="hi-IN" sz="2400" b="1" dirty="0">
                <a:solidFill>
                  <a:schemeClr val="tx1"/>
                </a:solidFill>
                <a:latin typeface="Kokila" panose="020B0604020202020204" pitchFamily="34" charset="0"/>
                <a:cs typeface="Kokila" panose="020B0604020202020204" pitchFamily="34" charset="0"/>
              </a:rPr>
              <a:t>पदनाम/संवर्ग जिससे पदोन्नति होनी है पर कार्यरत अधिकारियों की अंतिम पदक्रम सूची.</a:t>
            </a:r>
          </a:p>
          <a:p>
            <a:pPr marL="539750" lvl="1" indent="-450850" algn="just">
              <a:buFont typeface="+mj-lt"/>
              <a:buAutoNum type="arabicParenR"/>
            </a:pPr>
            <a:r>
              <a:rPr lang="hi-IN" sz="2400" b="1" dirty="0">
                <a:solidFill>
                  <a:schemeClr val="tx1"/>
                </a:solidFill>
                <a:latin typeface="Kokila" panose="020B0604020202020204" pitchFamily="34" charset="0"/>
                <a:cs typeface="Kokila" panose="020B0604020202020204" pitchFamily="34" charset="0"/>
              </a:rPr>
              <a:t>पदनाम/संवर्ग जिससे पदोन्नति होनी है पर कार्यरत अधिकारियों का मूल्यांकन पत्रक</a:t>
            </a:r>
          </a:p>
        </p:txBody>
      </p:sp>
    </p:spTree>
    <p:extLst>
      <p:ext uri="{BB962C8B-B14F-4D97-AF65-F5344CB8AC3E}">
        <p14:creationId xmlns:p14="http://schemas.microsoft.com/office/powerpoint/2010/main" val="2435987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D45F8-A358-3698-B0DE-FFB6CAB593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0666B-96BE-F2DC-C9A6-C799CAADC8EA}"/>
              </a:ext>
            </a:extLst>
          </p:cNvPr>
          <p:cNvSpPr>
            <a:spLocks noGrp="1"/>
          </p:cNvSpPr>
          <p:nvPr>
            <p:ph type="title"/>
          </p:nvPr>
        </p:nvSpPr>
        <p:spPr>
          <a:xfrm>
            <a:off x="2295143" y="1463040"/>
            <a:ext cx="9178399" cy="704088"/>
          </a:xfrm>
        </p:spPr>
        <p:txBody>
          <a:bodyPr/>
          <a:lstStyle/>
          <a:p>
            <a:r>
              <a:rPr lang="en-US" dirty="0"/>
              <a:t>Introduction </a:t>
            </a:r>
            <a:r>
              <a:rPr lang="en-US" sz="2400" b="1" dirty="0"/>
              <a:t>(6 stages of </a:t>
            </a:r>
            <a:r>
              <a:rPr lang="en-US" sz="2400" b="1" dirty="0" err="1"/>
              <a:t>odpc</a:t>
            </a:r>
            <a:r>
              <a:rPr lang="en-US" sz="2400" b="1" dirty="0"/>
              <a:t>)</a:t>
            </a:r>
          </a:p>
        </p:txBody>
      </p:sp>
      <p:sp>
        <p:nvSpPr>
          <p:cNvPr id="3" name="Footer Placeholder 2">
            <a:extLst>
              <a:ext uri="{FF2B5EF4-FFF2-40B4-BE49-F238E27FC236}">
                <a16:creationId xmlns:a16="http://schemas.microsoft.com/office/drawing/2014/main" id="{02B552EA-CF4A-450F-EA1F-2543A75A2057}"/>
              </a:ext>
            </a:extLst>
          </p:cNvPr>
          <p:cNvSpPr>
            <a:spLocks noGrp="1"/>
          </p:cNvSpPr>
          <p:nvPr>
            <p:ph type="ftr" sz="quarter" idx="11"/>
          </p:nvPr>
        </p:nvSpPr>
        <p:spPr/>
        <p:txBody>
          <a:bodyPr/>
          <a:lstStyle/>
          <a:p>
            <a:r>
              <a:rPr lang="en-US" dirty="0"/>
              <a:t>Online DPC</a:t>
            </a:r>
          </a:p>
        </p:txBody>
      </p:sp>
      <p:sp>
        <p:nvSpPr>
          <p:cNvPr id="4" name="Slide Number Placeholder 3">
            <a:extLst>
              <a:ext uri="{FF2B5EF4-FFF2-40B4-BE49-F238E27FC236}">
                <a16:creationId xmlns:a16="http://schemas.microsoft.com/office/drawing/2014/main" id="{6CE9504C-4B9E-E858-E4F1-88F8188154B1}"/>
              </a:ext>
            </a:extLst>
          </p:cNvPr>
          <p:cNvSpPr>
            <a:spLocks noGrp="1"/>
          </p:cNvSpPr>
          <p:nvPr>
            <p:ph type="sldNum" sz="quarter" idx="12"/>
          </p:nvPr>
        </p:nvSpPr>
        <p:spPr/>
        <p:txBody>
          <a:bodyPr/>
          <a:lstStyle/>
          <a:p>
            <a:fld id="{5BFCF61C-3B18-4C03-8326-CC3B32D710C9}" type="slidenum">
              <a:rPr lang="en-US" smtClean="0"/>
              <a:pPr/>
              <a:t>4</a:t>
            </a:fld>
            <a:endParaRPr lang="en-US" dirty="0"/>
          </a:p>
        </p:txBody>
      </p:sp>
      <p:sp>
        <p:nvSpPr>
          <p:cNvPr id="5" name="Content Placeholder 4">
            <a:extLst>
              <a:ext uri="{FF2B5EF4-FFF2-40B4-BE49-F238E27FC236}">
                <a16:creationId xmlns:a16="http://schemas.microsoft.com/office/drawing/2014/main" id="{11C307FB-4526-5236-FCE6-00E0A21ACAF7}"/>
              </a:ext>
            </a:extLst>
          </p:cNvPr>
          <p:cNvSpPr>
            <a:spLocks noGrp="1"/>
          </p:cNvSpPr>
          <p:nvPr>
            <p:ph idx="1"/>
          </p:nvPr>
        </p:nvSpPr>
        <p:spPr>
          <a:xfrm>
            <a:off x="2295144" y="2732314"/>
            <a:ext cx="9657370" cy="3995057"/>
          </a:xfrm>
        </p:spPr>
        <p:txBody>
          <a:bodyPr/>
          <a:lstStyle/>
          <a:p>
            <a:pPr marL="342900" indent="-342900" algn="just">
              <a:buFont typeface="+mj-lt"/>
              <a:buAutoNum type="arabicPeriod" startAt="4"/>
            </a:pPr>
            <a:r>
              <a:rPr lang="hi-IN" sz="2400" dirty="0">
                <a:solidFill>
                  <a:schemeClr val="tx1"/>
                </a:solidFill>
                <a:latin typeface="Kokila" panose="020B0604020202020204" pitchFamily="34" charset="0"/>
                <a:cs typeface="Kokila" panose="020B0604020202020204" pitchFamily="34" charset="0"/>
              </a:rPr>
              <a:t>WORK FLOW MANAGEMENT - जिसके माध्यम से आयोग को प्राप्त पदोन्नति प्रस्ताव माननीय अध्यक्ष महोदय के ACCOUNT में प्राप्त होंगे तथा माननीय अध्यक्ष महोदय उक्त प्रस्तावों के आधार पर ONLINE DPC की प्रक्रिया हेतु स्वयं अथवा माननीय सदस्य गणों में से किसी एक को नामित करेंगे.</a:t>
            </a:r>
            <a:endParaRPr lang="hi-IN" sz="1400" dirty="0">
              <a:solidFill>
                <a:schemeClr val="tx1"/>
              </a:solidFill>
              <a:latin typeface="Kokila" panose="020B0604020202020204" pitchFamily="34" charset="0"/>
              <a:cs typeface="Kokila" panose="020B0604020202020204" pitchFamily="34" charset="0"/>
            </a:endParaRPr>
          </a:p>
          <a:p>
            <a:pPr marL="342900" indent="-342900" algn="just">
              <a:buFont typeface="+mj-lt"/>
              <a:buAutoNum type="arabicPeriod" startAt="4"/>
            </a:pPr>
            <a:r>
              <a:rPr lang="hi-IN" sz="2400" dirty="0">
                <a:solidFill>
                  <a:schemeClr val="tx1"/>
                </a:solidFill>
                <a:latin typeface="Kokila" panose="020B0604020202020204" pitchFamily="34" charset="0"/>
                <a:cs typeface="Kokila" panose="020B0604020202020204" pitchFamily="34" charset="0"/>
              </a:rPr>
              <a:t>DPC प्रस्ताव के आधार पर आयोग द्वारा ONLINE DPC हेतु तिथि व समय का निर्धारण – माननीय अध्यक्ष महोदय अथवा माननीय सदस्य महोदय जिन्हें  DPC हेतु नामित किया गया हो, द्वारा ONLINE DPC हेतु तिथि व समय का निर्धारण किया जाएगा.</a:t>
            </a:r>
            <a:endParaRPr lang="hi-IN" sz="2000" b="1" dirty="0">
              <a:solidFill>
                <a:schemeClr val="tx1"/>
              </a:solidFill>
              <a:latin typeface="Kokila" panose="020B0604020202020204" pitchFamily="34" charset="0"/>
              <a:cs typeface="Kokila" panose="020B0604020202020204" pitchFamily="34" charset="0"/>
            </a:endParaRPr>
          </a:p>
          <a:p>
            <a:pPr marL="342900" indent="-342900" algn="just">
              <a:buFont typeface="+mj-lt"/>
              <a:buAutoNum type="arabicPeriod" startAt="4"/>
            </a:pPr>
            <a:r>
              <a:rPr lang="hi-IN" sz="2400" dirty="0">
                <a:solidFill>
                  <a:schemeClr val="tx1"/>
                </a:solidFill>
                <a:latin typeface="Kokila" panose="020B0604020202020204" pitchFamily="34" charset="0"/>
                <a:cs typeface="Kokila" panose="020B0604020202020204" pitchFamily="34" charset="0"/>
              </a:rPr>
              <a:t>ONLINE DPC की कार्यवाही – निर्धारित तिथि व समय को DPC की कार्यवाही कर कार्यवाही विवरण जारी किया जाएगा. </a:t>
            </a:r>
            <a:endParaRPr lang="en-US" sz="2400" dirty="0">
              <a:solidFill>
                <a:schemeClr val="tx1"/>
              </a:solidFill>
              <a:latin typeface="Kokila" panose="020B0604020202020204" pitchFamily="34" charset="0"/>
              <a:cs typeface="Kokila" panose="020B0604020202020204" pitchFamily="34" charset="0"/>
            </a:endParaRPr>
          </a:p>
        </p:txBody>
      </p:sp>
    </p:spTree>
    <p:extLst>
      <p:ext uri="{BB962C8B-B14F-4D97-AF65-F5344CB8AC3E}">
        <p14:creationId xmlns:p14="http://schemas.microsoft.com/office/powerpoint/2010/main" val="3784740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DE3D-CB39-03D2-545F-5283024761BD}"/>
              </a:ext>
            </a:extLst>
          </p:cNvPr>
          <p:cNvSpPr>
            <a:spLocks noGrp="1"/>
          </p:cNvSpPr>
          <p:nvPr>
            <p:ph type="title"/>
          </p:nvPr>
        </p:nvSpPr>
        <p:spPr/>
        <p:txBody>
          <a:bodyPr/>
          <a:lstStyle/>
          <a:p>
            <a:r>
              <a:rPr lang="en-US" sz="4800" dirty="0"/>
              <a:t>REGISTRATION OF DEPARTMENTS</a:t>
            </a:r>
          </a:p>
        </p:txBody>
      </p:sp>
      <p:sp>
        <p:nvSpPr>
          <p:cNvPr id="12" name="Footer Placeholder 11">
            <a:extLst>
              <a:ext uri="{FF2B5EF4-FFF2-40B4-BE49-F238E27FC236}">
                <a16:creationId xmlns:a16="http://schemas.microsoft.com/office/drawing/2014/main" id="{119D6C7A-A7F7-E063-9A09-611D1FB1DBE6}"/>
              </a:ext>
            </a:extLst>
          </p:cNvPr>
          <p:cNvSpPr>
            <a:spLocks noGrp="1"/>
          </p:cNvSpPr>
          <p:nvPr>
            <p:ph type="ftr" sz="quarter" idx="11"/>
          </p:nvPr>
        </p:nvSpPr>
        <p:spPr/>
        <p:txBody>
          <a:bodyPr/>
          <a:lstStyle/>
          <a:p>
            <a:r>
              <a:rPr lang="en-US" dirty="0"/>
              <a:t>Online DPC</a:t>
            </a:r>
          </a:p>
        </p:txBody>
      </p:sp>
      <p:sp>
        <p:nvSpPr>
          <p:cNvPr id="5" name="Text Placeholder 4">
            <a:extLst>
              <a:ext uri="{FF2B5EF4-FFF2-40B4-BE49-F238E27FC236}">
                <a16:creationId xmlns:a16="http://schemas.microsoft.com/office/drawing/2014/main" id="{51683C73-2637-AC0E-5A6B-47B6C6CB9E2A}"/>
              </a:ext>
            </a:extLst>
          </p:cNvPr>
          <p:cNvSpPr>
            <a:spLocks noGrp="1"/>
          </p:cNvSpPr>
          <p:nvPr>
            <p:ph type="body" sz="quarter" idx="15"/>
          </p:nvPr>
        </p:nvSpPr>
        <p:spPr>
          <a:xfrm>
            <a:off x="365760" y="2808514"/>
            <a:ext cx="11430000" cy="4049486"/>
          </a:xfrm>
        </p:spPr>
        <p:txBody>
          <a:bodyPr/>
          <a:lstStyle/>
          <a:p>
            <a:pPr algn="just"/>
            <a:r>
              <a:rPr lang="hi-IN" sz="2400" b="1" dirty="0">
                <a:solidFill>
                  <a:schemeClr val="tx1"/>
                </a:solidFill>
                <a:latin typeface="Kokila" panose="020B0604020202020204" pitchFamily="34" charset="0"/>
                <a:cs typeface="Kokila" panose="020B0604020202020204" pitchFamily="34" charset="0"/>
              </a:rPr>
              <a:t>आयोग की वेबसाईट पर उपलब्ध लिंक के माध्यम से विभाग द्वारा अधिकृत (अवर सचिव अथवा वरिष्ठ अधिकारी) अधिकारी ONLINE DPC हेतु रजिस्ट्रेशन की प्रक्रिया कर सकेंगे. रजिस्ट्रेशन की प्रक्रिया हेतु विभाग एवं प्रशासकीय प्रमुख संबंधी विवरण एवं ONLINE DPC हेतु अधिकृत अधिकारी के संबंध में विवरण दर्ज करना होगा। </a:t>
            </a:r>
            <a:endParaRPr lang="en-IN" sz="2400" b="1" dirty="0">
              <a:solidFill>
                <a:schemeClr val="tx1"/>
              </a:solidFill>
              <a:latin typeface="Kokila" panose="020B0604020202020204" pitchFamily="34" charset="0"/>
              <a:cs typeface="Kokila" panose="020B0604020202020204" pitchFamily="34" charset="0"/>
            </a:endParaRPr>
          </a:p>
          <a:p>
            <a:pPr algn="just"/>
            <a:endParaRPr lang="hi-IN" sz="2000" b="1" dirty="0">
              <a:solidFill>
                <a:schemeClr val="tx1"/>
              </a:solidFill>
              <a:latin typeface="Kokila" panose="020B0604020202020204" pitchFamily="34" charset="0"/>
              <a:cs typeface="Kokila" panose="020B0604020202020204" pitchFamily="34" charset="0"/>
            </a:endParaRPr>
          </a:p>
          <a:p>
            <a:pPr algn="just"/>
            <a:r>
              <a:rPr lang="hi-IN" sz="2400" b="1" dirty="0">
                <a:solidFill>
                  <a:schemeClr val="tx1"/>
                </a:solidFill>
                <a:latin typeface="Kokila" panose="020B0604020202020204" pitchFamily="34" charset="0"/>
                <a:cs typeface="Kokila" panose="020B0604020202020204" pitchFamily="34" charset="0"/>
              </a:rPr>
              <a:t>रजिस्ट्रेशन की प्रक्रिया संपन्न होने पर डी.पी.सी. हेतु अधिकृत अधिकारी एवं प्रशासकीय प्रमुख को क्रमशः प्रथम एवं द्वितीय स्तर के आई.डी. एवं पासवर्ड उनके मोबाईल नम्बर एवं ई-मेल आई.डी. पर प्राप्त होंगे।</a:t>
            </a:r>
            <a:endParaRPr lang="en-US" sz="2400" b="1" dirty="0">
              <a:solidFill>
                <a:schemeClr val="tx1"/>
              </a:solidFill>
              <a:latin typeface="Kokila" panose="020B0604020202020204" pitchFamily="34" charset="0"/>
              <a:cs typeface="Kokila" panose="020B0604020202020204" pitchFamily="34" charset="0"/>
            </a:endParaRPr>
          </a:p>
        </p:txBody>
      </p:sp>
      <p:sp>
        <p:nvSpPr>
          <p:cNvPr id="13" name="Slide Number Placeholder 12">
            <a:extLst>
              <a:ext uri="{FF2B5EF4-FFF2-40B4-BE49-F238E27FC236}">
                <a16:creationId xmlns:a16="http://schemas.microsoft.com/office/drawing/2014/main" id="{941D71DF-7225-6C66-9D2B-FAACEFF20849}"/>
              </a:ext>
            </a:extLst>
          </p:cNvPr>
          <p:cNvSpPr>
            <a:spLocks noGrp="1"/>
          </p:cNvSpPr>
          <p:nvPr>
            <p:ph type="sldNum" sz="quarter" idx="12"/>
          </p:nvPr>
        </p:nvSpPr>
        <p:spPr/>
        <p:txBody>
          <a:bodyPr/>
          <a:lstStyle/>
          <a:p>
            <a:fld id="{5BFCF61C-3B18-4C03-8326-CC3B32D710C9}" type="slidenum">
              <a:rPr lang="en-US" smtClean="0"/>
              <a:pPr/>
              <a:t>5</a:t>
            </a:fld>
            <a:endParaRPr lang="en-US"/>
          </a:p>
        </p:txBody>
      </p:sp>
    </p:spTree>
    <p:extLst>
      <p:ext uri="{BB962C8B-B14F-4D97-AF65-F5344CB8AC3E}">
        <p14:creationId xmlns:p14="http://schemas.microsoft.com/office/powerpoint/2010/main" val="3979194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C85BE-89F9-95B6-31FD-9EA863EF04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DDCD9-0EC3-3BA0-7484-AA2AF9D817DE}"/>
              </a:ext>
            </a:extLst>
          </p:cNvPr>
          <p:cNvSpPr>
            <a:spLocks noGrp="1"/>
          </p:cNvSpPr>
          <p:nvPr>
            <p:ph type="title"/>
          </p:nvPr>
        </p:nvSpPr>
        <p:spPr>
          <a:xfrm>
            <a:off x="0" y="1399032"/>
            <a:ext cx="3048000" cy="1682749"/>
          </a:xfrm>
        </p:spPr>
        <p:txBody>
          <a:bodyPr/>
          <a:lstStyle/>
          <a:p>
            <a:pPr algn="ctr">
              <a:lnSpc>
                <a:spcPct val="150000"/>
              </a:lnSpc>
            </a:pPr>
            <a:r>
              <a:rPr lang="en-US" sz="2400" b="1" dirty="0">
                <a:effectLst>
                  <a:outerShdw blurRad="38100" dist="38100" dir="2700000" algn="tl">
                    <a:srgbClr val="000000">
                      <a:alpha val="43137"/>
                    </a:srgbClr>
                  </a:outerShdw>
                </a:effectLst>
              </a:rPr>
              <a:t>REGISTRATION</a:t>
            </a:r>
            <a:br>
              <a:rPr lang="en-US" sz="2400" b="1" dirty="0">
                <a:effectLst>
                  <a:outerShdw blurRad="38100" dist="38100" dir="2700000" algn="tl">
                    <a:srgbClr val="000000">
                      <a:alpha val="43137"/>
                    </a:srgbClr>
                  </a:outerShdw>
                </a:effectLst>
              </a:rPr>
            </a:br>
            <a:r>
              <a:rPr lang="en-US" sz="2400" b="1" dirty="0">
                <a:effectLst>
                  <a:outerShdw blurRad="38100" dist="38100" dir="2700000" algn="tl">
                    <a:srgbClr val="000000">
                      <a:alpha val="43137"/>
                    </a:srgbClr>
                  </a:outerShdw>
                </a:effectLst>
              </a:rPr>
              <a:t>OF </a:t>
            </a:r>
            <a:br>
              <a:rPr lang="en-US" sz="2400" b="1" dirty="0">
                <a:effectLst>
                  <a:outerShdw blurRad="38100" dist="38100" dir="2700000" algn="tl">
                    <a:srgbClr val="000000">
                      <a:alpha val="43137"/>
                    </a:srgbClr>
                  </a:outerShdw>
                </a:effectLst>
              </a:rPr>
            </a:br>
            <a:r>
              <a:rPr lang="en-US" sz="2400" b="1" dirty="0">
                <a:effectLst>
                  <a:outerShdw blurRad="38100" dist="38100" dir="2700000" algn="tl">
                    <a:srgbClr val="000000">
                      <a:alpha val="43137"/>
                    </a:srgbClr>
                  </a:outerShdw>
                </a:effectLst>
              </a:rPr>
              <a:t>DEPARTMENTS</a:t>
            </a:r>
            <a:br>
              <a:rPr lang="en-US" sz="3200" dirty="0"/>
            </a:br>
            <a:endParaRPr lang="en-US" sz="3200" dirty="0"/>
          </a:p>
        </p:txBody>
      </p:sp>
      <p:sp>
        <p:nvSpPr>
          <p:cNvPr id="12" name="Footer Placeholder 11">
            <a:extLst>
              <a:ext uri="{FF2B5EF4-FFF2-40B4-BE49-F238E27FC236}">
                <a16:creationId xmlns:a16="http://schemas.microsoft.com/office/drawing/2014/main" id="{D4F90054-5EEE-9D8C-14F1-15A92DF9A241}"/>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F2F325C2-42C2-FF6E-2065-D3D854FF7FBE}"/>
              </a:ext>
            </a:extLst>
          </p:cNvPr>
          <p:cNvSpPr>
            <a:spLocks noGrp="1"/>
          </p:cNvSpPr>
          <p:nvPr>
            <p:ph type="sldNum" sz="quarter" idx="12"/>
          </p:nvPr>
        </p:nvSpPr>
        <p:spPr/>
        <p:txBody>
          <a:bodyPr/>
          <a:lstStyle/>
          <a:p>
            <a:fld id="{5BFCF61C-3B18-4C03-8326-CC3B32D710C9}" type="slidenum">
              <a:rPr lang="en-US" smtClean="0"/>
              <a:pPr/>
              <a:t>6</a:t>
            </a:fld>
            <a:endParaRPr lang="en-US"/>
          </a:p>
        </p:txBody>
      </p:sp>
      <p:sp>
        <p:nvSpPr>
          <p:cNvPr id="17" name="TextBox 16">
            <a:extLst>
              <a:ext uri="{FF2B5EF4-FFF2-40B4-BE49-F238E27FC236}">
                <a16:creationId xmlns:a16="http://schemas.microsoft.com/office/drawing/2014/main" id="{4DF3E04B-50CC-875D-E23B-333A72FD3996}"/>
              </a:ext>
            </a:extLst>
          </p:cNvPr>
          <p:cNvSpPr txBox="1"/>
          <p:nvPr/>
        </p:nvSpPr>
        <p:spPr>
          <a:xfrm>
            <a:off x="3437514" y="4840073"/>
            <a:ext cx="8429684" cy="261610"/>
          </a:xfrm>
          <a:prstGeom prst="rect">
            <a:avLst/>
          </a:prstGeom>
          <a:noFill/>
        </p:spPr>
        <p:txBody>
          <a:bodyPr wrap="square" rtlCol="0">
            <a:spAutoFit/>
          </a:bodyPr>
          <a:lstStyle/>
          <a:p>
            <a:pPr algn="ctr"/>
            <a:r>
              <a:rPr lang="en-IN" sz="1100" b="1" dirty="0">
                <a:solidFill>
                  <a:srgbClr val="002060"/>
                </a:solidFill>
              </a:rPr>
              <a:t>PROPOSED AND DESIGNED BY – G. </a:t>
            </a:r>
            <a:r>
              <a:rPr lang="en-IN" sz="1100" b="1" dirty="0" err="1">
                <a:solidFill>
                  <a:srgbClr val="002060"/>
                </a:solidFill>
              </a:rPr>
              <a:t>RATHOD</a:t>
            </a:r>
            <a:r>
              <a:rPr lang="en-IN" sz="1100" b="1" dirty="0">
                <a:solidFill>
                  <a:srgbClr val="002060"/>
                </a:solidFill>
              </a:rPr>
              <a:t>, OFFICER </a:t>
            </a:r>
            <a:r>
              <a:rPr lang="en-IN" sz="1100" b="1" dirty="0" err="1">
                <a:solidFill>
                  <a:srgbClr val="002060"/>
                </a:solidFill>
              </a:rPr>
              <a:t>IN</a:t>
            </a:r>
            <a:r>
              <a:rPr lang="en-IN" sz="1100" b="1" dirty="0">
                <a:solidFill>
                  <a:srgbClr val="002060"/>
                </a:solidFill>
              </a:rPr>
              <a:t>-CHARGE, IT SECTION, </a:t>
            </a:r>
            <a:r>
              <a:rPr lang="en-IN" sz="1100" b="1" dirty="0" err="1">
                <a:solidFill>
                  <a:srgbClr val="002060"/>
                </a:solidFill>
              </a:rPr>
              <a:t>CGPSC</a:t>
            </a:r>
            <a:endParaRPr lang="en-US" sz="1100" b="1" dirty="0">
              <a:solidFill>
                <a:srgbClr val="002060"/>
              </a:solidFill>
            </a:endParaRPr>
          </a:p>
        </p:txBody>
      </p:sp>
      <p:sp>
        <p:nvSpPr>
          <p:cNvPr id="18" name="Rectangle 17">
            <a:extLst>
              <a:ext uri="{FF2B5EF4-FFF2-40B4-BE49-F238E27FC236}">
                <a16:creationId xmlns:a16="http://schemas.microsoft.com/office/drawing/2014/main" id="{F8C9A367-5CC3-9DDD-7417-6560C6E15123}"/>
              </a:ext>
            </a:extLst>
          </p:cNvPr>
          <p:cNvSpPr/>
          <p:nvPr/>
        </p:nvSpPr>
        <p:spPr>
          <a:xfrm>
            <a:off x="3366076" y="982421"/>
            <a:ext cx="8429684" cy="5072098"/>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t"/>
          <a:lstStyle/>
          <a:p>
            <a:pPr algn="just"/>
            <a:endParaRPr lang="en-US" dirty="0">
              <a:solidFill>
                <a:srgbClr val="0070C0"/>
              </a:solidFill>
            </a:endParaRPr>
          </a:p>
        </p:txBody>
      </p:sp>
      <p:sp>
        <p:nvSpPr>
          <p:cNvPr id="19" name="TextBox 18">
            <a:extLst>
              <a:ext uri="{FF2B5EF4-FFF2-40B4-BE49-F238E27FC236}">
                <a16:creationId xmlns:a16="http://schemas.microsoft.com/office/drawing/2014/main" id="{DC90BDA2-14CF-C37F-60DB-79CBF5097CFA}"/>
              </a:ext>
            </a:extLst>
          </p:cNvPr>
          <p:cNvSpPr txBox="1"/>
          <p:nvPr/>
        </p:nvSpPr>
        <p:spPr>
          <a:xfrm>
            <a:off x="6149810" y="1222523"/>
            <a:ext cx="5286412" cy="369332"/>
          </a:xfrm>
          <a:prstGeom prst="rect">
            <a:avLst/>
          </a:prstGeom>
          <a:solidFill>
            <a:schemeClr val="accent5">
              <a:lumMod val="75000"/>
            </a:schemeClr>
          </a:solidFill>
        </p:spPr>
        <p:txBody>
          <a:bodyPr wrap="square" rtlCol="0">
            <a:spAutoFit/>
          </a:bodyPr>
          <a:lstStyle/>
          <a:p>
            <a:r>
              <a:rPr lang="en-IN" dirty="0"/>
              <a:t>SELECT NAME OF DEPARTMENT</a:t>
            </a:r>
          </a:p>
        </p:txBody>
      </p:sp>
      <p:sp>
        <p:nvSpPr>
          <p:cNvPr id="20" name="TextBox 19">
            <a:extLst>
              <a:ext uri="{FF2B5EF4-FFF2-40B4-BE49-F238E27FC236}">
                <a16:creationId xmlns:a16="http://schemas.microsoft.com/office/drawing/2014/main" id="{715F9E00-F027-50D8-597F-78A2C3E4F9B9}"/>
              </a:ext>
            </a:extLst>
          </p:cNvPr>
          <p:cNvSpPr txBox="1"/>
          <p:nvPr/>
        </p:nvSpPr>
        <p:spPr>
          <a:xfrm>
            <a:off x="6580786" y="3068113"/>
            <a:ext cx="4828201" cy="279797"/>
          </a:xfrm>
          <a:prstGeom prst="rect">
            <a:avLst/>
          </a:prstGeom>
          <a:noFill/>
          <a:ln w="12700">
            <a:solidFill>
              <a:schemeClr val="accent1">
                <a:lumMod val="50000"/>
              </a:schemeClr>
            </a:solidFill>
          </a:ln>
        </p:spPr>
        <p:txBody>
          <a:bodyPr wrap="square" rtlCol="0">
            <a:spAutoFit/>
          </a:bodyPr>
          <a:lstStyle/>
          <a:p>
            <a:r>
              <a:rPr lang="en-IN" sz="1400" b="1" dirty="0">
                <a:solidFill>
                  <a:schemeClr val="bg1"/>
                </a:solidFill>
                <a:latin typeface="Cambria" pitchFamily="18" charset="0"/>
              </a:rPr>
              <a:t>MR. A. B. CDEF</a:t>
            </a:r>
          </a:p>
        </p:txBody>
      </p:sp>
      <p:sp>
        <p:nvSpPr>
          <p:cNvPr id="21" name="Rounded Rectangle 12">
            <a:extLst>
              <a:ext uri="{FF2B5EF4-FFF2-40B4-BE49-F238E27FC236}">
                <a16:creationId xmlns:a16="http://schemas.microsoft.com/office/drawing/2014/main" id="{09D2DB54-6757-349F-408B-DFEA9AAE72AE}"/>
              </a:ext>
            </a:extLst>
          </p:cNvPr>
          <p:cNvSpPr/>
          <p:nvPr/>
        </p:nvSpPr>
        <p:spPr>
          <a:xfrm>
            <a:off x="9081116" y="5669193"/>
            <a:ext cx="2357454" cy="357190"/>
          </a:xfrm>
          <a:prstGeom prst="roundRect">
            <a:avLst/>
          </a:prstGeom>
          <a:solidFill>
            <a:schemeClr val="accent1">
              <a:alpha val="6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REGISTER</a:t>
            </a:r>
          </a:p>
        </p:txBody>
      </p:sp>
      <p:sp>
        <p:nvSpPr>
          <p:cNvPr id="22" name="TextBox 21">
            <a:extLst>
              <a:ext uri="{FF2B5EF4-FFF2-40B4-BE49-F238E27FC236}">
                <a16:creationId xmlns:a16="http://schemas.microsoft.com/office/drawing/2014/main" id="{E608FCCB-DABA-6FA4-E99F-7B786367F472}"/>
              </a:ext>
            </a:extLst>
          </p:cNvPr>
          <p:cNvSpPr txBox="1"/>
          <p:nvPr/>
        </p:nvSpPr>
        <p:spPr>
          <a:xfrm>
            <a:off x="3651828" y="1125297"/>
            <a:ext cx="2643206" cy="523220"/>
          </a:xfrm>
          <a:prstGeom prst="rect">
            <a:avLst/>
          </a:prstGeom>
          <a:noFill/>
        </p:spPr>
        <p:txBody>
          <a:bodyPr wrap="square" rtlCol="0">
            <a:spAutoFit/>
          </a:bodyPr>
          <a:lstStyle/>
          <a:p>
            <a:r>
              <a:rPr lang="hi-IN" sz="2800" dirty="0">
                <a:latin typeface="Kokila" panose="020B0604020202020204" pitchFamily="34" charset="0"/>
                <a:cs typeface="Kokila" panose="020B0604020202020204" pitchFamily="34" charset="0"/>
              </a:rPr>
              <a:t>विभाग का नाम - </a:t>
            </a:r>
            <a:endParaRPr lang="en-IN" sz="2800" dirty="0">
              <a:latin typeface="Kokila" panose="020B0604020202020204" pitchFamily="34" charset="0"/>
              <a:cs typeface="Kokila" panose="020B0604020202020204" pitchFamily="34" charset="0"/>
            </a:endParaRPr>
          </a:p>
        </p:txBody>
      </p:sp>
      <p:sp>
        <p:nvSpPr>
          <p:cNvPr id="23" name="TextBox 22">
            <a:extLst>
              <a:ext uri="{FF2B5EF4-FFF2-40B4-BE49-F238E27FC236}">
                <a16:creationId xmlns:a16="http://schemas.microsoft.com/office/drawing/2014/main" id="{C6B66125-B60E-E330-896B-8C74D8C98EF0}"/>
              </a:ext>
            </a:extLst>
          </p:cNvPr>
          <p:cNvSpPr txBox="1"/>
          <p:nvPr/>
        </p:nvSpPr>
        <p:spPr>
          <a:xfrm>
            <a:off x="6152158" y="1553925"/>
            <a:ext cx="5286412" cy="1384995"/>
          </a:xfrm>
          <a:prstGeom prst="rect">
            <a:avLst/>
          </a:prstGeom>
          <a:solidFill>
            <a:schemeClr val="accent1">
              <a:alpha val="61000"/>
            </a:schemeClr>
          </a:solidFill>
          <a:ln>
            <a:solidFill>
              <a:schemeClr val="tx1">
                <a:lumMod val="95000"/>
                <a:lumOff val="5000"/>
              </a:schemeClr>
            </a:solidFill>
          </a:ln>
        </p:spPr>
        <p:txBody>
          <a:bodyPr wrap="square" rtlCol="0">
            <a:spAutoFit/>
          </a:bodyPr>
          <a:lstStyle/>
          <a:p>
            <a:r>
              <a:rPr lang="en-IN" sz="1400" dirty="0"/>
              <a:t>CHHATTISGARH PUBLIC SERVICE COMMISSION</a:t>
            </a:r>
          </a:p>
          <a:p>
            <a:r>
              <a:rPr lang="en-IN" sz="1400" dirty="0"/>
              <a:t>GENERAL ADMINISTRATION DEPARTMENT</a:t>
            </a:r>
          </a:p>
          <a:p>
            <a:r>
              <a:rPr lang="en-IN" sz="1400" dirty="0"/>
              <a:t>SCHOOL EDUCAION DEPARTMENT</a:t>
            </a:r>
          </a:p>
          <a:p>
            <a:r>
              <a:rPr lang="en-IN" sz="1400" dirty="0"/>
              <a:t>HIGHER EDUCATION DEPARTMENT </a:t>
            </a:r>
          </a:p>
          <a:p>
            <a:r>
              <a:rPr lang="en-IN" sz="1400" dirty="0"/>
              <a:t>FINANCE DEPARTMENT</a:t>
            </a:r>
          </a:p>
          <a:p>
            <a:r>
              <a:rPr lang="en-IN" sz="1400" dirty="0"/>
              <a:t>AGRICULTURE DEPARTMENT</a:t>
            </a:r>
          </a:p>
        </p:txBody>
      </p:sp>
      <p:sp>
        <p:nvSpPr>
          <p:cNvPr id="24" name="TextBox 23">
            <a:extLst>
              <a:ext uri="{FF2B5EF4-FFF2-40B4-BE49-F238E27FC236}">
                <a16:creationId xmlns:a16="http://schemas.microsoft.com/office/drawing/2014/main" id="{9A1BE856-4326-420A-529E-2A865D9D9082}"/>
              </a:ext>
            </a:extLst>
          </p:cNvPr>
          <p:cNvSpPr txBox="1"/>
          <p:nvPr/>
        </p:nvSpPr>
        <p:spPr>
          <a:xfrm>
            <a:off x="6152158" y="1256031"/>
            <a:ext cx="5286412" cy="307777"/>
          </a:xfrm>
          <a:prstGeom prst="rect">
            <a:avLst/>
          </a:prstGeom>
          <a:solidFill>
            <a:schemeClr val="accent5">
              <a:lumMod val="75000"/>
            </a:schemeClr>
          </a:solidFill>
        </p:spPr>
        <p:txBody>
          <a:bodyPr wrap="square" rtlCol="0">
            <a:spAutoFit/>
          </a:bodyPr>
          <a:lstStyle/>
          <a:p>
            <a:r>
              <a:rPr lang="hi-IN" sz="1400" b="1" dirty="0"/>
              <a:t>HIGHER  EDUCATION DEPARTMENT</a:t>
            </a:r>
            <a:endParaRPr lang="en-IN" sz="1400" b="1" dirty="0"/>
          </a:p>
        </p:txBody>
      </p:sp>
      <p:sp>
        <p:nvSpPr>
          <p:cNvPr id="25" name="Isosceles Triangle 24">
            <a:extLst>
              <a:ext uri="{FF2B5EF4-FFF2-40B4-BE49-F238E27FC236}">
                <a16:creationId xmlns:a16="http://schemas.microsoft.com/office/drawing/2014/main" id="{0A05B9FB-41EB-631D-84F2-EA27EACC8C18}"/>
              </a:ext>
            </a:extLst>
          </p:cNvPr>
          <p:cNvSpPr/>
          <p:nvPr/>
        </p:nvSpPr>
        <p:spPr>
          <a:xfrm rot="10800000">
            <a:off x="10867066" y="1268173"/>
            <a:ext cx="500066" cy="21431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6" name="Picture 25" descr="POINTER.png">
            <a:extLst>
              <a:ext uri="{FF2B5EF4-FFF2-40B4-BE49-F238E27FC236}">
                <a16:creationId xmlns:a16="http://schemas.microsoft.com/office/drawing/2014/main" id="{274EC615-91AE-240F-5718-1AED65E666B6}"/>
              </a:ext>
            </a:extLst>
          </p:cNvPr>
          <p:cNvPicPr>
            <a:picLocks noChangeAspect="1"/>
          </p:cNvPicPr>
          <p:nvPr/>
        </p:nvPicPr>
        <p:blipFill>
          <a:blip r:embed="rId3" cstate="print"/>
          <a:stretch>
            <a:fillRect/>
          </a:stretch>
        </p:blipFill>
        <p:spPr>
          <a:xfrm>
            <a:off x="11210562" y="1468793"/>
            <a:ext cx="225660" cy="225660"/>
          </a:xfrm>
          <a:prstGeom prst="rect">
            <a:avLst/>
          </a:prstGeom>
        </p:spPr>
      </p:pic>
      <p:sp>
        <p:nvSpPr>
          <p:cNvPr id="27" name="TextBox 26">
            <a:extLst>
              <a:ext uri="{FF2B5EF4-FFF2-40B4-BE49-F238E27FC236}">
                <a16:creationId xmlns:a16="http://schemas.microsoft.com/office/drawing/2014/main" id="{15B3673F-F25A-E6FB-1F45-011B5831F476}"/>
              </a:ext>
            </a:extLst>
          </p:cNvPr>
          <p:cNvSpPr txBox="1"/>
          <p:nvPr/>
        </p:nvSpPr>
        <p:spPr>
          <a:xfrm>
            <a:off x="3649480" y="1629778"/>
            <a:ext cx="1628576" cy="1200329"/>
          </a:xfrm>
          <a:prstGeom prst="rect">
            <a:avLst/>
          </a:prstGeom>
          <a:noFill/>
        </p:spPr>
        <p:txBody>
          <a:bodyPr wrap="square" rtlCol="0">
            <a:spAutoFit/>
          </a:bodyPr>
          <a:lstStyle/>
          <a:p>
            <a:r>
              <a:rPr lang="hi-IN" sz="2400" b="1" dirty="0">
                <a:solidFill>
                  <a:schemeClr val="accent1">
                    <a:lumMod val="75000"/>
                  </a:schemeClr>
                </a:solidFill>
                <a:latin typeface="Kokila" panose="020B0604020202020204" pitchFamily="34" charset="0"/>
                <a:cs typeface="Kokila" panose="020B0604020202020204" pitchFamily="34" charset="0"/>
              </a:rPr>
              <a:t>जिला – रायपुर</a:t>
            </a:r>
            <a:r>
              <a:rPr lang="hi-IN" sz="1600" b="1" dirty="0">
                <a:solidFill>
                  <a:schemeClr val="accent1">
                    <a:lumMod val="75000"/>
                  </a:schemeClr>
                </a:solidFill>
              </a:rPr>
              <a:t> </a:t>
            </a:r>
          </a:p>
          <a:p>
            <a:r>
              <a:rPr lang="hi-IN" sz="2400" b="1" dirty="0">
                <a:solidFill>
                  <a:schemeClr val="accent1">
                    <a:lumMod val="75000"/>
                  </a:schemeClr>
                </a:solidFill>
                <a:latin typeface="Kokila" panose="020B0604020202020204" pitchFamily="34" charset="0"/>
                <a:cs typeface="Kokila" panose="020B0604020202020204" pitchFamily="34" charset="0"/>
              </a:rPr>
              <a:t>स्थान – रायपुर</a:t>
            </a:r>
          </a:p>
          <a:p>
            <a:r>
              <a:rPr lang="hi-IN" sz="2400" b="1" dirty="0">
                <a:solidFill>
                  <a:schemeClr val="accent1">
                    <a:lumMod val="75000"/>
                  </a:schemeClr>
                </a:solidFill>
                <a:latin typeface="Kokila" panose="020B0604020202020204" pitchFamily="34" charset="0"/>
                <a:cs typeface="Kokila" panose="020B0604020202020204" pitchFamily="34" charset="0"/>
              </a:rPr>
              <a:t>पिन –  492001</a:t>
            </a:r>
            <a:endParaRPr lang="en-IN" sz="2400" b="1" dirty="0">
              <a:solidFill>
                <a:schemeClr val="accent1">
                  <a:lumMod val="75000"/>
                </a:schemeClr>
              </a:solidFill>
              <a:latin typeface="Kokila" panose="020B0604020202020204" pitchFamily="34" charset="0"/>
              <a:cs typeface="Kokila" panose="020B0604020202020204" pitchFamily="34" charset="0"/>
            </a:endParaRPr>
          </a:p>
        </p:txBody>
      </p:sp>
      <p:sp>
        <p:nvSpPr>
          <p:cNvPr id="28" name="TextBox 27">
            <a:extLst>
              <a:ext uri="{FF2B5EF4-FFF2-40B4-BE49-F238E27FC236}">
                <a16:creationId xmlns:a16="http://schemas.microsoft.com/office/drawing/2014/main" id="{23F9FB35-96FC-5B0B-680F-184C75D2C57E}"/>
              </a:ext>
            </a:extLst>
          </p:cNvPr>
          <p:cNvSpPr txBox="1"/>
          <p:nvPr/>
        </p:nvSpPr>
        <p:spPr>
          <a:xfrm>
            <a:off x="3651828" y="3041981"/>
            <a:ext cx="2643206" cy="400110"/>
          </a:xfrm>
          <a:prstGeom prst="rect">
            <a:avLst/>
          </a:prstGeom>
          <a:noFill/>
        </p:spPr>
        <p:txBody>
          <a:bodyPr wrap="square" rtlCol="0">
            <a:spAutoFit/>
          </a:bodyPr>
          <a:lstStyle/>
          <a:p>
            <a:r>
              <a:rPr lang="hi-IN" sz="2000" b="1" dirty="0">
                <a:latin typeface="Kokila" panose="020B0604020202020204" pitchFamily="34" charset="0"/>
                <a:cs typeface="Kokila" panose="020B0604020202020204" pitchFamily="34" charset="0"/>
              </a:rPr>
              <a:t>प्रशासकीय प्रमुख का नाम - </a:t>
            </a:r>
            <a:endParaRPr lang="en-IN" sz="2000" b="1" dirty="0">
              <a:latin typeface="Kokila" panose="020B0604020202020204" pitchFamily="34" charset="0"/>
              <a:cs typeface="Kokila" panose="020B0604020202020204" pitchFamily="34" charset="0"/>
            </a:endParaRPr>
          </a:p>
        </p:txBody>
      </p:sp>
      <p:sp>
        <p:nvSpPr>
          <p:cNvPr id="29" name="TextBox 28">
            <a:extLst>
              <a:ext uri="{FF2B5EF4-FFF2-40B4-BE49-F238E27FC236}">
                <a16:creationId xmlns:a16="http://schemas.microsoft.com/office/drawing/2014/main" id="{CB408B1C-93FD-87C1-7FC6-B7B3ABFC1CC5}"/>
              </a:ext>
            </a:extLst>
          </p:cNvPr>
          <p:cNvSpPr txBox="1"/>
          <p:nvPr/>
        </p:nvSpPr>
        <p:spPr>
          <a:xfrm>
            <a:off x="3651828" y="3399171"/>
            <a:ext cx="3357586" cy="400110"/>
          </a:xfrm>
          <a:prstGeom prst="rect">
            <a:avLst/>
          </a:prstGeom>
          <a:noFill/>
        </p:spPr>
        <p:txBody>
          <a:bodyPr wrap="square" rtlCol="0">
            <a:spAutoFit/>
          </a:bodyPr>
          <a:lstStyle/>
          <a:p>
            <a:r>
              <a:rPr lang="hi-IN" sz="2000" b="1" dirty="0">
                <a:latin typeface="Kokila" panose="020B0604020202020204" pitchFamily="34" charset="0"/>
                <a:cs typeface="Kokila" panose="020B0604020202020204" pitchFamily="34" charset="0"/>
              </a:rPr>
              <a:t>प्रशासकीय प्रमुख का पदनाम - </a:t>
            </a:r>
            <a:endParaRPr lang="en-IN" sz="2000" b="1" dirty="0">
              <a:latin typeface="Kokila" panose="020B0604020202020204" pitchFamily="34" charset="0"/>
              <a:cs typeface="Kokila" panose="020B0604020202020204" pitchFamily="34" charset="0"/>
            </a:endParaRPr>
          </a:p>
        </p:txBody>
      </p:sp>
      <p:sp>
        <p:nvSpPr>
          <p:cNvPr id="30" name="TextBox 29">
            <a:extLst>
              <a:ext uri="{FF2B5EF4-FFF2-40B4-BE49-F238E27FC236}">
                <a16:creationId xmlns:a16="http://schemas.microsoft.com/office/drawing/2014/main" id="{D2FB762E-A61E-4745-4E71-686B9B14D4F3}"/>
              </a:ext>
            </a:extLst>
          </p:cNvPr>
          <p:cNvSpPr txBox="1"/>
          <p:nvPr/>
        </p:nvSpPr>
        <p:spPr>
          <a:xfrm>
            <a:off x="6580786" y="3411313"/>
            <a:ext cx="4828201" cy="307777"/>
          </a:xfrm>
          <a:prstGeom prst="rect">
            <a:avLst/>
          </a:prstGeom>
          <a:noFill/>
          <a:ln w="12700">
            <a:solidFill>
              <a:schemeClr val="accent1">
                <a:lumMod val="50000"/>
              </a:schemeClr>
            </a:solidFill>
          </a:ln>
        </p:spPr>
        <p:txBody>
          <a:bodyPr wrap="square" rtlCol="0">
            <a:spAutoFit/>
          </a:bodyPr>
          <a:lstStyle/>
          <a:p>
            <a:r>
              <a:rPr lang="en-IN" sz="1400" b="1" dirty="0">
                <a:solidFill>
                  <a:schemeClr val="bg1"/>
                </a:solidFill>
                <a:latin typeface="Cambria" pitchFamily="18" charset="0"/>
              </a:rPr>
              <a:t>SECRETARY</a:t>
            </a:r>
          </a:p>
        </p:txBody>
      </p:sp>
      <p:sp>
        <p:nvSpPr>
          <p:cNvPr id="31" name="TextBox 30">
            <a:extLst>
              <a:ext uri="{FF2B5EF4-FFF2-40B4-BE49-F238E27FC236}">
                <a16:creationId xmlns:a16="http://schemas.microsoft.com/office/drawing/2014/main" id="{E6E52E64-D3EF-394E-9BE3-5BC81F1DBE38}"/>
              </a:ext>
            </a:extLst>
          </p:cNvPr>
          <p:cNvSpPr txBox="1"/>
          <p:nvPr/>
        </p:nvSpPr>
        <p:spPr>
          <a:xfrm>
            <a:off x="3651828" y="3756361"/>
            <a:ext cx="5715040" cy="400110"/>
          </a:xfrm>
          <a:prstGeom prst="rect">
            <a:avLst/>
          </a:prstGeom>
          <a:noFill/>
        </p:spPr>
        <p:txBody>
          <a:bodyPr wrap="square" rtlCol="0">
            <a:spAutoFit/>
          </a:bodyPr>
          <a:lstStyle/>
          <a:p>
            <a:r>
              <a:rPr lang="hi-IN" sz="2000" b="1" dirty="0">
                <a:latin typeface="Kokila" panose="020B0604020202020204" pitchFamily="34" charset="0"/>
                <a:cs typeface="Kokila" panose="020B0604020202020204" pitchFamily="34" charset="0"/>
              </a:rPr>
              <a:t>प्रशासकीय प्रमुख का मोबाइल नंबर(FOR ID AND PASSWORD)  - </a:t>
            </a:r>
            <a:endParaRPr lang="en-IN" sz="2000" b="1" dirty="0">
              <a:latin typeface="Kokila" panose="020B0604020202020204" pitchFamily="34" charset="0"/>
              <a:cs typeface="Kokila" panose="020B0604020202020204" pitchFamily="34" charset="0"/>
            </a:endParaRPr>
          </a:p>
        </p:txBody>
      </p:sp>
      <p:sp>
        <p:nvSpPr>
          <p:cNvPr id="32" name="TextBox 31">
            <a:extLst>
              <a:ext uri="{FF2B5EF4-FFF2-40B4-BE49-F238E27FC236}">
                <a16:creationId xmlns:a16="http://schemas.microsoft.com/office/drawing/2014/main" id="{C163178E-04A0-F42C-A526-035547F5FB8C}"/>
              </a:ext>
            </a:extLst>
          </p:cNvPr>
          <p:cNvSpPr txBox="1"/>
          <p:nvPr/>
        </p:nvSpPr>
        <p:spPr>
          <a:xfrm>
            <a:off x="9064661" y="3783670"/>
            <a:ext cx="2327871" cy="307777"/>
          </a:xfrm>
          <a:prstGeom prst="rect">
            <a:avLst/>
          </a:prstGeom>
          <a:noFill/>
          <a:ln w="12700">
            <a:solidFill>
              <a:schemeClr val="accent1">
                <a:lumMod val="50000"/>
              </a:schemeClr>
            </a:solidFill>
          </a:ln>
        </p:spPr>
        <p:txBody>
          <a:bodyPr wrap="square" rtlCol="0">
            <a:spAutoFit/>
          </a:bodyPr>
          <a:lstStyle/>
          <a:p>
            <a:r>
              <a:rPr lang="en-IN" sz="1400" b="1" dirty="0">
                <a:solidFill>
                  <a:schemeClr val="bg1"/>
                </a:solidFill>
                <a:latin typeface="Cambria" pitchFamily="18" charset="0"/>
              </a:rPr>
              <a:t>9826195455</a:t>
            </a:r>
          </a:p>
        </p:txBody>
      </p:sp>
      <p:sp>
        <p:nvSpPr>
          <p:cNvPr id="33" name="TextBox 32">
            <a:extLst>
              <a:ext uri="{FF2B5EF4-FFF2-40B4-BE49-F238E27FC236}">
                <a16:creationId xmlns:a16="http://schemas.microsoft.com/office/drawing/2014/main" id="{BC45C578-D07F-D7B3-A4C1-1E7529245F01}"/>
              </a:ext>
            </a:extLst>
          </p:cNvPr>
          <p:cNvSpPr txBox="1"/>
          <p:nvPr/>
        </p:nvSpPr>
        <p:spPr>
          <a:xfrm>
            <a:off x="3651828" y="4113551"/>
            <a:ext cx="5715040" cy="400110"/>
          </a:xfrm>
          <a:prstGeom prst="rect">
            <a:avLst/>
          </a:prstGeom>
          <a:noFill/>
        </p:spPr>
        <p:txBody>
          <a:bodyPr wrap="square" rtlCol="0">
            <a:spAutoFit/>
          </a:bodyPr>
          <a:lstStyle/>
          <a:p>
            <a:r>
              <a:rPr lang="hi-IN" sz="2000" b="1" dirty="0">
                <a:latin typeface="Kokila" panose="020B0604020202020204" pitchFamily="34" charset="0"/>
                <a:cs typeface="Kokila" panose="020B0604020202020204" pitchFamily="34" charset="0"/>
              </a:rPr>
              <a:t>विभाग का EMAIL (ONLY .GOV ID )  - </a:t>
            </a:r>
            <a:endParaRPr lang="en-IN" sz="2000" b="1" dirty="0">
              <a:latin typeface="Kokila" panose="020B0604020202020204" pitchFamily="34" charset="0"/>
              <a:cs typeface="Kokila" panose="020B0604020202020204" pitchFamily="34" charset="0"/>
            </a:endParaRPr>
          </a:p>
        </p:txBody>
      </p:sp>
      <p:sp>
        <p:nvSpPr>
          <p:cNvPr id="34" name="TextBox 33">
            <a:extLst>
              <a:ext uri="{FF2B5EF4-FFF2-40B4-BE49-F238E27FC236}">
                <a16:creationId xmlns:a16="http://schemas.microsoft.com/office/drawing/2014/main" id="{5AAACEE9-FDD7-5FCB-5A7F-33A9E8B8BA22}"/>
              </a:ext>
            </a:extLst>
          </p:cNvPr>
          <p:cNvSpPr txBox="1"/>
          <p:nvPr/>
        </p:nvSpPr>
        <p:spPr>
          <a:xfrm>
            <a:off x="9064661" y="4134446"/>
            <a:ext cx="2327871" cy="307777"/>
          </a:xfrm>
          <a:prstGeom prst="rect">
            <a:avLst/>
          </a:prstGeom>
          <a:noFill/>
          <a:ln w="12700">
            <a:solidFill>
              <a:schemeClr val="accent1">
                <a:lumMod val="50000"/>
              </a:schemeClr>
            </a:solidFill>
          </a:ln>
        </p:spPr>
        <p:txBody>
          <a:bodyPr wrap="square" rtlCol="0">
            <a:spAutoFit/>
          </a:bodyPr>
          <a:lstStyle/>
          <a:p>
            <a:r>
              <a:rPr lang="en-US" sz="1400" b="1" dirty="0">
                <a:solidFill>
                  <a:schemeClr val="bg1"/>
                </a:solidFill>
                <a:latin typeface="Cambria" pitchFamily="18" charset="0"/>
              </a:rPr>
              <a:t>H</a:t>
            </a:r>
            <a:r>
              <a:rPr lang="hi-IN" sz="1400" b="1" dirty="0">
                <a:solidFill>
                  <a:schemeClr val="bg1"/>
                </a:solidFill>
                <a:latin typeface="Cambria" pitchFamily="18" charset="0"/>
              </a:rPr>
              <a:t>_edu</a:t>
            </a:r>
            <a:r>
              <a:rPr lang="en-IN" sz="1400" b="1" dirty="0">
                <a:solidFill>
                  <a:schemeClr val="bg1"/>
                </a:solidFill>
                <a:latin typeface="Cambria" pitchFamily="18" charset="0"/>
              </a:rPr>
              <a:t>.cg@gov.in</a:t>
            </a:r>
          </a:p>
        </p:txBody>
      </p:sp>
      <p:sp>
        <p:nvSpPr>
          <p:cNvPr id="35" name="TextBox 34">
            <a:extLst>
              <a:ext uri="{FF2B5EF4-FFF2-40B4-BE49-F238E27FC236}">
                <a16:creationId xmlns:a16="http://schemas.microsoft.com/office/drawing/2014/main" id="{0E867C89-D7A9-6EBF-1CD7-4F1D886F73ED}"/>
              </a:ext>
            </a:extLst>
          </p:cNvPr>
          <p:cNvSpPr txBox="1"/>
          <p:nvPr/>
        </p:nvSpPr>
        <p:spPr>
          <a:xfrm>
            <a:off x="7866670" y="4482883"/>
            <a:ext cx="3542317" cy="307777"/>
          </a:xfrm>
          <a:prstGeom prst="rect">
            <a:avLst/>
          </a:prstGeom>
          <a:noFill/>
          <a:ln w="12700">
            <a:solidFill>
              <a:schemeClr val="accent1">
                <a:lumMod val="50000"/>
              </a:schemeClr>
            </a:solidFill>
          </a:ln>
        </p:spPr>
        <p:txBody>
          <a:bodyPr wrap="square" rtlCol="0">
            <a:spAutoFit/>
          </a:bodyPr>
          <a:lstStyle/>
          <a:p>
            <a:r>
              <a:rPr lang="en-IN" sz="1400" b="1" dirty="0">
                <a:solidFill>
                  <a:schemeClr val="bg1"/>
                </a:solidFill>
                <a:latin typeface="Cambria" pitchFamily="18" charset="0"/>
              </a:rPr>
              <a:t>MR. P.Q. RSTUV</a:t>
            </a:r>
          </a:p>
        </p:txBody>
      </p:sp>
      <p:sp>
        <p:nvSpPr>
          <p:cNvPr id="36" name="TextBox 35">
            <a:extLst>
              <a:ext uri="{FF2B5EF4-FFF2-40B4-BE49-F238E27FC236}">
                <a16:creationId xmlns:a16="http://schemas.microsoft.com/office/drawing/2014/main" id="{231FC861-9E27-6E57-C30F-BC573D57EA5A}"/>
              </a:ext>
            </a:extLst>
          </p:cNvPr>
          <p:cNvSpPr txBox="1"/>
          <p:nvPr/>
        </p:nvSpPr>
        <p:spPr>
          <a:xfrm>
            <a:off x="3651828" y="4470741"/>
            <a:ext cx="4357718" cy="400110"/>
          </a:xfrm>
          <a:prstGeom prst="rect">
            <a:avLst/>
          </a:prstGeom>
          <a:noFill/>
        </p:spPr>
        <p:txBody>
          <a:bodyPr wrap="square" rtlCol="0">
            <a:spAutoFit/>
          </a:bodyPr>
          <a:lstStyle/>
          <a:p>
            <a:r>
              <a:rPr lang="hi-IN" sz="2000" b="1" dirty="0">
                <a:latin typeface="Kokila" panose="020B0604020202020204" pitchFamily="34" charset="0"/>
                <a:cs typeface="Kokila" panose="020B0604020202020204" pitchFamily="34" charset="0"/>
              </a:rPr>
              <a:t>DPC हेतु अधिकृत अधिकारी का नाम - </a:t>
            </a:r>
            <a:endParaRPr lang="en-IN" sz="2000" b="1" dirty="0">
              <a:latin typeface="Kokila" panose="020B0604020202020204" pitchFamily="34" charset="0"/>
              <a:cs typeface="Kokila" panose="020B0604020202020204" pitchFamily="34" charset="0"/>
            </a:endParaRPr>
          </a:p>
        </p:txBody>
      </p:sp>
      <p:sp>
        <p:nvSpPr>
          <p:cNvPr id="37" name="TextBox 36">
            <a:extLst>
              <a:ext uri="{FF2B5EF4-FFF2-40B4-BE49-F238E27FC236}">
                <a16:creationId xmlns:a16="http://schemas.microsoft.com/office/drawing/2014/main" id="{880E412A-13A4-15A1-36BC-0BEC1823B451}"/>
              </a:ext>
            </a:extLst>
          </p:cNvPr>
          <p:cNvSpPr txBox="1"/>
          <p:nvPr/>
        </p:nvSpPr>
        <p:spPr>
          <a:xfrm>
            <a:off x="3651828" y="4827931"/>
            <a:ext cx="4214842" cy="400110"/>
          </a:xfrm>
          <a:prstGeom prst="rect">
            <a:avLst/>
          </a:prstGeom>
          <a:noFill/>
        </p:spPr>
        <p:txBody>
          <a:bodyPr wrap="square" rtlCol="0">
            <a:spAutoFit/>
          </a:bodyPr>
          <a:lstStyle/>
          <a:p>
            <a:r>
              <a:rPr lang="hi-IN" sz="2000" b="1" dirty="0">
                <a:latin typeface="Kokila" panose="020B0604020202020204" pitchFamily="34" charset="0"/>
                <a:cs typeface="Kokila" panose="020B0604020202020204" pitchFamily="34" charset="0"/>
              </a:rPr>
              <a:t>DPC हेतु अधिकृत अधिकारी का पदनाम - </a:t>
            </a:r>
            <a:endParaRPr lang="en-IN" sz="2000" b="1" dirty="0">
              <a:latin typeface="Kokila" panose="020B0604020202020204" pitchFamily="34" charset="0"/>
              <a:cs typeface="Kokila" panose="020B0604020202020204" pitchFamily="34" charset="0"/>
            </a:endParaRPr>
          </a:p>
        </p:txBody>
      </p:sp>
      <p:sp>
        <p:nvSpPr>
          <p:cNvPr id="38" name="TextBox 37">
            <a:extLst>
              <a:ext uri="{FF2B5EF4-FFF2-40B4-BE49-F238E27FC236}">
                <a16:creationId xmlns:a16="http://schemas.microsoft.com/office/drawing/2014/main" id="{62DC18D7-7F21-8E2B-2E1E-01323C852E9B}"/>
              </a:ext>
            </a:extLst>
          </p:cNvPr>
          <p:cNvSpPr txBox="1"/>
          <p:nvPr/>
        </p:nvSpPr>
        <p:spPr>
          <a:xfrm>
            <a:off x="7866670" y="4840073"/>
            <a:ext cx="3542317" cy="307777"/>
          </a:xfrm>
          <a:prstGeom prst="rect">
            <a:avLst/>
          </a:prstGeom>
          <a:noFill/>
          <a:ln w="12700">
            <a:solidFill>
              <a:schemeClr val="accent1">
                <a:lumMod val="50000"/>
              </a:schemeClr>
            </a:solidFill>
          </a:ln>
        </p:spPr>
        <p:txBody>
          <a:bodyPr wrap="square" rtlCol="0">
            <a:spAutoFit/>
          </a:bodyPr>
          <a:lstStyle/>
          <a:p>
            <a:r>
              <a:rPr lang="en-IN" sz="1400" b="1" dirty="0">
                <a:solidFill>
                  <a:schemeClr val="bg1"/>
                </a:solidFill>
                <a:latin typeface="Cambria" pitchFamily="18" charset="0"/>
              </a:rPr>
              <a:t>DEPUTY SECRETARY</a:t>
            </a:r>
          </a:p>
        </p:txBody>
      </p:sp>
      <p:sp>
        <p:nvSpPr>
          <p:cNvPr id="39" name="TextBox 38">
            <a:extLst>
              <a:ext uri="{FF2B5EF4-FFF2-40B4-BE49-F238E27FC236}">
                <a16:creationId xmlns:a16="http://schemas.microsoft.com/office/drawing/2014/main" id="{394C0264-B1A7-0CCF-4841-221E8810CF9C}"/>
              </a:ext>
            </a:extLst>
          </p:cNvPr>
          <p:cNvSpPr txBox="1"/>
          <p:nvPr/>
        </p:nvSpPr>
        <p:spPr>
          <a:xfrm>
            <a:off x="3651828" y="5185121"/>
            <a:ext cx="4214842" cy="400110"/>
          </a:xfrm>
          <a:prstGeom prst="rect">
            <a:avLst/>
          </a:prstGeom>
          <a:noFill/>
        </p:spPr>
        <p:txBody>
          <a:bodyPr wrap="square" rtlCol="0">
            <a:spAutoFit/>
          </a:bodyPr>
          <a:lstStyle/>
          <a:p>
            <a:r>
              <a:rPr lang="hi-IN" sz="2000" b="1" dirty="0">
                <a:latin typeface="Kokila" panose="020B0604020202020204" pitchFamily="34" charset="0"/>
                <a:cs typeface="Kokila" panose="020B0604020202020204" pitchFamily="34" charset="0"/>
              </a:rPr>
              <a:t>DPC हेतु अधिकृत अधिकारी का मो. न. - </a:t>
            </a:r>
            <a:endParaRPr lang="en-IN" sz="2000" b="1" dirty="0">
              <a:latin typeface="Kokila" panose="020B0604020202020204" pitchFamily="34" charset="0"/>
              <a:cs typeface="Kokila" panose="020B0604020202020204" pitchFamily="34" charset="0"/>
            </a:endParaRPr>
          </a:p>
        </p:txBody>
      </p:sp>
      <p:sp>
        <p:nvSpPr>
          <p:cNvPr id="40" name="TextBox 39">
            <a:extLst>
              <a:ext uri="{FF2B5EF4-FFF2-40B4-BE49-F238E27FC236}">
                <a16:creationId xmlns:a16="http://schemas.microsoft.com/office/drawing/2014/main" id="{98B25A83-55CE-BF83-F4CA-67D81AD28742}"/>
              </a:ext>
            </a:extLst>
          </p:cNvPr>
          <p:cNvSpPr txBox="1"/>
          <p:nvPr/>
        </p:nvSpPr>
        <p:spPr>
          <a:xfrm>
            <a:off x="7866670" y="5197263"/>
            <a:ext cx="3542317" cy="307777"/>
          </a:xfrm>
          <a:prstGeom prst="rect">
            <a:avLst/>
          </a:prstGeom>
          <a:noFill/>
          <a:ln w="12700">
            <a:solidFill>
              <a:schemeClr val="accent1">
                <a:lumMod val="50000"/>
              </a:schemeClr>
            </a:solidFill>
          </a:ln>
        </p:spPr>
        <p:txBody>
          <a:bodyPr wrap="square" rtlCol="0">
            <a:spAutoFit/>
          </a:bodyPr>
          <a:lstStyle/>
          <a:p>
            <a:r>
              <a:rPr lang="en-IN" sz="1400" b="1" dirty="0">
                <a:solidFill>
                  <a:schemeClr val="bg1"/>
                </a:solidFill>
                <a:latin typeface="Cambria" pitchFamily="18" charset="0"/>
              </a:rPr>
              <a:t>9407938480</a:t>
            </a:r>
          </a:p>
        </p:txBody>
      </p:sp>
      <p:sp>
        <p:nvSpPr>
          <p:cNvPr id="41" name="Rounded Rectangle 32">
            <a:extLst>
              <a:ext uri="{FF2B5EF4-FFF2-40B4-BE49-F238E27FC236}">
                <a16:creationId xmlns:a16="http://schemas.microsoft.com/office/drawing/2014/main" id="{C2CCC97C-47CF-E1C3-5FE8-4DD7C17AF89E}"/>
              </a:ext>
            </a:extLst>
          </p:cNvPr>
          <p:cNvSpPr/>
          <p:nvPr/>
        </p:nvSpPr>
        <p:spPr>
          <a:xfrm>
            <a:off x="3723266" y="5669193"/>
            <a:ext cx="2357454" cy="357190"/>
          </a:xfrm>
          <a:prstGeom prst="roundRect">
            <a:avLst/>
          </a:prstGeom>
          <a:solidFill>
            <a:schemeClr val="bg1">
              <a:lumMod val="6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sz="2000" b="1" dirty="0">
                <a:latin typeface="Kokila" panose="020B0604020202020204" pitchFamily="34" charset="0"/>
                <a:cs typeface="Kokila" panose="020B0604020202020204" pitchFamily="34" charset="0"/>
              </a:rPr>
              <a:t>EDIT</a:t>
            </a:r>
            <a:endParaRPr lang="en-IN" sz="2000" b="1" dirty="0">
              <a:latin typeface="Kokila" panose="020B0604020202020204" pitchFamily="34" charset="0"/>
              <a:cs typeface="Kokila" panose="020B0604020202020204" pitchFamily="34" charset="0"/>
            </a:endParaRPr>
          </a:p>
        </p:txBody>
      </p:sp>
      <p:sp>
        <p:nvSpPr>
          <p:cNvPr id="42" name="Rounded Rectangle 33">
            <a:extLst>
              <a:ext uri="{FF2B5EF4-FFF2-40B4-BE49-F238E27FC236}">
                <a16:creationId xmlns:a16="http://schemas.microsoft.com/office/drawing/2014/main" id="{20B15DF4-A001-3F79-2BE6-66D1358A3413}"/>
              </a:ext>
            </a:extLst>
          </p:cNvPr>
          <p:cNvSpPr/>
          <p:nvPr/>
        </p:nvSpPr>
        <p:spPr>
          <a:xfrm>
            <a:off x="6437910" y="5669193"/>
            <a:ext cx="2357454" cy="357190"/>
          </a:xfrm>
          <a:prstGeom prst="roundRect">
            <a:avLst/>
          </a:prstGeom>
          <a:solidFill>
            <a:schemeClr val="bg1">
              <a:lumMod val="6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a:t>SAVE</a:t>
            </a:r>
            <a:endParaRPr lang="en-IN" dirty="0"/>
          </a:p>
        </p:txBody>
      </p:sp>
      <p:pic>
        <p:nvPicPr>
          <p:cNvPr id="43" name="Picture 42" descr="EMPTY_MSG_BOX - Copy (2).jpg">
            <a:extLst>
              <a:ext uri="{FF2B5EF4-FFF2-40B4-BE49-F238E27FC236}">
                <a16:creationId xmlns:a16="http://schemas.microsoft.com/office/drawing/2014/main" id="{E5653032-87CF-40C0-649E-0D4F4981467F}"/>
              </a:ext>
            </a:extLst>
          </p:cNvPr>
          <p:cNvPicPr>
            <a:picLocks noChangeAspect="1"/>
          </p:cNvPicPr>
          <p:nvPr/>
        </p:nvPicPr>
        <p:blipFill>
          <a:blip r:embed="rId4"/>
          <a:stretch>
            <a:fillRect/>
          </a:stretch>
        </p:blipFill>
        <p:spPr>
          <a:xfrm>
            <a:off x="6271113" y="2167849"/>
            <a:ext cx="2780504" cy="2527730"/>
          </a:xfrm>
          <a:prstGeom prst="rect">
            <a:avLst/>
          </a:prstGeom>
          <a:effectLst>
            <a:glow rad="127000">
              <a:schemeClr val="accent6">
                <a:lumMod val="75000"/>
              </a:schemeClr>
            </a:glow>
          </a:effectLst>
        </p:spPr>
      </p:pic>
      <p:pic>
        <p:nvPicPr>
          <p:cNvPr id="44" name="Picture 43" descr="MSG_SECONDARY_ID_PASSWORD.jpg">
            <a:extLst>
              <a:ext uri="{FF2B5EF4-FFF2-40B4-BE49-F238E27FC236}">
                <a16:creationId xmlns:a16="http://schemas.microsoft.com/office/drawing/2014/main" id="{1DC87A78-FA9C-D26E-476D-D1EDB57B4FF0}"/>
              </a:ext>
            </a:extLst>
          </p:cNvPr>
          <p:cNvPicPr>
            <a:picLocks noChangeAspect="1"/>
          </p:cNvPicPr>
          <p:nvPr/>
        </p:nvPicPr>
        <p:blipFill>
          <a:blip r:embed="rId5"/>
          <a:stretch>
            <a:fillRect/>
          </a:stretch>
        </p:blipFill>
        <p:spPr>
          <a:xfrm>
            <a:off x="6308078" y="2154703"/>
            <a:ext cx="2730314" cy="2482104"/>
          </a:xfrm>
          <a:prstGeom prst="rect">
            <a:avLst/>
          </a:prstGeom>
          <a:effectLst>
            <a:glow rad="127000">
              <a:schemeClr val="accent6">
                <a:lumMod val="75000"/>
              </a:schemeClr>
            </a:glow>
          </a:effectLst>
        </p:spPr>
      </p:pic>
    </p:spTree>
    <p:extLst>
      <p:ext uri="{BB962C8B-B14F-4D97-AF65-F5344CB8AC3E}">
        <p14:creationId xmlns:p14="http://schemas.microsoft.com/office/powerpoint/2010/main" val="3606044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0-#ppt_w/2"/>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par>
                                <p:cTn id="9" presetID="26" presetClass="emph" presetSubtype="0" fill="hold" grpId="0" nodeType="withEffect">
                                  <p:stCondLst>
                                    <p:cond delay="0"/>
                                  </p:stCondLst>
                                  <p:childTnLst>
                                    <p:animEffect transition="out" filter="fade">
                                      <p:cBhvr>
                                        <p:cTn id="10" dur="500" tmFilter="0, 0; .2, .5; .8, .5; 1, 0"/>
                                        <p:tgtEl>
                                          <p:spTgt spid="25"/>
                                        </p:tgtEl>
                                      </p:cBhvr>
                                    </p:animEffect>
                                    <p:animScale>
                                      <p:cBhvr>
                                        <p:cTn id="11" dur="250" autoRev="1" fill="hold"/>
                                        <p:tgtEl>
                                          <p:spTgt spid="25"/>
                                        </p:tgtEl>
                                      </p:cBhvr>
                                      <p:by x="105000" y="105000"/>
                                    </p:animScale>
                                  </p:childTnLst>
                                </p:cTn>
                              </p:par>
                              <p:par>
                                <p:cTn id="12" presetID="22" presetClass="entr" presetSubtype="1"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up)">
                                      <p:cBhvr>
                                        <p:cTn id="14" dur="500"/>
                                        <p:tgtEl>
                                          <p:spTgt spid="23"/>
                                        </p:tgtEl>
                                      </p:cBhvr>
                                    </p:animEffect>
                                  </p:childTnLst>
                                </p:cTn>
                              </p:par>
                            </p:childTnLst>
                          </p:cTn>
                        </p:par>
                        <p:par>
                          <p:cTn id="15" fill="hold">
                            <p:stCondLst>
                              <p:cond delay="500"/>
                            </p:stCondLst>
                            <p:childTnLst>
                              <p:par>
                                <p:cTn id="16" presetID="0" presetClass="path" presetSubtype="0" accel="50000" decel="50000" fill="hold" nodeType="afterEffect">
                                  <p:stCondLst>
                                    <p:cond delay="0"/>
                                  </p:stCondLst>
                                  <p:childTnLst>
                                    <p:animMotion origin="layout" path="M -0.05504 0.05735 C -0.1033 0.09967 -0.15104 0.14338 -0.18229 0.15772 C -0.21372 0.17276 -0.23403 0.145 -0.24392 0.14153 " pathEditMode="relative" rAng="0" ptsTypes="aaA">
                                      <p:cBhvr>
                                        <p:cTn id="17" dur="1000" fill="hold"/>
                                        <p:tgtEl>
                                          <p:spTgt spid="26"/>
                                        </p:tgtEl>
                                        <p:attrNameLst>
                                          <p:attrName>ppt_x</p:attrName>
                                          <p:attrName>ppt_y</p:attrName>
                                        </p:attrNameLst>
                                      </p:cBhvr>
                                      <p:rCtr x="-9400" y="5800"/>
                                    </p:animMotion>
                                  </p:childTnLst>
                                </p:cTn>
                              </p:par>
                            </p:childTnLst>
                          </p:cTn>
                        </p:par>
                        <p:par>
                          <p:cTn id="18" fill="hold">
                            <p:stCondLst>
                              <p:cond delay="1500"/>
                            </p:stCondLst>
                            <p:childTnLst>
                              <p:par>
                                <p:cTn id="19" presetID="22" presetClass="exit" presetSubtype="4" fill="hold" grpId="1" nodeType="afterEffect">
                                  <p:stCondLst>
                                    <p:cond delay="0"/>
                                  </p:stCondLst>
                                  <p:childTnLst>
                                    <p:animEffect transition="out" filter="wipe(down)">
                                      <p:cBhvr>
                                        <p:cTn id="20" dur="500"/>
                                        <p:tgtEl>
                                          <p:spTgt spid="23"/>
                                        </p:tgtEl>
                                      </p:cBhvr>
                                    </p:animEffect>
                                    <p:set>
                                      <p:cBhvr>
                                        <p:cTn id="21" dur="1" fill="hold">
                                          <p:stCondLst>
                                            <p:cond delay="499"/>
                                          </p:stCondLst>
                                        </p:cTn>
                                        <p:tgtEl>
                                          <p:spTgt spid="23"/>
                                        </p:tgtEl>
                                        <p:attrNameLst>
                                          <p:attrName>style.visibility</p:attrName>
                                        </p:attrNameLst>
                                      </p:cBhvr>
                                      <p:to>
                                        <p:strVal val="hidden"/>
                                      </p:to>
                                    </p:set>
                                  </p:childTnLst>
                                </p:cTn>
                              </p:par>
                              <p:par>
                                <p:cTn id="22" presetID="22" presetClass="entr" presetSubtype="4"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down)">
                                      <p:cBhvr>
                                        <p:cTn id="24" dur="500"/>
                                        <p:tgtEl>
                                          <p:spTgt spid="24"/>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dissolve">
                                      <p:cBhvr>
                                        <p:cTn id="27" dur="500"/>
                                        <p:tgtEl>
                                          <p:spTgt spid="27"/>
                                        </p:tgtEl>
                                      </p:cBhvr>
                                    </p:animEffect>
                                  </p:childTnLst>
                                </p:cTn>
                              </p:par>
                            </p:childTnLst>
                          </p:cTn>
                        </p:par>
                        <p:par>
                          <p:cTn id="28" fill="hold">
                            <p:stCondLst>
                              <p:cond delay="2000"/>
                            </p:stCondLst>
                            <p:childTnLst>
                              <p:par>
                                <p:cTn id="29" presetID="3" presetClass="exit" presetSubtype="10" fill="hold" nodeType="afterEffect">
                                  <p:stCondLst>
                                    <p:cond delay="0"/>
                                  </p:stCondLst>
                                  <p:childTnLst>
                                    <p:animEffect transition="out" filter="blinds(horizontal)">
                                      <p:cBhvr>
                                        <p:cTn id="30" dur="500"/>
                                        <p:tgtEl>
                                          <p:spTgt spid="26"/>
                                        </p:tgtEl>
                                      </p:cBhvr>
                                    </p:animEffect>
                                    <p:set>
                                      <p:cBhvr>
                                        <p:cTn id="31" dur="1" fill="hold">
                                          <p:stCondLst>
                                            <p:cond delay="499"/>
                                          </p:stCondLst>
                                        </p:cTn>
                                        <p:tgtEl>
                                          <p:spTgt spid="26"/>
                                        </p:tgtEl>
                                        <p:attrNameLst>
                                          <p:attrName>style.visibility</p:attrName>
                                        </p:attrNameLst>
                                      </p:cBhvr>
                                      <p:to>
                                        <p:strVal val="hidden"/>
                                      </p:to>
                                    </p:set>
                                  </p:childTnLst>
                                </p:cTn>
                              </p:par>
                            </p:childTnLst>
                          </p:cTn>
                        </p:par>
                        <p:par>
                          <p:cTn id="32" fill="hold">
                            <p:stCondLst>
                              <p:cond delay="2500"/>
                            </p:stCondLst>
                            <p:childTnLst>
                              <p:par>
                                <p:cTn id="33" presetID="3" presetClass="emph" presetSubtype="2" fill="hold" grpId="0" nodeType="afterEffect">
                                  <p:stCondLst>
                                    <p:cond delay="0"/>
                                  </p:stCondLst>
                                  <p:iterate type="lt">
                                    <p:tmPct val="20000"/>
                                  </p:iterate>
                                  <p:childTnLst>
                                    <p:animClr clrSpc="rgb" dir="cw">
                                      <p:cBhvr override="childStyle">
                                        <p:cTn id="34" dur="250" fill="hold"/>
                                        <p:tgtEl>
                                          <p:spTgt spid="20"/>
                                        </p:tgtEl>
                                        <p:attrNameLst>
                                          <p:attrName>style.color</p:attrName>
                                        </p:attrNameLst>
                                      </p:cBhvr>
                                      <p:to>
                                        <a:schemeClr val="tx1"/>
                                      </p:to>
                                    </p:animClr>
                                  </p:childTnLst>
                                </p:cTn>
                              </p:par>
                            </p:childTnLst>
                          </p:cTn>
                        </p:par>
                        <p:par>
                          <p:cTn id="35" fill="hold">
                            <p:stCondLst>
                              <p:cond delay="3250"/>
                            </p:stCondLst>
                            <p:childTnLst>
                              <p:par>
                                <p:cTn id="36" presetID="3" presetClass="emph" presetSubtype="2" fill="hold" grpId="0" nodeType="afterEffect">
                                  <p:stCondLst>
                                    <p:cond delay="0"/>
                                  </p:stCondLst>
                                  <p:iterate type="lt">
                                    <p:tmPct val="20000"/>
                                  </p:iterate>
                                  <p:childTnLst>
                                    <p:animClr clrSpc="rgb" dir="cw">
                                      <p:cBhvr override="childStyle">
                                        <p:cTn id="37" dur="250" fill="hold"/>
                                        <p:tgtEl>
                                          <p:spTgt spid="30"/>
                                        </p:tgtEl>
                                        <p:attrNameLst>
                                          <p:attrName>style.color</p:attrName>
                                        </p:attrNameLst>
                                      </p:cBhvr>
                                      <p:to>
                                        <a:schemeClr val="tx1"/>
                                      </p:to>
                                    </p:animClr>
                                  </p:childTnLst>
                                </p:cTn>
                              </p:par>
                            </p:childTnLst>
                          </p:cTn>
                        </p:par>
                        <p:par>
                          <p:cTn id="38" fill="hold">
                            <p:stCondLst>
                              <p:cond delay="3900"/>
                            </p:stCondLst>
                            <p:childTnLst>
                              <p:par>
                                <p:cTn id="39" presetID="3" presetClass="emph" presetSubtype="2" fill="hold" grpId="0" nodeType="afterEffect">
                                  <p:stCondLst>
                                    <p:cond delay="0"/>
                                  </p:stCondLst>
                                  <p:iterate type="lt">
                                    <p:tmPct val="20000"/>
                                  </p:iterate>
                                  <p:childTnLst>
                                    <p:animClr clrSpc="rgb" dir="cw">
                                      <p:cBhvr override="childStyle">
                                        <p:cTn id="40" dur="250" fill="hold"/>
                                        <p:tgtEl>
                                          <p:spTgt spid="32"/>
                                        </p:tgtEl>
                                        <p:attrNameLst>
                                          <p:attrName>style.color</p:attrName>
                                        </p:attrNameLst>
                                      </p:cBhvr>
                                      <p:to>
                                        <a:schemeClr val="tx1"/>
                                      </p:to>
                                    </p:animClr>
                                  </p:childTnLst>
                                </p:cTn>
                              </p:par>
                            </p:childTnLst>
                          </p:cTn>
                        </p:par>
                        <p:par>
                          <p:cTn id="41" fill="hold">
                            <p:stCondLst>
                              <p:cond delay="4600"/>
                            </p:stCondLst>
                            <p:childTnLst>
                              <p:par>
                                <p:cTn id="42" presetID="3" presetClass="emph" presetSubtype="2" fill="hold" grpId="0" nodeType="afterEffect">
                                  <p:stCondLst>
                                    <p:cond delay="0"/>
                                  </p:stCondLst>
                                  <p:iterate type="lt">
                                    <p:tmPct val="20000"/>
                                  </p:iterate>
                                  <p:childTnLst>
                                    <p:animClr clrSpc="rgb" dir="cw">
                                      <p:cBhvr override="childStyle">
                                        <p:cTn id="43" dur="250" fill="hold"/>
                                        <p:tgtEl>
                                          <p:spTgt spid="34"/>
                                        </p:tgtEl>
                                        <p:attrNameLst>
                                          <p:attrName>style.color</p:attrName>
                                        </p:attrNameLst>
                                      </p:cBhvr>
                                      <p:to>
                                        <a:schemeClr val="tx1"/>
                                      </p:to>
                                    </p:animClr>
                                  </p:childTnLst>
                                </p:cTn>
                              </p:par>
                            </p:childTnLst>
                          </p:cTn>
                        </p:par>
                        <p:par>
                          <p:cTn id="44" fill="hold">
                            <p:stCondLst>
                              <p:cond delay="5550"/>
                            </p:stCondLst>
                            <p:childTnLst>
                              <p:par>
                                <p:cTn id="45" presetID="3" presetClass="emph" presetSubtype="2" fill="hold" grpId="0" nodeType="afterEffect">
                                  <p:stCondLst>
                                    <p:cond delay="0"/>
                                  </p:stCondLst>
                                  <p:iterate type="lt">
                                    <p:tmPct val="20000"/>
                                  </p:iterate>
                                  <p:childTnLst>
                                    <p:animClr clrSpc="rgb" dir="cw">
                                      <p:cBhvr override="childStyle">
                                        <p:cTn id="46" dur="250" fill="hold"/>
                                        <p:tgtEl>
                                          <p:spTgt spid="35"/>
                                        </p:tgtEl>
                                        <p:attrNameLst>
                                          <p:attrName>style.color</p:attrName>
                                        </p:attrNameLst>
                                      </p:cBhvr>
                                      <p:to>
                                        <a:schemeClr val="tx1"/>
                                      </p:to>
                                    </p:animClr>
                                  </p:childTnLst>
                                </p:cTn>
                              </p:par>
                            </p:childTnLst>
                          </p:cTn>
                        </p:par>
                        <p:par>
                          <p:cTn id="47" fill="hold">
                            <p:stCondLst>
                              <p:cond delay="6350"/>
                            </p:stCondLst>
                            <p:childTnLst>
                              <p:par>
                                <p:cTn id="48" presetID="3" presetClass="emph" presetSubtype="2" fill="hold" grpId="0" nodeType="afterEffect">
                                  <p:stCondLst>
                                    <p:cond delay="0"/>
                                  </p:stCondLst>
                                  <p:iterate type="lt">
                                    <p:tmPct val="20000"/>
                                  </p:iterate>
                                  <p:childTnLst>
                                    <p:animClr clrSpc="rgb" dir="cw">
                                      <p:cBhvr override="childStyle">
                                        <p:cTn id="49" dur="250" fill="hold"/>
                                        <p:tgtEl>
                                          <p:spTgt spid="38"/>
                                        </p:tgtEl>
                                        <p:attrNameLst>
                                          <p:attrName>style.color</p:attrName>
                                        </p:attrNameLst>
                                      </p:cBhvr>
                                      <p:to>
                                        <a:schemeClr val="tx1"/>
                                      </p:to>
                                    </p:animClr>
                                  </p:childTnLst>
                                </p:cTn>
                              </p:par>
                            </p:childTnLst>
                          </p:cTn>
                        </p:par>
                        <p:par>
                          <p:cTn id="50" fill="hold">
                            <p:stCondLst>
                              <p:cond delay="7300"/>
                            </p:stCondLst>
                            <p:childTnLst>
                              <p:par>
                                <p:cTn id="51" presetID="3" presetClass="emph" presetSubtype="2" fill="hold" grpId="0" nodeType="afterEffect">
                                  <p:stCondLst>
                                    <p:cond delay="0"/>
                                  </p:stCondLst>
                                  <p:iterate type="lt">
                                    <p:tmPct val="20000"/>
                                  </p:iterate>
                                  <p:childTnLst>
                                    <p:animClr clrSpc="rgb" dir="cw">
                                      <p:cBhvr override="childStyle">
                                        <p:cTn id="52" dur="250" fill="hold"/>
                                        <p:tgtEl>
                                          <p:spTgt spid="40"/>
                                        </p:tgtEl>
                                        <p:attrNameLst>
                                          <p:attrName>style.color</p:attrName>
                                        </p:attrNameLst>
                                      </p:cBhvr>
                                      <p:to>
                                        <a:schemeClr val="tx1"/>
                                      </p:to>
                                    </p:animClr>
                                  </p:childTnLst>
                                </p:cTn>
                              </p:par>
                            </p:childTnLst>
                          </p:cTn>
                        </p:par>
                      </p:childTnLst>
                    </p:cTn>
                  </p:par>
                  <p:par>
                    <p:cTn id="53" fill="hold">
                      <p:stCondLst>
                        <p:cond delay="indefinite"/>
                      </p:stCondLst>
                      <p:childTnLst>
                        <p:par>
                          <p:cTn id="54" fill="hold">
                            <p:stCondLst>
                              <p:cond delay="0"/>
                            </p:stCondLst>
                            <p:childTnLst>
                              <p:par>
                                <p:cTn id="55" presetID="26" presetClass="emph" presetSubtype="0" fill="hold" grpId="0" nodeType="clickEffect">
                                  <p:stCondLst>
                                    <p:cond delay="0"/>
                                  </p:stCondLst>
                                  <p:childTnLst>
                                    <p:animEffect transition="out" filter="fade">
                                      <p:cBhvr>
                                        <p:cTn id="56" dur="500" tmFilter="0, 0; .2, .5; .8, .5; 1, 0"/>
                                        <p:tgtEl>
                                          <p:spTgt spid="21"/>
                                        </p:tgtEl>
                                      </p:cBhvr>
                                    </p:animEffect>
                                    <p:animScale>
                                      <p:cBhvr>
                                        <p:cTn id="57" dur="250" autoRev="1" fill="hold"/>
                                        <p:tgtEl>
                                          <p:spTgt spid="21"/>
                                        </p:tgtEl>
                                      </p:cBhvr>
                                      <p:by x="105000" y="105000"/>
                                    </p:animScale>
                                  </p:childTnLst>
                                </p:cTn>
                              </p:par>
                            </p:childTnLst>
                          </p:cTn>
                        </p:par>
                        <p:par>
                          <p:cTn id="58" fill="hold">
                            <p:stCondLst>
                              <p:cond delay="500"/>
                            </p:stCondLst>
                            <p:childTnLst>
                              <p:par>
                                <p:cTn id="59" presetID="1" presetClass="entr" presetSubtype="0" fill="hold" nodeType="afterEffect">
                                  <p:stCondLst>
                                    <p:cond delay="0"/>
                                  </p:stCondLst>
                                  <p:childTnLst>
                                    <p:set>
                                      <p:cBhvr>
                                        <p:cTn id="60" dur="1" fill="hold">
                                          <p:stCondLst>
                                            <p:cond delay="0"/>
                                          </p:stCondLst>
                                        </p:cTn>
                                        <p:tgtEl>
                                          <p:spTgt spid="4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0" presetClass="exit" presetSubtype="0" fill="hold" nodeType="clickEffect">
                                  <p:stCondLst>
                                    <p:cond delay="0"/>
                                  </p:stCondLst>
                                  <p:childTnLst>
                                    <p:animEffect transition="out" filter="fade">
                                      <p:cBhvr>
                                        <p:cTn id="64" dur="500"/>
                                        <p:tgtEl>
                                          <p:spTgt spid="43"/>
                                        </p:tgtEl>
                                      </p:cBhvr>
                                    </p:animEffect>
                                    <p:set>
                                      <p:cBhvr>
                                        <p:cTn id="65" dur="1" fill="hold">
                                          <p:stCondLst>
                                            <p:cond delay="499"/>
                                          </p:stCondLst>
                                        </p:cTn>
                                        <p:tgtEl>
                                          <p:spTgt spid="43"/>
                                        </p:tgtEl>
                                        <p:attrNameLst>
                                          <p:attrName>style.visibility</p:attrName>
                                        </p:attrNameLst>
                                      </p:cBhvr>
                                      <p:to>
                                        <p:strVal val="hidden"/>
                                      </p:to>
                                    </p:set>
                                  </p:childTnLst>
                                </p:cTn>
                              </p:par>
                            </p:childTnLst>
                          </p:cTn>
                        </p:par>
                        <p:par>
                          <p:cTn id="66" fill="hold">
                            <p:stCondLst>
                              <p:cond delay="500"/>
                            </p:stCondLst>
                            <p:childTnLst>
                              <p:par>
                                <p:cTn id="67" presetID="1" presetClass="entr" presetSubtype="0" fill="hold" nodeType="after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0" presetClass="exit" presetSubtype="0" fill="hold" nodeType="clickEffect">
                                  <p:stCondLst>
                                    <p:cond delay="0"/>
                                  </p:stCondLst>
                                  <p:childTnLst>
                                    <p:animEffect transition="out" filter="fade">
                                      <p:cBhvr>
                                        <p:cTn id="72" dur="500"/>
                                        <p:tgtEl>
                                          <p:spTgt spid="44"/>
                                        </p:tgtEl>
                                      </p:cBhvr>
                                    </p:animEffect>
                                    <p:set>
                                      <p:cBhvr>
                                        <p:cTn id="73" dur="1" fill="hold">
                                          <p:stCondLst>
                                            <p:cond delay="499"/>
                                          </p:stCondLst>
                                        </p:cTn>
                                        <p:tgtEl>
                                          <p:spTgt spid="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3" grpId="0" animBg="1"/>
      <p:bldP spid="23" grpId="1" animBg="1"/>
      <p:bldP spid="24" grpId="0" animBg="1"/>
      <p:bldP spid="25" grpId="0" animBg="1"/>
      <p:bldP spid="27" grpId="0"/>
      <p:bldP spid="30" grpId="0" animBg="1"/>
      <p:bldP spid="32" grpId="0" animBg="1"/>
      <p:bldP spid="34" grpId="0" animBg="1"/>
      <p:bldP spid="35" grpId="0" animBg="1"/>
      <p:bldP spid="38" grpId="0" animBg="1"/>
      <p:bldP spid="4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15DAE-84F2-9809-77AD-D57FBAD45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22CDC-E2B0-28FD-386B-6FB8D329E31E}"/>
              </a:ext>
            </a:extLst>
          </p:cNvPr>
          <p:cNvSpPr>
            <a:spLocks noGrp="1"/>
          </p:cNvSpPr>
          <p:nvPr>
            <p:ph type="title"/>
          </p:nvPr>
        </p:nvSpPr>
        <p:spPr>
          <a:xfrm>
            <a:off x="603504" y="1463040"/>
            <a:ext cx="11192256" cy="1025517"/>
          </a:xfrm>
        </p:spPr>
        <p:txBody>
          <a:bodyPr/>
          <a:lstStyle/>
          <a:p>
            <a:pPr algn="ctr">
              <a:lnSpc>
                <a:spcPct val="100000"/>
              </a:lnSpc>
            </a:pPr>
            <a:r>
              <a:rPr lang="en-US" sz="3200" dirty="0"/>
              <a:t>DETAILS REGARDING </a:t>
            </a:r>
            <a:r>
              <a:rPr lang="hi-IN" sz="3200" dirty="0"/>
              <a:t>ALL THE </a:t>
            </a:r>
            <a:r>
              <a:rPr lang="en-US" sz="3200" dirty="0"/>
              <a:t>POST</a:t>
            </a:r>
            <a:r>
              <a:rPr lang="hi-IN" sz="3200" dirty="0"/>
              <a:t>S SENCTIONED FOR </a:t>
            </a:r>
            <a:r>
              <a:rPr lang="en-US" sz="3200" dirty="0"/>
              <a:t>PROMOTION</a:t>
            </a:r>
          </a:p>
        </p:txBody>
      </p:sp>
      <p:sp>
        <p:nvSpPr>
          <p:cNvPr id="12" name="Footer Placeholder 11">
            <a:extLst>
              <a:ext uri="{FF2B5EF4-FFF2-40B4-BE49-F238E27FC236}">
                <a16:creationId xmlns:a16="http://schemas.microsoft.com/office/drawing/2014/main" id="{B0022363-53DA-EBD1-F617-347318344915}"/>
              </a:ext>
            </a:extLst>
          </p:cNvPr>
          <p:cNvSpPr>
            <a:spLocks noGrp="1"/>
          </p:cNvSpPr>
          <p:nvPr>
            <p:ph type="ftr" sz="quarter" idx="11"/>
          </p:nvPr>
        </p:nvSpPr>
        <p:spPr/>
        <p:txBody>
          <a:bodyPr/>
          <a:lstStyle/>
          <a:p>
            <a:r>
              <a:rPr lang="en-US" dirty="0"/>
              <a:t>Online DPC</a:t>
            </a:r>
          </a:p>
        </p:txBody>
      </p:sp>
      <p:sp>
        <p:nvSpPr>
          <p:cNvPr id="5" name="Text Placeholder 4">
            <a:extLst>
              <a:ext uri="{FF2B5EF4-FFF2-40B4-BE49-F238E27FC236}">
                <a16:creationId xmlns:a16="http://schemas.microsoft.com/office/drawing/2014/main" id="{8BB38767-E747-4141-A0EE-85E55FE85C6F}"/>
              </a:ext>
            </a:extLst>
          </p:cNvPr>
          <p:cNvSpPr>
            <a:spLocks noGrp="1"/>
          </p:cNvSpPr>
          <p:nvPr>
            <p:ph type="body" sz="quarter" idx="15"/>
          </p:nvPr>
        </p:nvSpPr>
        <p:spPr>
          <a:xfrm>
            <a:off x="365760" y="2808514"/>
            <a:ext cx="11430000" cy="4049486"/>
          </a:xfrm>
        </p:spPr>
        <p:txBody>
          <a:bodyPr/>
          <a:lstStyle/>
          <a:p>
            <a:pPr algn="just"/>
            <a:r>
              <a:rPr lang="hi-IN" sz="2800" dirty="0">
                <a:solidFill>
                  <a:schemeClr val="tx1"/>
                </a:solidFill>
                <a:latin typeface="Kokila" panose="020B0604020202020204" pitchFamily="34" charset="0"/>
                <a:cs typeface="Kokila" panose="020B0604020202020204" pitchFamily="34" charset="0"/>
              </a:rPr>
              <a:t>इस चरण में अधिकृत अधिकारी को विभाग में उपलब्ध पदोन्नति के पदों का विवरण (वेतनमान, पदोन्नति से भर्ती का प्रतिशत, संवर्ग जिनसे पदोन्नति हो सकती है, पृथक-पृथक पदों से पदोन्नति हेतु निर्धारित प्रतिशत एवं पदोन्नति हेतु आवश्यक अनुभव अवधि) की प्रविष्ठी करनी होगी.</a:t>
            </a:r>
          </a:p>
          <a:p>
            <a:pPr algn="just"/>
            <a:r>
              <a:rPr lang="hi-IN" sz="2800" dirty="0">
                <a:solidFill>
                  <a:schemeClr val="tx1"/>
                </a:solidFill>
                <a:latin typeface="Kokila" panose="020B0604020202020204" pitchFamily="34" charset="0"/>
                <a:cs typeface="Kokila" panose="020B0604020202020204" pitchFamily="34" charset="0"/>
              </a:rPr>
              <a:t>	उक्त विवरण के आधार पर </a:t>
            </a:r>
            <a:r>
              <a:rPr lang="hi-IN" sz="2800" b="1" dirty="0">
                <a:solidFill>
                  <a:schemeClr val="tx1"/>
                </a:solidFill>
                <a:latin typeface="Kokila" panose="020B0604020202020204" pitchFamily="34" charset="0"/>
                <a:cs typeface="Kokila" panose="020B0604020202020204" pitchFamily="34" charset="0"/>
              </a:rPr>
              <a:t>PRE DPC PROPOSAL  </a:t>
            </a:r>
            <a:r>
              <a:rPr lang="hi-IN" sz="2800" dirty="0">
                <a:solidFill>
                  <a:schemeClr val="tx1"/>
                </a:solidFill>
                <a:latin typeface="Kokila" panose="020B0604020202020204" pitchFamily="34" charset="0"/>
                <a:cs typeface="Kokila" panose="020B0604020202020204" pitchFamily="34" charset="0"/>
              </a:rPr>
              <a:t>की प्रक्रिया संपन्न होगी यह प्रविष्ठी डी.पी.सी. हेतु अधिकृत अधिकारी द्वारा की जाएगी एवं प्रशासकीय प्रमुख द्वारा प्रविष्ठी का अनुमोदन किया जाएगा.</a:t>
            </a:r>
            <a:endParaRPr lang="en-US" sz="2800" dirty="0">
              <a:solidFill>
                <a:schemeClr val="tx1"/>
              </a:solidFill>
              <a:latin typeface="Kokila" panose="020B0604020202020204" pitchFamily="34" charset="0"/>
              <a:cs typeface="Kokila" panose="020B0604020202020204" pitchFamily="34" charset="0"/>
            </a:endParaRPr>
          </a:p>
        </p:txBody>
      </p:sp>
      <p:sp>
        <p:nvSpPr>
          <p:cNvPr id="13" name="Slide Number Placeholder 12">
            <a:extLst>
              <a:ext uri="{FF2B5EF4-FFF2-40B4-BE49-F238E27FC236}">
                <a16:creationId xmlns:a16="http://schemas.microsoft.com/office/drawing/2014/main" id="{E9B280A7-B694-F73A-25A4-FDFCA49FBA53}"/>
              </a:ext>
            </a:extLst>
          </p:cNvPr>
          <p:cNvSpPr>
            <a:spLocks noGrp="1"/>
          </p:cNvSpPr>
          <p:nvPr>
            <p:ph type="sldNum" sz="quarter" idx="12"/>
          </p:nvPr>
        </p:nvSpPr>
        <p:spPr/>
        <p:txBody>
          <a:bodyPr/>
          <a:lstStyle/>
          <a:p>
            <a:fld id="{5BFCF61C-3B18-4C03-8326-CC3B32D710C9}" type="slidenum">
              <a:rPr lang="en-US" smtClean="0"/>
              <a:pPr/>
              <a:t>7</a:t>
            </a:fld>
            <a:endParaRPr lang="en-US"/>
          </a:p>
        </p:txBody>
      </p:sp>
    </p:spTree>
    <p:extLst>
      <p:ext uri="{BB962C8B-B14F-4D97-AF65-F5344CB8AC3E}">
        <p14:creationId xmlns:p14="http://schemas.microsoft.com/office/powerpoint/2010/main" val="1690428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393CE-9363-72CB-FD40-73A65C0DCC57}"/>
              </a:ext>
            </a:extLst>
          </p:cNvPr>
          <p:cNvSpPr>
            <a:spLocks noGrp="1"/>
          </p:cNvSpPr>
          <p:nvPr>
            <p:ph type="title"/>
          </p:nvPr>
        </p:nvSpPr>
        <p:spPr>
          <a:xfrm>
            <a:off x="0" y="1399032"/>
            <a:ext cx="3048000" cy="2320837"/>
          </a:xfrm>
        </p:spPr>
        <p:txBody>
          <a:bodyPr/>
          <a:lstStyle/>
          <a:p>
            <a:pPr algn="ctr">
              <a:lnSpc>
                <a:spcPct val="150000"/>
              </a:lnSpc>
            </a:pPr>
            <a:r>
              <a:rPr lang="en-US" sz="2400" b="1" dirty="0"/>
              <a:t>POST</a:t>
            </a:r>
            <a:r>
              <a:rPr lang="hi-IN" sz="2400" b="1" dirty="0"/>
              <a:t>S S</a:t>
            </a:r>
            <a:r>
              <a:rPr lang="en-IN" sz="2400" b="1" dirty="0"/>
              <a:t>A</a:t>
            </a:r>
            <a:r>
              <a:rPr lang="hi-IN" sz="2400" b="1" dirty="0"/>
              <a:t>NCTIONED FOR </a:t>
            </a:r>
            <a:r>
              <a:rPr lang="en-US" sz="2400" b="1" dirty="0"/>
              <a:t>PROMOTION</a:t>
            </a:r>
            <a:br>
              <a:rPr lang="en-US" sz="2400" b="1" dirty="0"/>
            </a:br>
            <a:r>
              <a:rPr lang="en-US" sz="2400" b="1" dirty="0">
                <a:solidFill>
                  <a:schemeClr val="accent3">
                    <a:lumMod val="50000"/>
                  </a:schemeClr>
                </a:solidFill>
                <a:effectLst>
                  <a:outerShdw blurRad="38100" dist="38100" dir="2700000" algn="tl">
                    <a:srgbClr val="000000">
                      <a:alpha val="43137"/>
                    </a:srgbClr>
                  </a:outerShdw>
                </a:effectLst>
              </a:rPr>
              <a:t>PROPOSAL</a:t>
            </a:r>
          </a:p>
        </p:txBody>
      </p:sp>
      <p:sp>
        <p:nvSpPr>
          <p:cNvPr id="12" name="Footer Placeholder 11">
            <a:extLst>
              <a:ext uri="{FF2B5EF4-FFF2-40B4-BE49-F238E27FC236}">
                <a16:creationId xmlns:a16="http://schemas.microsoft.com/office/drawing/2014/main" id="{0D74F0DD-9277-50B0-68E1-220BA8344883}"/>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CB0BAE21-4E4A-BE6E-EE84-D535446B94CD}"/>
              </a:ext>
            </a:extLst>
          </p:cNvPr>
          <p:cNvSpPr>
            <a:spLocks noGrp="1"/>
          </p:cNvSpPr>
          <p:nvPr>
            <p:ph type="sldNum" sz="quarter" idx="12"/>
          </p:nvPr>
        </p:nvSpPr>
        <p:spPr/>
        <p:txBody>
          <a:bodyPr/>
          <a:lstStyle/>
          <a:p>
            <a:fld id="{5BFCF61C-3B18-4C03-8326-CC3B32D710C9}" type="slidenum">
              <a:rPr lang="en-US" smtClean="0"/>
              <a:pPr/>
              <a:t>8</a:t>
            </a:fld>
            <a:endParaRPr lang="en-US"/>
          </a:p>
        </p:txBody>
      </p:sp>
      <p:sp>
        <p:nvSpPr>
          <p:cNvPr id="3" name="Content Placeholder 2">
            <a:extLst>
              <a:ext uri="{FF2B5EF4-FFF2-40B4-BE49-F238E27FC236}">
                <a16:creationId xmlns:a16="http://schemas.microsoft.com/office/drawing/2014/main" id="{463B9C5C-08FE-0B85-A738-47B30FC44D89}"/>
              </a:ext>
            </a:extLst>
          </p:cNvPr>
          <p:cNvSpPr txBox="1">
            <a:spLocks/>
          </p:cNvSpPr>
          <p:nvPr/>
        </p:nvSpPr>
        <p:spPr>
          <a:xfrm>
            <a:off x="3523960" y="1302849"/>
            <a:ext cx="6515556" cy="3853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endParaRPr lang="en-IN" sz="1800"/>
          </a:p>
          <a:p>
            <a:pPr algn="just">
              <a:buFont typeface="Arial" panose="020B0604020202020204" pitchFamily="34" charset="0"/>
              <a:buNone/>
            </a:pPr>
            <a:endParaRPr lang="en-IN" sz="1800" dirty="0"/>
          </a:p>
        </p:txBody>
      </p:sp>
      <p:grpSp>
        <p:nvGrpSpPr>
          <p:cNvPr id="5" name="Group 4">
            <a:extLst>
              <a:ext uri="{FF2B5EF4-FFF2-40B4-BE49-F238E27FC236}">
                <a16:creationId xmlns:a16="http://schemas.microsoft.com/office/drawing/2014/main" id="{16F44A08-5C81-C5FA-AA4E-1DF06CF60BFD}"/>
              </a:ext>
            </a:extLst>
          </p:cNvPr>
          <p:cNvGrpSpPr/>
          <p:nvPr/>
        </p:nvGrpSpPr>
        <p:grpSpPr>
          <a:xfrm>
            <a:off x="3731117" y="1219861"/>
            <a:ext cx="7715304" cy="4714264"/>
            <a:chOff x="1142976" y="1571612"/>
            <a:chExt cx="6429420" cy="3715420"/>
          </a:xfrm>
        </p:grpSpPr>
        <p:pic>
          <p:nvPicPr>
            <p:cNvPr id="6" name="Picture 5" descr="LOGIN_FORM.PNG">
              <a:extLst>
                <a:ext uri="{FF2B5EF4-FFF2-40B4-BE49-F238E27FC236}">
                  <a16:creationId xmlns:a16="http://schemas.microsoft.com/office/drawing/2014/main" id="{039C4003-DD77-9426-6F1B-B4A66BA5497F}"/>
                </a:ext>
              </a:extLst>
            </p:cNvPr>
            <p:cNvPicPr>
              <a:picLocks noChangeAspect="1"/>
            </p:cNvPicPr>
            <p:nvPr/>
          </p:nvPicPr>
          <p:blipFill>
            <a:blip r:embed="rId3"/>
            <a:stretch>
              <a:fillRect/>
            </a:stretch>
          </p:blipFill>
          <p:spPr>
            <a:xfrm>
              <a:off x="1142976" y="1571612"/>
              <a:ext cx="6429420" cy="3715420"/>
            </a:xfrm>
            <a:prstGeom prst="roundRect">
              <a:avLst>
                <a:gd name="adj" fmla="val 4167"/>
              </a:avLst>
            </a:prstGeom>
            <a:solidFill>
              <a:srgbClr val="FFFFFF"/>
            </a:solidFill>
            <a:ln w="76200" cap="sq">
              <a:solidFill>
                <a:srgbClr val="FF0000"/>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7" name="TextBox 6">
              <a:extLst>
                <a:ext uri="{FF2B5EF4-FFF2-40B4-BE49-F238E27FC236}">
                  <a16:creationId xmlns:a16="http://schemas.microsoft.com/office/drawing/2014/main" id="{B61B3874-58A1-1644-FEC3-80066F9B8E8D}"/>
                </a:ext>
              </a:extLst>
            </p:cNvPr>
            <p:cNvSpPr txBox="1"/>
            <p:nvPr/>
          </p:nvSpPr>
          <p:spPr>
            <a:xfrm>
              <a:off x="1142976" y="2500306"/>
              <a:ext cx="6429420" cy="291079"/>
            </a:xfrm>
            <a:prstGeom prst="rect">
              <a:avLst/>
            </a:prstGeom>
            <a:solidFill>
              <a:schemeClr val="tx1">
                <a:lumMod val="75000"/>
                <a:lumOff val="25000"/>
              </a:schemeClr>
            </a:solidFill>
            <a:ln>
              <a:solidFill>
                <a:srgbClr val="FF0000"/>
              </a:solidFill>
            </a:ln>
          </p:spPr>
          <p:txBody>
            <a:bodyPr wrap="square" rtlCol="0">
              <a:spAutoFit/>
            </a:bodyPr>
            <a:lstStyle/>
            <a:p>
              <a:pPr algn="ctr"/>
              <a:r>
                <a:rPr lang="hi-IN" b="1" dirty="0">
                  <a:solidFill>
                    <a:srgbClr val="FF0000"/>
                  </a:solidFill>
                  <a:latin typeface="Arial" pitchFamily="34" charset="0"/>
                  <a:cs typeface="Arial" pitchFamily="34" charset="0"/>
                </a:rPr>
                <a:t>LOGIN PAGE FOR OFFICER AUTHORISED FOR DPC </a:t>
              </a:r>
              <a:endParaRPr lang="en-IN" b="1" dirty="0">
                <a:solidFill>
                  <a:srgbClr val="FF0000"/>
                </a:solidFill>
                <a:latin typeface="Arial" pitchFamily="34" charset="0"/>
                <a:cs typeface="Arial" pitchFamily="34" charset="0"/>
              </a:endParaRPr>
            </a:p>
          </p:txBody>
        </p:sp>
        <p:sp>
          <p:nvSpPr>
            <p:cNvPr id="8" name="TextBox 7">
              <a:extLst>
                <a:ext uri="{FF2B5EF4-FFF2-40B4-BE49-F238E27FC236}">
                  <a16:creationId xmlns:a16="http://schemas.microsoft.com/office/drawing/2014/main" id="{8277A683-0EB8-A342-882B-1DB03F6F2F19}"/>
                </a:ext>
              </a:extLst>
            </p:cNvPr>
            <p:cNvSpPr txBox="1"/>
            <p:nvPr/>
          </p:nvSpPr>
          <p:spPr>
            <a:xfrm>
              <a:off x="1214414" y="3286124"/>
              <a:ext cx="6215106" cy="369332"/>
            </a:xfrm>
            <a:prstGeom prst="rect">
              <a:avLst/>
            </a:prstGeom>
            <a:solidFill>
              <a:schemeClr val="bg1"/>
            </a:solidFill>
            <a:ln>
              <a:solidFill>
                <a:schemeClr val="bg1"/>
              </a:solidFill>
            </a:ln>
          </p:spPr>
          <p:txBody>
            <a:bodyPr wrap="square" rtlCol="0">
              <a:spAutoFit/>
            </a:bodyPr>
            <a:lstStyle/>
            <a:p>
              <a:endParaRPr lang="en-IN" dirty="0"/>
            </a:p>
          </p:txBody>
        </p:sp>
      </p:grpSp>
      <p:sp>
        <p:nvSpPr>
          <p:cNvPr id="9" name="TextBox 8">
            <a:extLst>
              <a:ext uri="{FF2B5EF4-FFF2-40B4-BE49-F238E27FC236}">
                <a16:creationId xmlns:a16="http://schemas.microsoft.com/office/drawing/2014/main" id="{A1374B38-50A6-450C-2D86-F5D1DDEB0E18}"/>
              </a:ext>
            </a:extLst>
          </p:cNvPr>
          <p:cNvSpPr txBox="1"/>
          <p:nvPr/>
        </p:nvSpPr>
        <p:spPr>
          <a:xfrm>
            <a:off x="6283634" y="3576993"/>
            <a:ext cx="857256" cy="215444"/>
          </a:xfrm>
          <a:prstGeom prst="rect">
            <a:avLst/>
          </a:prstGeom>
          <a:noFill/>
        </p:spPr>
        <p:txBody>
          <a:bodyPr wrap="square" rtlCol="0">
            <a:spAutoFit/>
          </a:bodyPr>
          <a:lstStyle/>
          <a:p>
            <a:r>
              <a:rPr lang="hi-IN" sz="800" dirty="0"/>
              <a:t>AADHAR  NO</a:t>
            </a:r>
            <a:endParaRPr lang="en-US" sz="800" dirty="0"/>
          </a:p>
        </p:txBody>
      </p:sp>
      <p:sp>
        <p:nvSpPr>
          <p:cNvPr id="10" name="TextBox 9">
            <a:extLst>
              <a:ext uri="{FF2B5EF4-FFF2-40B4-BE49-F238E27FC236}">
                <a16:creationId xmlns:a16="http://schemas.microsoft.com/office/drawing/2014/main" id="{7EDE4AC0-2C9A-FAAA-FA49-FC82D7F396C8}"/>
              </a:ext>
            </a:extLst>
          </p:cNvPr>
          <p:cNvSpPr txBox="1"/>
          <p:nvPr/>
        </p:nvSpPr>
        <p:spPr>
          <a:xfrm>
            <a:off x="6712262" y="3833479"/>
            <a:ext cx="428628" cy="215444"/>
          </a:xfrm>
          <a:prstGeom prst="rect">
            <a:avLst/>
          </a:prstGeom>
          <a:noFill/>
        </p:spPr>
        <p:txBody>
          <a:bodyPr wrap="square" rtlCol="0">
            <a:spAutoFit/>
          </a:bodyPr>
          <a:lstStyle/>
          <a:p>
            <a:r>
              <a:rPr lang="hi-IN" sz="800" dirty="0"/>
              <a:t>OTP</a:t>
            </a:r>
            <a:endParaRPr lang="en-US" sz="800" dirty="0"/>
          </a:p>
        </p:txBody>
      </p:sp>
      <p:sp>
        <p:nvSpPr>
          <p:cNvPr id="11" name="TextBox 10">
            <a:extLst>
              <a:ext uri="{FF2B5EF4-FFF2-40B4-BE49-F238E27FC236}">
                <a16:creationId xmlns:a16="http://schemas.microsoft.com/office/drawing/2014/main" id="{3CF5CB53-94C7-F58A-275B-EBE7F3B1683A}"/>
              </a:ext>
            </a:extLst>
          </p:cNvPr>
          <p:cNvSpPr txBox="1"/>
          <p:nvPr/>
        </p:nvSpPr>
        <p:spPr>
          <a:xfrm>
            <a:off x="7069452" y="3576993"/>
            <a:ext cx="1857388" cy="230832"/>
          </a:xfrm>
          <a:prstGeom prst="rect">
            <a:avLst/>
          </a:prstGeom>
          <a:noFill/>
          <a:ln>
            <a:solidFill>
              <a:schemeClr val="tx1"/>
            </a:solidFill>
          </a:ln>
        </p:spPr>
        <p:txBody>
          <a:bodyPr wrap="square" rtlCol="0">
            <a:spAutoFit/>
          </a:bodyPr>
          <a:lstStyle/>
          <a:p>
            <a:r>
              <a:rPr lang="en-IN" sz="900" b="1" dirty="0">
                <a:solidFill>
                  <a:schemeClr val="bg1"/>
                </a:solidFill>
                <a:latin typeface="+mj-lt"/>
              </a:rPr>
              <a:t>999048447606</a:t>
            </a:r>
            <a:endParaRPr lang="en-US" sz="900" b="1" dirty="0">
              <a:solidFill>
                <a:schemeClr val="bg1"/>
              </a:solidFill>
              <a:latin typeface="+mj-lt"/>
            </a:endParaRPr>
          </a:p>
        </p:txBody>
      </p:sp>
      <p:sp>
        <p:nvSpPr>
          <p:cNvPr id="14" name="TextBox 13">
            <a:extLst>
              <a:ext uri="{FF2B5EF4-FFF2-40B4-BE49-F238E27FC236}">
                <a16:creationId xmlns:a16="http://schemas.microsoft.com/office/drawing/2014/main" id="{133DF12D-002D-CAA9-0504-50278EFA3270}"/>
              </a:ext>
            </a:extLst>
          </p:cNvPr>
          <p:cNvSpPr txBox="1"/>
          <p:nvPr/>
        </p:nvSpPr>
        <p:spPr>
          <a:xfrm>
            <a:off x="7069452" y="3833479"/>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pic>
        <p:nvPicPr>
          <p:cNvPr id="15" name="Picture 14" descr="aadhar.png">
            <a:extLst>
              <a:ext uri="{FF2B5EF4-FFF2-40B4-BE49-F238E27FC236}">
                <a16:creationId xmlns:a16="http://schemas.microsoft.com/office/drawing/2014/main" id="{BE2E7CD0-2DFB-CC6C-D0B9-FA2B5E121107}"/>
              </a:ext>
            </a:extLst>
          </p:cNvPr>
          <p:cNvPicPr>
            <a:picLocks noChangeAspect="1"/>
          </p:cNvPicPr>
          <p:nvPr/>
        </p:nvPicPr>
        <p:blipFill>
          <a:blip r:embed="rId4"/>
          <a:stretch>
            <a:fillRect/>
          </a:stretch>
        </p:blipFill>
        <p:spPr>
          <a:xfrm>
            <a:off x="9712658" y="3362679"/>
            <a:ext cx="857256" cy="551094"/>
          </a:xfrm>
          <a:prstGeom prst="rect">
            <a:avLst/>
          </a:prstGeom>
        </p:spPr>
      </p:pic>
      <p:sp>
        <p:nvSpPr>
          <p:cNvPr id="16" name="TextBox 15">
            <a:extLst>
              <a:ext uri="{FF2B5EF4-FFF2-40B4-BE49-F238E27FC236}">
                <a16:creationId xmlns:a16="http://schemas.microsoft.com/office/drawing/2014/main" id="{7201D69A-7501-E303-F4F0-16F86BB86207}"/>
              </a:ext>
            </a:extLst>
          </p:cNvPr>
          <p:cNvSpPr txBox="1"/>
          <p:nvPr/>
        </p:nvSpPr>
        <p:spPr>
          <a:xfrm>
            <a:off x="7081172" y="4119231"/>
            <a:ext cx="1857388" cy="215444"/>
          </a:xfrm>
          <a:prstGeom prst="rect">
            <a:avLst/>
          </a:prstGeom>
          <a:noFill/>
          <a:ln>
            <a:solidFill>
              <a:schemeClr val="tx1"/>
            </a:solidFill>
          </a:ln>
        </p:spPr>
        <p:txBody>
          <a:bodyPr wrap="square" rtlCol="0">
            <a:spAutoFit/>
          </a:bodyPr>
          <a:lstStyle/>
          <a:p>
            <a:r>
              <a:rPr lang="en-IN" sz="800" b="1" dirty="0" err="1">
                <a:solidFill>
                  <a:schemeClr val="bg1"/>
                </a:solidFill>
              </a:rPr>
              <a:t>AH_HEdu</a:t>
            </a:r>
            <a:endParaRPr lang="en-US" sz="800" b="1" dirty="0">
              <a:solidFill>
                <a:schemeClr val="bg1"/>
              </a:solidFill>
            </a:endParaRPr>
          </a:p>
        </p:txBody>
      </p:sp>
      <p:sp>
        <p:nvSpPr>
          <p:cNvPr id="45" name="TextBox 44">
            <a:extLst>
              <a:ext uri="{FF2B5EF4-FFF2-40B4-BE49-F238E27FC236}">
                <a16:creationId xmlns:a16="http://schemas.microsoft.com/office/drawing/2014/main" id="{633CBEFE-FCD1-5B93-8301-4E314FB5DAA8}"/>
              </a:ext>
            </a:extLst>
          </p:cNvPr>
          <p:cNvSpPr txBox="1"/>
          <p:nvPr/>
        </p:nvSpPr>
        <p:spPr>
          <a:xfrm>
            <a:off x="7081172" y="4421987"/>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sp>
        <p:nvSpPr>
          <p:cNvPr id="46" name="TextBox 45">
            <a:extLst>
              <a:ext uri="{FF2B5EF4-FFF2-40B4-BE49-F238E27FC236}">
                <a16:creationId xmlns:a16="http://schemas.microsoft.com/office/drawing/2014/main" id="{0B2A3EAD-CC8A-B338-F87A-1B1BE312F2DA}"/>
              </a:ext>
            </a:extLst>
          </p:cNvPr>
          <p:cNvSpPr txBox="1"/>
          <p:nvPr/>
        </p:nvSpPr>
        <p:spPr>
          <a:xfrm>
            <a:off x="9069716" y="3934183"/>
            <a:ext cx="2214578" cy="553998"/>
          </a:xfrm>
          <a:prstGeom prst="rect">
            <a:avLst/>
          </a:prstGeom>
          <a:noFill/>
        </p:spPr>
        <p:txBody>
          <a:bodyPr wrap="square" rtlCol="0">
            <a:spAutoFit/>
          </a:bodyPr>
          <a:lstStyle/>
          <a:p>
            <a:r>
              <a:rPr lang="en-IN" sz="1000" b="1" dirty="0"/>
              <a:t>By providing </a:t>
            </a:r>
            <a:r>
              <a:rPr lang="en-IN" sz="1000" b="1" dirty="0" err="1"/>
              <a:t>Aadhar</a:t>
            </a:r>
            <a:r>
              <a:rPr lang="en-IN" sz="1000" b="1" dirty="0"/>
              <a:t> No. And </a:t>
            </a:r>
            <a:r>
              <a:rPr lang="en-IN" sz="1000" b="1" dirty="0" err="1"/>
              <a:t>Aadhar</a:t>
            </a:r>
            <a:r>
              <a:rPr lang="en-IN" sz="1000" b="1" dirty="0"/>
              <a:t> </a:t>
            </a:r>
            <a:r>
              <a:rPr lang="en-IN" sz="1000" b="1" dirty="0" err="1"/>
              <a:t>OTP</a:t>
            </a:r>
            <a:r>
              <a:rPr lang="en-IN" sz="1000" b="1" dirty="0"/>
              <a:t> you are digitally signing  th</a:t>
            </a:r>
            <a:r>
              <a:rPr lang="en-IN" sz="1000" dirty="0"/>
              <a:t>e content.</a:t>
            </a:r>
            <a:endParaRPr lang="en-US" sz="1000" b="1" dirty="0"/>
          </a:p>
        </p:txBody>
      </p:sp>
      <p:pic>
        <p:nvPicPr>
          <p:cNvPr id="47" name="Picture 46" descr="MOBILE.jpg">
            <a:extLst>
              <a:ext uri="{FF2B5EF4-FFF2-40B4-BE49-F238E27FC236}">
                <a16:creationId xmlns:a16="http://schemas.microsoft.com/office/drawing/2014/main" id="{2772626B-4920-0B58-4ECA-C99118B4768F}"/>
              </a:ext>
            </a:extLst>
          </p:cNvPr>
          <p:cNvPicPr>
            <a:picLocks noChangeAspect="1"/>
          </p:cNvPicPr>
          <p:nvPr/>
        </p:nvPicPr>
        <p:blipFill>
          <a:blip r:embed="rId5" cstate="print"/>
          <a:stretch>
            <a:fillRect/>
          </a:stretch>
        </p:blipFill>
        <p:spPr>
          <a:xfrm>
            <a:off x="4426246" y="3451479"/>
            <a:ext cx="592936" cy="1143008"/>
          </a:xfrm>
          <a:prstGeom prst="rect">
            <a:avLst/>
          </a:prstGeom>
        </p:spPr>
      </p:pic>
      <p:sp>
        <p:nvSpPr>
          <p:cNvPr id="48" name="Left Arrow 22">
            <a:extLst>
              <a:ext uri="{FF2B5EF4-FFF2-40B4-BE49-F238E27FC236}">
                <a16:creationId xmlns:a16="http://schemas.microsoft.com/office/drawing/2014/main" id="{F4A61D1C-80BC-25D0-845B-ED363BCCA033}"/>
              </a:ext>
            </a:extLst>
          </p:cNvPr>
          <p:cNvSpPr/>
          <p:nvPr/>
        </p:nvSpPr>
        <p:spPr>
          <a:xfrm>
            <a:off x="4997750" y="3620295"/>
            <a:ext cx="1285884" cy="99574"/>
          </a:xfrm>
          <a:prstGeom prst="lef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ight Arrow 23">
            <a:extLst>
              <a:ext uri="{FF2B5EF4-FFF2-40B4-BE49-F238E27FC236}">
                <a16:creationId xmlns:a16="http://schemas.microsoft.com/office/drawing/2014/main" id="{7023604B-5226-1C8D-F1AC-DDE646689B2F}"/>
              </a:ext>
            </a:extLst>
          </p:cNvPr>
          <p:cNvSpPr/>
          <p:nvPr/>
        </p:nvSpPr>
        <p:spPr>
          <a:xfrm>
            <a:off x="5069188" y="3862745"/>
            <a:ext cx="1643074" cy="115838"/>
          </a:xfrm>
          <a:prstGeom prst="righ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2396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iterate type="lt">
                                    <p:tmPct val="10000"/>
                                  </p:iterate>
                                  <p:childTnLst>
                                    <p:animClr clrSpc="rgb" dir="cw">
                                      <p:cBhvr override="childStyle">
                                        <p:cTn id="6" dur="500" fill="hold"/>
                                        <p:tgtEl>
                                          <p:spTgt spid="11"/>
                                        </p:tgtEl>
                                        <p:attrNameLst>
                                          <p:attrName>style.color</p:attrName>
                                        </p:attrNameLst>
                                      </p:cBhvr>
                                      <p:to>
                                        <a:schemeClr val="tx1"/>
                                      </p:to>
                                    </p:animClr>
                                  </p:childTnLst>
                                </p:cTn>
                              </p:par>
                            </p:childTnLst>
                          </p:cTn>
                        </p:par>
                        <p:par>
                          <p:cTn id="7" fill="hold">
                            <p:stCondLst>
                              <p:cond delay="1050"/>
                            </p:stCondLst>
                            <p:childTnLst>
                              <p:par>
                                <p:cTn id="8" presetID="22" presetClass="entr" presetSubtype="2" fill="hold" grpId="0" nodeType="after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wipe(right)">
                                      <p:cBhvr>
                                        <p:cTn id="10" dur="500"/>
                                        <p:tgtEl>
                                          <p:spTgt spid="48"/>
                                        </p:tgtEl>
                                      </p:cBhvr>
                                    </p:animEffect>
                                  </p:childTnLst>
                                </p:cTn>
                              </p:par>
                            </p:childTnLst>
                          </p:cTn>
                        </p:par>
                        <p:par>
                          <p:cTn id="11" fill="hold">
                            <p:stCondLst>
                              <p:cond delay="1550"/>
                            </p:stCondLst>
                            <p:childTnLst>
                              <p:par>
                                <p:cTn id="12" presetID="26" presetClass="emph" presetSubtype="0" fill="hold" nodeType="afterEffect">
                                  <p:stCondLst>
                                    <p:cond delay="0"/>
                                  </p:stCondLst>
                                  <p:childTnLst>
                                    <p:animEffect transition="out" filter="fade">
                                      <p:cBhvr>
                                        <p:cTn id="13" dur="500" tmFilter="0, 0; .2, .5; .8, .5; 1, 0"/>
                                        <p:tgtEl>
                                          <p:spTgt spid="47"/>
                                        </p:tgtEl>
                                      </p:cBhvr>
                                    </p:animEffect>
                                    <p:animScale>
                                      <p:cBhvr>
                                        <p:cTn id="14" dur="250" autoRev="1" fill="hold"/>
                                        <p:tgtEl>
                                          <p:spTgt spid="47"/>
                                        </p:tgtEl>
                                      </p:cBhvr>
                                      <p:by x="105000" y="105000"/>
                                    </p:animScale>
                                  </p:childTnLst>
                                </p:cTn>
                              </p:par>
                            </p:childTnLst>
                          </p:cTn>
                        </p:par>
                        <p:par>
                          <p:cTn id="15" fill="hold">
                            <p:stCondLst>
                              <p:cond delay="2050"/>
                            </p:stCondLst>
                            <p:childTnLst>
                              <p:par>
                                <p:cTn id="16" presetID="22" presetClass="entr" presetSubtype="8" fill="hold" grpId="0" nodeType="after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wipe(left)">
                                      <p:cBhvr>
                                        <p:cTn id="18" dur="500"/>
                                        <p:tgtEl>
                                          <p:spTgt spid="49"/>
                                        </p:tgtEl>
                                      </p:cBhvr>
                                    </p:animEffect>
                                  </p:childTnLst>
                                </p:cTn>
                              </p:par>
                            </p:childTnLst>
                          </p:cTn>
                        </p:par>
                        <p:par>
                          <p:cTn id="19" fill="hold">
                            <p:stCondLst>
                              <p:cond delay="2550"/>
                            </p:stCondLst>
                            <p:childTnLst>
                              <p:par>
                                <p:cTn id="20" presetID="3" presetClass="emph" presetSubtype="2" fill="hold" grpId="0" nodeType="afterEffect">
                                  <p:stCondLst>
                                    <p:cond delay="0"/>
                                  </p:stCondLst>
                                  <p:iterate type="lt">
                                    <p:tmPct val="10000"/>
                                  </p:iterate>
                                  <p:childTnLst>
                                    <p:animClr clrSpc="rgb" dir="cw">
                                      <p:cBhvr override="childStyle">
                                        <p:cTn id="21" dur="500" fill="hold"/>
                                        <p:tgtEl>
                                          <p:spTgt spid="14"/>
                                        </p:tgtEl>
                                        <p:attrNameLst>
                                          <p:attrName>style.color</p:attrName>
                                        </p:attrNameLst>
                                      </p:cBhvr>
                                      <p:to>
                                        <a:schemeClr val="tx1"/>
                                      </p:to>
                                    </p:animClr>
                                  </p:childTnLst>
                                </p:cTn>
                              </p:par>
                            </p:childTnLst>
                          </p:cTn>
                        </p:par>
                        <p:par>
                          <p:cTn id="22" fill="hold">
                            <p:stCondLst>
                              <p:cond delay="3500"/>
                            </p:stCondLst>
                            <p:childTnLst>
                              <p:par>
                                <p:cTn id="23" presetID="3" presetClass="emph" presetSubtype="2" fill="hold" grpId="0" nodeType="afterEffect">
                                  <p:stCondLst>
                                    <p:cond delay="0"/>
                                  </p:stCondLst>
                                  <p:iterate type="lt">
                                    <p:tmPct val="10000"/>
                                  </p:iterate>
                                  <p:childTnLst>
                                    <p:animClr clrSpc="rgb" dir="cw">
                                      <p:cBhvr override="childStyle">
                                        <p:cTn id="24" dur="500" fill="hold"/>
                                        <p:tgtEl>
                                          <p:spTgt spid="16"/>
                                        </p:tgtEl>
                                        <p:attrNameLst>
                                          <p:attrName>style.color</p:attrName>
                                        </p:attrNameLst>
                                      </p:cBhvr>
                                      <p:to>
                                        <a:schemeClr val="tx1"/>
                                      </p:to>
                                    </p:animClr>
                                  </p:childTnLst>
                                </p:cTn>
                              </p:par>
                            </p:childTnLst>
                          </p:cTn>
                        </p:par>
                        <p:par>
                          <p:cTn id="25" fill="hold">
                            <p:stCondLst>
                              <p:cond delay="4300"/>
                            </p:stCondLst>
                            <p:childTnLst>
                              <p:par>
                                <p:cTn id="26" presetID="3" presetClass="emph" presetSubtype="2" fill="hold" grpId="0" nodeType="afterEffect">
                                  <p:stCondLst>
                                    <p:cond delay="0"/>
                                  </p:stCondLst>
                                  <p:iterate type="lt">
                                    <p:tmPct val="10000"/>
                                  </p:iterate>
                                  <p:childTnLst>
                                    <p:animClr clrSpc="rgb" dir="cw">
                                      <p:cBhvr override="childStyle">
                                        <p:cTn id="27" dur="500" fill="hold"/>
                                        <p:tgtEl>
                                          <p:spTgt spid="45"/>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6" grpId="0" animBg="1"/>
      <p:bldP spid="45" grpId="0" animBg="1"/>
      <p:bldP spid="48" grpId="0" animBg="1"/>
      <p:bldP spid="4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30806-0907-C6CA-2C68-172C503BE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88620-69B0-512B-4882-BD8A3EACC74E}"/>
              </a:ext>
            </a:extLst>
          </p:cNvPr>
          <p:cNvSpPr>
            <a:spLocks noGrp="1"/>
          </p:cNvSpPr>
          <p:nvPr>
            <p:ph type="title"/>
          </p:nvPr>
        </p:nvSpPr>
        <p:spPr>
          <a:xfrm>
            <a:off x="0" y="1399032"/>
            <a:ext cx="3048000" cy="2493217"/>
          </a:xfrm>
        </p:spPr>
        <p:txBody>
          <a:bodyPr/>
          <a:lstStyle/>
          <a:p>
            <a:pPr algn="ctr">
              <a:lnSpc>
                <a:spcPct val="150000"/>
              </a:lnSpc>
            </a:pPr>
            <a:r>
              <a:rPr lang="en-US" sz="2400" b="1" dirty="0"/>
              <a:t>POST</a:t>
            </a:r>
            <a:r>
              <a:rPr lang="hi-IN" sz="2400" b="1" dirty="0"/>
              <a:t>S SENCTIONED FOR </a:t>
            </a:r>
            <a:r>
              <a:rPr lang="en-US" sz="2400" b="1" dirty="0"/>
              <a:t>PROMOTION</a:t>
            </a:r>
            <a:br>
              <a:rPr lang="en-US" sz="3200" dirty="0"/>
            </a:br>
            <a:r>
              <a:rPr lang="en-US" sz="2400" b="1" dirty="0">
                <a:solidFill>
                  <a:schemeClr val="accent3">
                    <a:lumMod val="50000"/>
                  </a:schemeClr>
                </a:solidFill>
                <a:effectLst>
                  <a:outerShdw blurRad="38100" dist="38100" dir="2700000" algn="tl">
                    <a:srgbClr val="000000">
                      <a:alpha val="43137"/>
                    </a:srgbClr>
                  </a:outerShdw>
                </a:effectLst>
              </a:rPr>
              <a:t>PROPOSAL</a:t>
            </a:r>
          </a:p>
        </p:txBody>
      </p:sp>
      <p:sp>
        <p:nvSpPr>
          <p:cNvPr id="12" name="Footer Placeholder 11">
            <a:extLst>
              <a:ext uri="{FF2B5EF4-FFF2-40B4-BE49-F238E27FC236}">
                <a16:creationId xmlns:a16="http://schemas.microsoft.com/office/drawing/2014/main" id="{5C763D0E-7D2F-5CEA-D01E-393D9FF95E87}"/>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98A1B7F3-6470-DBF1-8DAA-DF58D0A3853E}"/>
              </a:ext>
            </a:extLst>
          </p:cNvPr>
          <p:cNvSpPr>
            <a:spLocks noGrp="1"/>
          </p:cNvSpPr>
          <p:nvPr>
            <p:ph type="sldNum" sz="quarter" idx="12"/>
          </p:nvPr>
        </p:nvSpPr>
        <p:spPr/>
        <p:txBody>
          <a:bodyPr/>
          <a:lstStyle/>
          <a:p>
            <a:fld id="{5BFCF61C-3B18-4C03-8326-CC3B32D710C9}" type="slidenum">
              <a:rPr lang="en-US" smtClean="0"/>
              <a:pPr/>
              <a:t>9</a:t>
            </a:fld>
            <a:endParaRPr lang="en-US"/>
          </a:p>
        </p:txBody>
      </p:sp>
      <p:sp>
        <p:nvSpPr>
          <p:cNvPr id="3" name="Rectangle 2">
            <a:extLst>
              <a:ext uri="{FF2B5EF4-FFF2-40B4-BE49-F238E27FC236}">
                <a16:creationId xmlns:a16="http://schemas.microsoft.com/office/drawing/2014/main" id="{CF3DF433-E139-4F85-58C7-9A70F9B95A89}"/>
              </a:ext>
            </a:extLst>
          </p:cNvPr>
          <p:cNvSpPr/>
          <p:nvPr/>
        </p:nvSpPr>
        <p:spPr>
          <a:xfrm>
            <a:off x="3366076" y="892951"/>
            <a:ext cx="8429684" cy="5072098"/>
          </a:xfrm>
          <a:prstGeom prst="rect">
            <a:avLst/>
          </a:prstGeom>
          <a:ln/>
        </p:spPr>
        <p:style>
          <a:lnRef idx="0">
            <a:schemeClr val="accent5"/>
          </a:lnRef>
          <a:fillRef idx="3">
            <a:schemeClr val="accent5"/>
          </a:fillRef>
          <a:effectRef idx="3">
            <a:schemeClr val="accent5"/>
          </a:effectRef>
          <a:fontRef idx="minor">
            <a:schemeClr val="lt1"/>
          </a:fontRef>
        </p:style>
        <p:txBody>
          <a:bodyPr rtlCol="0" anchor="t"/>
          <a:lstStyle/>
          <a:p>
            <a:pPr algn="just"/>
            <a:endParaRPr lang="en-US" dirty="0">
              <a:solidFill>
                <a:srgbClr val="0070C0"/>
              </a:solidFill>
            </a:endParaRPr>
          </a:p>
        </p:txBody>
      </p:sp>
      <p:sp>
        <p:nvSpPr>
          <p:cNvPr id="4" name="Content Placeholder 2">
            <a:extLst>
              <a:ext uri="{FF2B5EF4-FFF2-40B4-BE49-F238E27FC236}">
                <a16:creationId xmlns:a16="http://schemas.microsoft.com/office/drawing/2014/main" id="{74C99E31-90C5-FC12-FF30-BB51A7DF4BED}"/>
              </a:ext>
            </a:extLst>
          </p:cNvPr>
          <p:cNvSpPr txBox="1">
            <a:spLocks/>
          </p:cNvSpPr>
          <p:nvPr/>
        </p:nvSpPr>
        <p:spPr>
          <a:xfrm>
            <a:off x="3606798" y="1119137"/>
            <a:ext cx="6515556" cy="3853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hi-IN" sz="2000" b="1">
                <a:latin typeface="Kokila" panose="020B0604020202020204" pitchFamily="34" charset="0"/>
                <a:cs typeface="Kokila" panose="020B0604020202020204" pitchFamily="34" charset="0"/>
              </a:rPr>
              <a:t>विभाग में स्वीकृत ऐसे पदों के प्रकार जिनपर पदोन्नति से भर्ती का प्रावधान है -</a:t>
            </a:r>
            <a:r>
              <a:rPr lang="hi-IN" sz="2000">
                <a:latin typeface="Kokila" panose="020B0604020202020204" pitchFamily="34" charset="0"/>
                <a:cs typeface="Kokila" panose="020B0604020202020204" pitchFamily="34" charset="0"/>
              </a:rPr>
              <a:t> </a:t>
            </a:r>
            <a:r>
              <a:rPr lang="en-IN" sz="2000">
                <a:latin typeface="Kokila" panose="020B0604020202020204" pitchFamily="34" charset="0"/>
                <a:cs typeface="Kokila" panose="020B0604020202020204" pitchFamily="34" charset="0"/>
              </a:rPr>
              <a:t> </a:t>
            </a:r>
          </a:p>
          <a:p>
            <a:pPr algn="just">
              <a:buFont typeface="Arial" panose="020B0604020202020204" pitchFamily="34" charset="0"/>
              <a:buNone/>
            </a:pPr>
            <a:endParaRPr lang="en-IN" sz="2000">
              <a:latin typeface="Kokila" panose="020B0604020202020204" pitchFamily="34" charset="0"/>
              <a:cs typeface="Kokila" panose="020B0604020202020204" pitchFamily="34" charset="0"/>
            </a:endParaRPr>
          </a:p>
          <a:p>
            <a:pPr algn="just">
              <a:buFont typeface="Arial" panose="020B0604020202020204" pitchFamily="34" charset="0"/>
              <a:buNone/>
            </a:pPr>
            <a:endParaRPr lang="en-IN" sz="1800" dirty="0"/>
          </a:p>
        </p:txBody>
      </p:sp>
      <p:sp>
        <p:nvSpPr>
          <p:cNvPr id="5" name="Rounded Rectangle 11">
            <a:extLst>
              <a:ext uri="{FF2B5EF4-FFF2-40B4-BE49-F238E27FC236}">
                <a16:creationId xmlns:a16="http://schemas.microsoft.com/office/drawing/2014/main" id="{F48F83B1-BFEF-07DD-DECF-6F82755DC6CC}"/>
              </a:ext>
            </a:extLst>
          </p:cNvPr>
          <p:cNvSpPr/>
          <p:nvPr/>
        </p:nvSpPr>
        <p:spPr>
          <a:xfrm>
            <a:off x="9724058" y="5178133"/>
            <a:ext cx="1571636"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i-IN" b="1" dirty="0">
                <a:effectLst>
                  <a:outerShdw blurRad="38100" dist="38100" dir="2700000" algn="tl">
                    <a:srgbClr val="000000">
                      <a:alpha val="43137"/>
                    </a:srgbClr>
                  </a:outerShdw>
                </a:effectLst>
              </a:rPr>
              <a:t>NEXT</a:t>
            </a:r>
            <a:endParaRPr lang="en-IN" b="1"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4166E9CC-AD29-8F90-548F-E2CA1E2A83F4}"/>
              </a:ext>
            </a:extLst>
          </p:cNvPr>
          <p:cNvSpPr txBox="1"/>
          <p:nvPr/>
        </p:nvSpPr>
        <p:spPr>
          <a:xfrm>
            <a:off x="9979478" y="1100852"/>
            <a:ext cx="1714512" cy="307777"/>
          </a:xfrm>
          <a:prstGeom prst="rect">
            <a:avLst/>
          </a:prstGeom>
          <a:noFill/>
          <a:ln w="12700">
            <a:solidFill>
              <a:schemeClr val="accent1">
                <a:lumMod val="50000"/>
              </a:schemeClr>
            </a:solidFill>
          </a:ln>
        </p:spPr>
        <p:txBody>
          <a:bodyPr wrap="square" rtlCol="0">
            <a:spAutoFit/>
          </a:bodyPr>
          <a:lstStyle/>
          <a:p>
            <a:r>
              <a:rPr lang="hi-IN" sz="1400" b="1" dirty="0">
                <a:solidFill>
                  <a:schemeClr val="bg1"/>
                </a:solidFill>
              </a:rPr>
              <a:t>3</a:t>
            </a:r>
            <a:endParaRPr lang="en-IN" sz="1400" b="1" dirty="0">
              <a:solidFill>
                <a:schemeClr val="bg1"/>
              </a:solidFill>
            </a:endParaRPr>
          </a:p>
        </p:txBody>
      </p:sp>
      <p:sp>
        <p:nvSpPr>
          <p:cNvPr id="7" name="Content Placeholder 2">
            <a:extLst>
              <a:ext uri="{FF2B5EF4-FFF2-40B4-BE49-F238E27FC236}">
                <a16:creationId xmlns:a16="http://schemas.microsoft.com/office/drawing/2014/main" id="{14E777D5-CA52-89EC-A296-8B7FA80E2AE7}"/>
              </a:ext>
            </a:extLst>
          </p:cNvPr>
          <p:cNvSpPr txBox="1">
            <a:spLocks/>
          </p:cNvSpPr>
          <p:nvPr/>
        </p:nvSpPr>
        <p:spPr>
          <a:xfrm>
            <a:off x="3407182" y="1506659"/>
            <a:ext cx="8072494" cy="524142"/>
          </a:xfrm>
          <a:prstGeom prst="rect">
            <a:avLst/>
          </a:prstGeom>
        </p:spPr>
        <p:txBody>
          <a:bodyPr vert="horz">
            <a:normAutofit/>
          </a:bodyPr>
          <a:lstStyle/>
          <a:p>
            <a:pPr marL="274320" marR="0" lvl="0" indent="-274320" algn="ctr" defTabSz="914400" rtl="0" eaLnBrk="1" fontAlgn="auto" latinLnBrk="0" hangingPunct="1">
              <a:lnSpc>
                <a:spcPct val="100000"/>
              </a:lnSpc>
              <a:spcBef>
                <a:spcPts val="600"/>
              </a:spcBef>
              <a:spcAft>
                <a:spcPts val="0"/>
              </a:spcAft>
              <a:buClr>
                <a:schemeClr val="accent1"/>
              </a:buClr>
              <a:buSzPct val="70000"/>
              <a:buFont typeface="Wingdings"/>
              <a:buNone/>
              <a:tabLst/>
              <a:defRPr/>
            </a:pPr>
            <a:r>
              <a:rPr kumimoji="0" lang="hi-IN" sz="2400" b="1" i="0" u="none" strike="noStrike" kern="1200" cap="none" spc="0" normalizeH="0" baseline="0" noProof="0" dirty="0">
                <a:ln>
                  <a:noFill/>
                </a:ln>
                <a:solidFill>
                  <a:srgbClr val="C00000"/>
                </a:solidFill>
                <a:effectLst/>
                <a:uLnTx/>
                <a:uFillTx/>
                <a:latin typeface="Kokila" panose="020B0604020202020204" pitchFamily="34" charset="0"/>
                <a:cs typeface="Kokila" panose="020B0604020202020204" pitchFamily="34" charset="0"/>
              </a:rPr>
              <a:t>विभागीय भर्ती नियम की अनुसूची-4 के अनुसार ही जानकारी प्रविष्ट/ अपलोड करें </a:t>
            </a:r>
            <a:endParaRPr kumimoji="0" lang="en-IN" sz="2400" b="1" i="0" u="none" strike="noStrike" kern="1200" cap="none" spc="0" normalizeH="0" baseline="0" noProof="0" dirty="0">
              <a:ln>
                <a:noFill/>
              </a:ln>
              <a:solidFill>
                <a:srgbClr val="C00000"/>
              </a:solidFill>
              <a:effectLst/>
              <a:uLnTx/>
              <a:uFillTx/>
              <a:latin typeface="Kokila" panose="020B0604020202020204" pitchFamily="34" charset="0"/>
              <a:cs typeface="Kokila" panose="020B0604020202020204" pitchFamily="34" charset="0"/>
            </a:endParaRPr>
          </a:p>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a:buNone/>
              <a:tabLst/>
              <a:defRPr/>
            </a:pPr>
            <a:endParaRPr kumimoji="0" lang="en-IN" sz="1800" b="1" i="0" u="none" strike="noStrike" kern="1200" cap="none" spc="0" normalizeH="0" baseline="0" noProof="0" dirty="0">
              <a:ln>
                <a:noFill/>
              </a:ln>
              <a:solidFill>
                <a:srgbClr val="FF0000"/>
              </a:solidFill>
              <a:effectLst/>
              <a:uLnTx/>
              <a:uFillTx/>
              <a:latin typeface="+mn-lt"/>
              <a:ea typeface="+mn-ea"/>
              <a:cs typeface="+mn-cs"/>
            </a:endParaRPr>
          </a:p>
        </p:txBody>
      </p:sp>
      <p:graphicFrame>
        <p:nvGraphicFramePr>
          <p:cNvPr id="8" name="Table 7">
            <a:extLst>
              <a:ext uri="{FF2B5EF4-FFF2-40B4-BE49-F238E27FC236}">
                <a16:creationId xmlns:a16="http://schemas.microsoft.com/office/drawing/2014/main" id="{E42681E4-729B-78D0-6562-32A318D20EB6}"/>
              </a:ext>
            </a:extLst>
          </p:cNvPr>
          <p:cNvGraphicFramePr>
            <a:graphicFrameLocks noGrp="1"/>
          </p:cNvGraphicFramePr>
          <p:nvPr>
            <p:extLst>
              <p:ext uri="{D42A27DB-BD31-4B8C-83A1-F6EECF244321}">
                <p14:modId xmlns:p14="http://schemas.microsoft.com/office/powerpoint/2010/main" val="3332904939"/>
              </p:ext>
            </p:extLst>
          </p:nvPr>
        </p:nvGraphicFramePr>
        <p:xfrm>
          <a:off x="3437513" y="1947849"/>
          <a:ext cx="8286810" cy="2529967"/>
        </p:xfrm>
        <a:graphic>
          <a:graphicData uri="http://schemas.openxmlformats.org/drawingml/2006/table">
            <a:tbl>
              <a:tblPr firstRow="1" bandRow="1">
                <a:tableStyleId>{5C22544A-7EE6-4342-B048-85BDC9FD1C3A}</a:tableStyleId>
              </a:tblPr>
              <a:tblGrid>
                <a:gridCol w="399968">
                  <a:extLst>
                    <a:ext uri="{9D8B030D-6E8A-4147-A177-3AD203B41FA5}">
                      <a16:colId xmlns:a16="http://schemas.microsoft.com/office/drawing/2014/main" val="20000"/>
                    </a:ext>
                  </a:extLst>
                </a:gridCol>
                <a:gridCol w="1132047">
                  <a:extLst>
                    <a:ext uri="{9D8B030D-6E8A-4147-A177-3AD203B41FA5}">
                      <a16:colId xmlns:a16="http://schemas.microsoft.com/office/drawing/2014/main" val="20001"/>
                    </a:ext>
                  </a:extLst>
                </a:gridCol>
                <a:gridCol w="766008">
                  <a:extLst>
                    <a:ext uri="{9D8B030D-6E8A-4147-A177-3AD203B41FA5}">
                      <a16:colId xmlns:a16="http://schemas.microsoft.com/office/drawing/2014/main" val="20002"/>
                    </a:ext>
                  </a:extLst>
                </a:gridCol>
                <a:gridCol w="696371">
                  <a:extLst>
                    <a:ext uri="{9D8B030D-6E8A-4147-A177-3AD203B41FA5}">
                      <a16:colId xmlns:a16="http://schemas.microsoft.com/office/drawing/2014/main" val="20003"/>
                    </a:ext>
                  </a:extLst>
                </a:gridCol>
                <a:gridCol w="862001">
                  <a:extLst>
                    <a:ext uri="{9D8B030D-6E8A-4147-A177-3AD203B41FA5}">
                      <a16:colId xmlns:a16="http://schemas.microsoft.com/office/drawing/2014/main" val="20004"/>
                    </a:ext>
                  </a:extLst>
                </a:gridCol>
                <a:gridCol w="1114193">
                  <a:extLst>
                    <a:ext uri="{9D8B030D-6E8A-4147-A177-3AD203B41FA5}">
                      <a16:colId xmlns:a16="http://schemas.microsoft.com/office/drawing/2014/main" val="20005"/>
                    </a:ext>
                  </a:extLst>
                </a:gridCol>
                <a:gridCol w="670014">
                  <a:extLst>
                    <a:ext uri="{9D8B030D-6E8A-4147-A177-3AD203B41FA5}">
                      <a16:colId xmlns:a16="http://schemas.microsoft.com/office/drawing/2014/main" val="20006"/>
                    </a:ext>
                  </a:extLst>
                </a:gridCol>
                <a:gridCol w="696371">
                  <a:extLst>
                    <a:ext uri="{9D8B030D-6E8A-4147-A177-3AD203B41FA5}">
                      <a16:colId xmlns:a16="http://schemas.microsoft.com/office/drawing/2014/main" val="20007"/>
                    </a:ext>
                  </a:extLst>
                </a:gridCol>
                <a:gridCol w="905281">
                  <a:extLst>
                    <a:ext uri="{9D8B030D-6E8A-4147-A177-3AD203B41FA5}">
                      <a16:colId xmlns:a16="http://schemas.microsoft.com/office/drawing/2014/main" val="20008"/>
                    </a:ext>
                  </a:extLst>
                </a:gridCol>
                <a:gridCol w="417823">
                  <a:extLst>
                    <a:ext uri="{9D8B030D-6E8A-4147-A177-3AD203B41FA5}">
                      <a16:colId xmlns:a16="http://schemas.microsoft.com/office/drawing/2014/main" val="20009"/>
                    </a:ext>
                  </a:extLst>
                </a:gridCol>
                <a:gridCol w="626733">
                  <a:extLst>
                    <a:ext uri="{9D8B030D-6E8A-4147-A177-3AD203B41FA5}">
                      <a16:colId xmlns:a16="http://schemas.microsoft.com/office/drawing/2014/main" val="20010"/>
                    </a:ext>
                  </a:extLst>
                </a:gridCol>
              </a:tblGrid>
              <a:tr h="670687">
                <a:tc rowSpan="2">
                  <a:txBody>
                    <a:bodyPr/>
                    <a:lstStyle/>
                    <a:p>
                      <a:pPr algn="ctr"/>
                      <a:r>
                        <a:rPr lang="hi-IN" sz="1800" dirty="0">
                          <a:latin typeface="Kokila" panose="020B0604020202020204" pitchFamily="34" charset="0"/>
                          <a:cs typeface="Kokila" panose="020B0604020202020204" pitchFamily="34" charset="0"/>
                        </a:rPr>
                        <a:t>क्र.</a:t>
                      </a:r>
                      <a:endParaRPr lang="en-IN" sz="1800" dirty="0">
                        <a:latin typeface="Kokila" panose="020B0604020202020204" pitchFamily="34" charset="0"/>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algn="ctr"/>
                      <a:r>
                        <a:rPr lang="hi-IN" sz="1800" dirty="0">
                          <a:latin typeface="Kokila" panose="020B0604020202020204" pitchFamily="34" charset="0"/>
                          <a:cs typeface="Kokila" panose="020B0604020202020204" pitchFamily="34" charset="0"/>
                        </a:rPr>
                        <a:t>पद नाम </a:t>
                      </a:r>
                      <a:endParaRPr lang="en-IN" sz="1800" dirty="0">
                        <a:latin typeface="Kokila" panose="020B0604020202020204" pitchFamily="34" charset="0"/>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algn="ctr"/>
                      <a:r>
                        <a:rPr lang="hi-IN" sz="1800" dirty="0">
                          <a:latin typeface="Kokila" panose="020B0604020202020204" pitchFamily="34" charset="0"/>
                          <a:cs typeface="Kokila" panose="020B0604020202020204" pitchFamily="34" charset="0"/>
                        </a:rPr>
                        <a:t>वेतन-मान </a:t>
                      </a:r>
                      <a:endParaRPr lang="en-IN" sz="1800" dirty="0">
                        <a:latin typeface="Kokila" panose="020B0604020202020204" pitchFamily="34" charset="0"/>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algn="ctr"/>
                      <a:r>
                        <a:rPr lang="hi-IN" sz="1800" dirty="0">
                          <a:latin typeface="Kokila" panose="020B0604020202020204" pitchFamily="34" charset="0"/>
                          <a:cs typeface="Kokila" panose="020B0604020202020204" pitchFamily="34" charset="0"/>
                        </a:rPr>
                        <a:t>सीधी </a:t>
                      </a:r>
                      <a:r>
                        <a:rPr lang="hi-IN" sz="1800" baseline="0" dirty="0">
                          <a:latin typeface="Kokila" panose="020B0604020202020204" pitchFamily="34" charset="0"/>
                          <a:cs typeface="Kokila" panose="020B0604020202020204" pitchFamily="34" charset="0"/>
                        </a:rPr>
                        <a:t> भर्ती का प्रतिशत </a:t>
                      </a:r>
                      <a:endParaRPr lang="en-IN" sz="1800" dirty="0">
                        <a:latin typeface="Kokila" panose="020B0604020202020204" pitchFamily="34" charset="0"/>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algn="ctr"/>
                      <a:r>
                        <a:rPr lang="hi-IN" sz="1800" dirty="0">
                          <a:latin typeface="Kokila" panose="020B0604020202020204" pitchFamily="34" charset="0"/>
                          <a:cs typeface="Kokila" panose="020B0604020202020204" pitchFamily="34" charset="0"/>
                        </a:rPr>
                        <a:t>पदोन्नति से भर्ती का प्रतिशत </a:t>
                      </a:r>
                      <a:endParaRPr lang="en-IN" sz="1800" dirty="0">
                        <a:latin typeface="Kokila" panose="020B0604020202020204" pitchFamily="34" charset="0"/>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6">
                  <a:txBody>
                    <a:bodyPr/>
                    <a:lstStyle/>
                    <a:p>
                      <a:pPr algn="ctr"/>
                      <a:r>
                        <a:rPr lang="hi-IN" sz="2400" dirty="0">
                          <a:latin typeface="Kokila" panose="020B0604020202020204" pitchFamily="34" charset="0"/>
                          <a:cs typeface="Kokila" panose="020B0604020202020204" pitchFamily="34" charset="0"/>
                        </a:rPr>
                        <a:t>संवर्ग जिससे पदोन्नत किया जाना है </a:t>
                      </a:r>
                      <a:endParaRPr lang="en-IN" sz="2400" dirty="0">
                        <a:latin typeface="Kokila" panose="020B0604020202020204" pitchFamily="34" charset="0"/>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endParaRPr lang="en-IN" sz="1100" dirty="0"/>
                    </a:p>
                  </a:txBody>
                  <a:tcPr>
                    <a:lnB w="12700" cap="flat" cmpd="sng" algn="ctr">
                      <a:solidFill>
                        <a:schemeClr val="tx1"/>
                      </a:solidFill>
                      <a:prstDash val="solid"/>
                      <a:round/>
                      <a:headEnd type="none" w="med" len="med"/>
                      <a:tailEnd type="none" w="med" len="med"/>
                    </a:lnB>
                  </a:tcPr>
                </a:tc>
                <a:tc hMerge="1">
                  <a:txBody>
                    <a:bodyPr/>
                    <a:lstStyle/>
                    <a:p>
                      <a:endParaRPr lang="en-IN" sz="1100" dirty="0"/>
                    </a:p>
                  </a:txBody>
                  <a:tcPr>
                    <a:lnB w="12700" cap="flat" cmpd="sng" algn="ctr">
                      <a:solidFill>
                        <a:schemeClr val="tx1"/>
                      </a:solidFill>
                      <a:prstDash val="solid"/>
                      <a:round/>
                      <a:headEnd type="none" w="med" len="med"/>
                      <a:tailEnd type="none" w="med" len="med"/>
                    </a:lnB>
                  </a:tcPr>
                </a:tc>
                <a:tc hMerge="1">
                  <a:txBody>
                    <a:bodyPr/>
                    <a:lstStyle/>
                    <a:p>
                      <a:endParaRPr lang="en-IN" sz="1100" dirty="0"/>
                    </a:p>
                  </a:txBody>
                  <a:tcPr>
                    <a:lnB w="12700" cap="flat" cmpd="sng" algn="ctr">
                      <a:solidFill>
                        <a:schemeClr val="tx1"/>
                      </a:solidFill>
                      <a:prstDash val="solid"/>
                      <a:round/>
                      <a:headEnd type="none" w="med" len="med"/>
                      <a:tailEnd type="none" w="med" len="med"/>
                    </a:lnB>
                  </a:tcPr>
                </a:tc>
                <a:tc hMerge="1">
                  <a:txBody>
                    <a:bodyPr/>
                    <a:lstStyle/>
                    <a:p>
                      <a:endParaRPr lang="en-IN" sz="1100" dirty="0"/>
                    </a:p>
                  </a:txBody>
                  <a:tcPr>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0000"/>
                  </a:ext>
                </a:extLst>
              </a:tr>
              <a:tr h="0">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a:r>
                        <a:rPr kumimoji="0" lang="hi-IN" sz="1600" b="1" kern="1200" dirty="0">
                          <a:solidFill>
                            <a:schemeClr val="lt1"/>
                          </a:solidFill>
                          <a:latin typeface="Kokila" panose="020B0604020202020204" pitchFamily="34" charset="0"/>
                          <a:ea typeface="+mn-ea"/>
                          <a:cs typeface="Kokila" panose="020B0604020202020204" pitchFamily="34" charset="0"/>
                        </a:rPr>
                        <a:t>संवर्ग - 1</a:t>
                      </a:r>
                      <a:endParaRPr kumimoji="0" lang="en-IN" sz="1600" b="1" kern="1200" dirty="0">
                        <a:solidFill>
                          <a:schemeClr val="lt1"/>
                        </a:solidFill>
                        <a:latin typeface="Kokila" panose="020B0604020202020204" pitchFamily="34" charset="0"/>
                        <a:ea typeface="+mn-ea"/>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kumimoji="0" lang="en-IN" sz="1600" b="1" kern="1200" dirty="0">
                          <a:solidFill>
                            <a:schemeClr val="lt1"/>
                          </a:solidFill>
                          <a:latin typeface="Kokila" panose="020B0604020202020204" pitchFamily="34" charset="0"/>
                          <a:ea typeface="+mn-ea"/>
                          <a:cs typeface="Kokila" panose="020B0604020202020204" pitchFamily="34" charset="0"/>
                        </a:rPr>
                        <a: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kumimoji="0" lang="hi-IN" sz="1600" b="1" kern="1200" dirty="0">
                          <a:solidFill>
                            <a:schemeClr val="lt1"/>
                          </a:solidFill>
                          <a:latin typeface="Kokila" panose="020B0604020202020204" pitchFamily="34" charset="0"/>
                          <a:ea typeface="+mn-ea"/>
                          <a:cs typeface="Kokila" panose="020B0604020202020204" pitchFamily="34" charset="0"/>
                        </a:rPr>
                        <a:t>अनुभव वर्षों में </a:t>
                      </a:r>
                      <a:endParaRPr kumimoji="0" lang="en-IN" sz="1600" b="1" kern="1200" dirty="0">
                        <a:solidFill>
                          <a:schemeClr val="lt1"/>
                        </a:solidFill>
                        <a:latin typeface="Kokila" panose="020B0604020202020204" pitchFamily="34" charset="0"/>
                        <a:ea typeface="+mn-ea"/>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kumimoji="0" lang="hi-IN" sz="1600" b="1" kern="1200" dirty="0">
                          <a:solidFill>
                            <a:schemeClr val="lt1"/>
                          </a:solidFill>
                          <a:latin typeface="Kokila" panose="020B0604020202020204" pitchFamily="34" charset="0"/>
                          <a:ea typeface="+mn-ea"/>
                          <a:cs typeface="Kokila" panose="020B0604020202020204" pitchFamily="34" charset="0"/>
                        </a:rPr>
                        <a:t>संवर्ग - 2</a:t>
                      </a:r>
                      <a:endParaRPr kumimoji="0" lang="en-IN" sz="1600" b="1" kern="1200" dirty="0">
                        <a:solidFill>
                          <a:schemeClr val="lt1"/>
                        </a:solidFill>
                        <a:latin typeface="Kokila" panose="020B0604020202020204" pitchFamily="34" charset="0"/>
                        <a:ea typeface="+mn-ea"/>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kumimoji="0" lang="en-IN" sz="1600" b="1" kern="1200" dirty="0">
                          <a:solidFill>
                            <a:schemeClr val="lt1"/>
                          </a:solidFill>
                          <a:latin typeface="Kokila" panose="020B0604020202020204" pitchFamily="34" charset="0"/>
                          <a:ea typeface="+mn-ea"/>
                          <a:cs typeface="Kokila" panose="020B0604020202020204" pitchFamily="34" charset="0"/>
                        </a:rPr>
                        <a: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kumimoji="0" lang="hi-IN" sz="1600" b="1" kern="1200" dirty="0">
                          <a:solidFill>
                            <a:schemeClr val="lt1"/>
                          </a:solidFill>
                          <a:latin typeface="Kokila" panose="020B0604020202020204" pitchFamily="34" charset="0"/>
                          <a:ea typeface="+mn-ea"/>
                          <a:cs typeface="Kokila" panose="020B0604020202020204" pitchFamily="34" charset="0"/>
                        </a:rPr>
                        <a:t>अनुभव वर्षों  में </a:t>
                      </a:r>
                      <a:endParaRPr kumimoji="0" lang="en-IN" sz="1600" b="1" kern="1200" dirty="0">
                        <a:solidFill>
                          <a:schemeClr val="lt1"/>
                        </a:solidFill>
                        <a:latin typeface="Kokila" panose="020B0604020202020204" pitchFamily="34" charset="0"/>
                        <a:ea typeface="+mn-ea"/>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1"/>
                  </a:ext>
                </a:extLst>
              </a:tr>
              <a:tr h="304792">
                <a:tc>
                  <a:txBody>
                    <a:bodyPr/>
                    <a:lstStyle/>
                    <a:p>
                      <a:pPr algn="ctr"/>
                      <a:r>
                        <a:rPr lang="en-IN" sz="1400" b="1" dirty="0">
                          <a:solidFill>
                            <a:schemeClr val="bg1"/>
                          </a:solidFill>
                          <a:latin typeface="Arial" pitchFamily="34" charset="0"/>
                          <a:cs typeface="Arial" pitchFamily="34" charset="0"/>
                        </a:rPr>
                        <a:t>1</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dirty="0">
                          <a:solidFill>
                            <a:schemeClr val="bg1"/>
                          </a:solidFill>
                          <a:latin typeface="Arial" pitchFamily="34" charset="0"/>
                          <a:cs typeface="Arial" pitchFamily="34" charset="0"/>
                        </a:rPr>
                        <a:t>DEPUTY SECRETARY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bg1"/>
                          </a:solidFill>
                          <a:latin typeface="Arial" pitchFamily="34" charset="0"/>
                          <a:cs typeface="Arial" pitchFamily="34" charset="0"/>
                        </a:rPr>
                        <a:t>0</a:t>
                      </a:r>
                      <a:endParaRPr lang="en-IN" sz="1400" b="1"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bg1"/>
                          </a:solidFill>
                          <a:latin typeface="Arial" pitchFamily="34" charset="0"/>
                          <a:cs typeface="Arial" pitchFamily="34" charset="0"/>
                        </a:rPr>
                        <a:t>100</a:t>
                      </a:r>
                      <a:endParaRPr lang="en-IN" sz="1400" b="1"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sz="1100" dirty="0">
                          <a:solidFill>
                            <a:schemeClr val="bg1"/>
                          </a:solidFill>
                          <a:latin typeface="Arial" pitchFamily="34" charset="0"/>
                          <a:cs typeface="Arial" pitchFamily="34" charset="0"/>
                        </a:rPr>
                        <a:t>UNDER SECRETARY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b="1" dirty="0">
                          <a:solidFill>
                            <a:schemeClr val="bg1"/>
                          </a:solidFill>
                          <a:latin typeface="Arial" pitchFamily="34" charset="0"/>
                          <a:cs typeface="Arial" pitchFamily="34" charset="0"/>
                        </a:rPr>
                        <a:t>100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42308">
                <a:tc>
                  <a:txBody>
                    <a:bodyPr/>
                    <a:lstStyle/>
                    <a:p>
                      <a:pPr algn="ctr"/>
                      <a:r>
                        <a:rPr lang="en-IN" sz="1400" b="1" dirty="0">
                          <a:solidFill>
                            <a:schemeClr val="bg1"/>
                          </a:solidFill>
                          <a:latin typeface="Arial" pitchFamily="34" charset="0"/>
                          <a:cs typeface="Arial" pitchFamily="34" charset="0"/>
                        </a:rPr>
                        <a:t>2</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dirty="0">
                          <a:solidFill>
                            <a:schemeClr val="bg1"/>
                          </a:solidFill>
                          <a:latin typeface="Arial" pitchFamily="34" charset="0"/>
                          <a:cs typeface="Arial" pitchFamily="34" charset="0"/>
                        </a:rPr>
                        <a:t>UNDER SECRETARY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bg1"/>
                          </a:solidFill>
                          <a:latin typeface="Arial" pitchFamily="34" charset="0"/>
                          <a:cs typeface="Arial" pitchFamily="34" charset="0"/>
                        </a:rPr>
                        <a:t>0</a:t>
                      </a:r>
                      <a:endParaRPr lang="en-IN" sz="1400" b="1"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bg1"/>
                          </a:solidFill>
                          <a:latin typeface="Arial" pitchFamily="34" charset="0"/>
                          <a:cs typeface="Arial" pitchFamily="34" charset="0"/>
                        </a:rPr>
                        <a:t>100</a:t>
                      </a:r>
                      <a:endParaRPr lang="en-IN" sz="1400" b="1"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sz="1100" dirty="0">
                          <a:solidFill>
                            <a:schemeClr val="bg1"/>
                          </a:solidFill>
                          <a:latin typeface="Arial" pitchFamily="34" charset="0"/>
                          <a:cs typeface="Arial" pitchFamily="34" charset="0"/>
                        </a:rPr>
                        <a:t>SECTION OFFICER</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b="1" dirty="0">
                          <a:solidFill>
                            <a:schemeClr val="bg1"/>
                          </a:solidFill>
                          <a:latin typeface="Arial" pitchFamily="34" charset="0"/>
                          <a:cs typeface="Arial" pitchFamily="34" charset="0"/>
                        </a:rPr>
                        <a:t>50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dirty="0">
                          <a:solidFill>
                            <a:schemeClr val="bg1"/>
                          </a:solidFill>
                          <a:latin typeface="Arial" pitchFamily="34" charset="0"/>
                          <a:cs typeface="Arial" pitchFamily="34" charset="0"/>
                        </a:rPr>
                        <a:t>LAW</a:t>
                      </a:r>
                      <a:r>
                        <a:rPr lang="en-IN" sz="1100" baseline="0" dirty="0">
                          <a:solidFill>
                            <a:schemeClr val="bg1"/>
                          </a:solidFill>
                          <a:latin typeface="Arial" pitchFamily="34" charset="0"/>
                          <a:cs typeface="Arial" pitchFamily="34" charset="0"/>
                        </a:rPr>
                        <a:t> OFFICER</a:t>
                      </a:r>
                      <a:endParaRPr lang="en-IN" sz="1100"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50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29902">
                <a:tc>
                  <a:txBody>
                    <a:bodyPr/>
                    <a:lstStyle/>
                    <a:p>
                      <a:pPr algn="ctr"/>
                      <a:r>
                        <a:rPr lang="en-IN" sz="1400" b="1" dirty="0">
                          <a:solidFill>
                            <a:schemeClr val="bg1"/>
                          </a:solidFill>
                          <a:latin typeface="Arial" pitchFamily="34" charset="0"/>
                          <a:cs typeface="Arial" pitchFamily="34" charset="0"/>
                        </a:rPr>
                        <a:t>3</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dirty="0">
                          <a:solidFill>
                            <a:schemeClr val="bg1"/>
                          </a:solidFill>
                          <a:latin typeface="Arial" pitchFamily="34" charset="0"/>
                          <a:cs typeface="Arial" pitchFamily="34" charset="0"/>
                        </a:rPr>
                        <a:t>SECTION OFFICER</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bg1"/>
                          </a:solidFill>
                          <a:latin typeface="Arial" pitchFamily="34" charset="0"/>
                          <a:cs typeface="Arial" pitchFamily="34" charset="0"/>
                        </a:rPr>
                        <a:t>0 </a:t>
                      </a:r>
                      <a:endParaRPr lang="en-IN" sz="1400" b="1"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bg1"/>
                          </a:solidFill>
                          <a:latin typeface="Arial" pitchFamily="34" charset="0"/>
                          <a:cs typeface="Arial" pitchFamily="34" charset="0"/>
                        </a:rPr>
                        <a:t>100</a:t>
                      </a:r>
                      <a:endParaRPr lang="en-IN" sz="1400" b="1"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sz="1100" dirty="0">
                          <a:solidFill>
                            <a:schemeClr val="bg1"/>
                          </a:solidFill>
                          <a:latin typeface="Arial" pitchFamily="34" charset="0"/>
                          <a:cs typeface="Arial" pitchFamily="34" charset="0"/>
                        </a:rPr>
                        <a:t>ASSISTANT GRADE - 1</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60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dirty="0">
                          <a:solidFill>
                            <a:schemeClr val="bg1"/>
                          </a:solidFill>
                          <a:latin typeface="Arial" pitchFamily="34" charset="0"/>
                          <a:cs typeface="Arial" pitchFamily="34" charset="0"/>
                        </a:rPr>
                        <a:t>LIBRARIAN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40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717BCA4F-BB99-F268-EA43-4BD6D383EBA5}"/>
              </a:ext>
            </a:extLst>
          </p:cNvPr>
          <p:cNvGraphicFramePr>
            <a:graphicFrameLocks noGrp="1"/>
          </p:cNvGraphicFramePr>
          <p:nvPr>
            <p:extLst>
              <p:ext uri="{D42A27DB-BD31-4B8C-83A1-F6EECF244321}">
                <p14:modId xmlns:p14="http://schemas.microsoft.com/office/powerpoint/2010/main" val="2432707620"/>
              </p:ext>
            </p:extLst>
          </p:nvPr>
        </p:nvGraphicFramePr>
        <p:xfrm>
          <a:off x="3437513" y="3189201"/>
          <a:ext cx="8286810" cy="1280160"/>
        </p:xfrm>
        <a:graphic>
          <a:graphicData uri="http://schemas.openxmlformats.org/drawingml/2006/table">
            <a:tbl>
              <a:tblPr firstRow="1" bandRow="1">
                <a:tableStyleId>{5C22544A-7EE6-4342-B048-85BDC9FD1C3A}</a:tableStyleId>
              </a:tblPr>
              <a:tblGrid>
                <a:gridCol w="399968">
                  <a:extLst>
                    <a:ext uri="{9D8B030D-6E8A-4147-A177-3AD203B41FA5}">
                      <a16:colId xmlns:a16="http://schemas.microsoft.com/office/drawing/2014/main" val="20000"/>
                    </a:ext>
                  </a:extLst>
                </a:gridCol>
                <a:gridCol w="1132048">
                  <a:extLst>
                    <a:ext uri="{9D8B030D-6E8A-4147-A177-3AD203B41FA5}">
                      <a16:colId xmlns:a16="http://schemas.microsoft.com/office/drawing/2014/main" val="20001"/>
                    </a:ext>
                  </a:extLst>
                </a:gridCol>
                <a:gridCol w="766007">
                  <a:extLst>
                    <a:ext uri="{9D8B030D-6E8A-4147-A177-3AD203B41FA5}">
                      <a16:colId xmlns:a16="http://schemas.microsoft.com/office/drawing/2014/main" val="20002"/>
                    </a:ext>
                  </a:extLst>
                </a:gridCol>
                <a:gridCol w="696371">
                  <a:extLst>
                    <a:ext uri="{9D8B030D-6E8A-4147-A177-3AD203B41FA5}">
                      <a16:colId xmlns:a16="http://schemas.microsoft.com/office/drawing/2014/main" val="20003"/>
                    </a:ext>
                  </a:extLst>
                </a:gridCol>
                <a:gridCol w="862001">
                  <a:extLst>
                    <a:ext uri="{9D8B030D-6E8A-4147-A177-3AD203B41FA5}">
                      <a16:colId xmlns:a16="http://schemas.microsoft.com/office/drawing/2014/main" val="20004"/>
                    </a:ext>
                  </a:extLst>
                </a:gridCol>
                <a:gridCol w="1114193">
                  <a:extLst>
                    <a:ext uri="{9D8B030D-6E8A-4147-A177-3AD203B41FA5}">
                      <a16:colId xmlns:a16="http://schemas.microsoft.com/office/drawing/2014/main" val="20005"/>
                    </a:ext>
                  </a:extLst>
                </a:gridCol>
                <a:gridCol w="670014">
                  <a:extLst>
                    <a:ext uri="{9D8B030D-6E8A-4147-A177-3AD203B41FA5}">
                      <a16:colId xmlns:a16="http://schemas.microsoft.com/office/drawing/2014/main" val="20006"/>
                    </a:ext>
                  </a:extLst>
                </a:gridCol>
                <a:gridCol w="696371">
                  <a:extLst>
                    <a:ext uri="{9D8B030D-6E8A-4147-A177-3AD203B41FA5}">
                      <a16:colId xmlns:a16="http://schemas.microsoft.com/office/drawing/2014/main" val="20007"/>
                    </a:ext>
                  </a:extLst>
                </a:gridCol>
                <a:gridCol w="905282">
                  <a:extLst>
                    <a:ext uri="{9D8B030D-6E8A-4147-A177-3AD203B41FA5}">
                      <a16:colId xmlns:a16="http://schemas.microsoft.com/office/drawing/2014/main" val="20008"/>
                    </a:ext>
                  </a:extLst>
                </a:gridCol>
                <a:gridCol w="417822">
                  <a:extLst>
                    <a:ext uri="{9D8B030D-6E8A-4147-A177-3AD203B41FA5}">
                      <a16:colId xmlns:a16="http://schemas.microsoft.com/office/drawing/2014/main" val="20009"/>
                    </a:ext>
                  </a:extLst>
                </a:gridCol>
                <a:gridCol w="626733">
                  <a:extLst>
                    <a:ext uri="{9D8B030D-6E8A-4147-A177-3AD203B41FA5}">
                      <a16:colId xmlns:a16="http://schemas.microsoft.com/office/drawing/2014/main" val="20010"/>
                    </a:ext>
                  </a:extLst>
                </a:gridCol>
              </a:tblGrid>
              <a:tr h="304792">
                <a:tc>
                  <a:txBody>
                    <a:bodyPr/>
                    <a:lstStyle/>
                    <a:p>
                      <a:pPr algn="ctr"/>
                      <a:r>
                        <a:rPr lang="en-IN" sz="1400" b="1" dirty="0">
                          <a:solidFill>
                            <a:schemeClr val="tx1"/>
                          </a:solidFill>
                          <a:latin typeface="Arial" pitchFamily="34" charset="0"/>
                          <a:cs typeface="Arial" pitchFamily="34" charset="0"/>
                        </a:rPr>
                        <a:t>1</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b="1" dirty="0">
                          <a:solidFill>
                            <a:schemeClr val="tx1"/>
                          </a:solidFill>
                          <a:latin typeface="Arial" pitchFamily="34" charset="0"/>
                          <a:cs typeface="Arial" pitchFamily="34" charset="0"/>
                        </a:rPr>
                        <a:t>DEPUTY SECRETARY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tx1"/>
                          </a:solidFill>
                          <a:latin typeface="Arial" pitchFamily="34" charset="0"/>
                          <a:cs typeface="Arial" pitchFamily="34" charset="0"/>
                        </a:rPr>
                        <a:t>0</a:t>
                      </a:r>
                      <a:endParaRPr lang="en-IN" sz="1400" b="1"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tx1"/>
                          </a:solidFill>
                          <a:latin typeface="Arial" pitchFamily="34" charset="0"/>
                          <a:cs typeface="Arial" pitchFamily="34" charset="0"/>
                        </a:rPr>
                        <a:t>100</a:t>
                      </a:r>
                      <a:endParaRPr lang="en-IN" sz="1400" b="1"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dirty="0">
                          <a:solidFill>
                            <a:schemeClr val="tx1"/>
                          </a:solidFill>
                          <a:latin typeface="Arial" pitchFamily="34" charset="0"/>
                          <a:cs typeface="Arial" pitchFamily="34" charset="0"/>
                        </a:rPr>
                        <a:t>UNDER SECRETARY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b="1" dirty="0">
                          <a:solidFill>
                            <a:schemeClr val="tx1"/>
                          </a:solidFill>
                          <a:latin typeface="Arial" pitchFamily="34" charset="0"/>
                          <a:cs typeface="Arial" pitchFamily="34" charset="0"/>
                        </a:rPr>
                        <a:t>100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42308">
                <a:tc>
                  <a:txBody>
                    <a:bodyPr/>
                    <a:lstStyle/>
                    <a:p>
                      <a:pPr algn="ctr"/>
                      <a:r>
                        <a:rPr lang="en-IN" sz="1400" b="1" dirty="0">
                          <a:solidFill>
                            <a:schemeClr val="tx1"/>
                          </a:solidFill>
                          <a:latin typeface="Arial" pitchFamily="34" charset="0"/>
                          <a:cs typeface="Arial" pitchFamily="34" charset="0"/>
                        </a:rPr>
                        <a:t>2</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b="1" dirty="0">
                          <a:solidFill>
                            <a:schemeClr val="tx1"/>
                          </a:solidFill>
                          <a:latin typeface="Arial" pitchFamily="34" charset="0"/>
                          <a:cs typeface="Arial" pitchFamily="34" charset="0"/>
                        </a:rPr>
                        <a:t>UNDER SECRETARY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tx1"/>
                          </a:solidFill>
                          <a:latin typeface="Arial" pitchFamily="34" charset="0"/>
                          <a:cs typeface="Arial" pitchFamily="34" charset="0"/>
                        </a:rPr>
                        <a:t>0</a:t>
                      </a:r>
                      <a:endParaRPr lang="en-IN" sz="1400" b="1"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tx1"/>
                          </a:solidFill>
                          <a:latin typeface="Arial" pitchFamily="34" charset="0"/>
                          <a:cs typeface="Arial" pitchFamily="34" charset="0"/>
                        </a:rPr>
                        <a:t>100</a:t>
                      </a:r>
                      <a:endParaRPr lang="en-IN" sz="1400" b="1"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b="1" dirty="0">
                          <a:solidFill>
                            <a:schemeClr val="tx1"/>
                          </a:solidFill>
                          <a:latin typeface="Arial" pitchFamily="34" charset="0"/>
                          <a:cs typeface="Arial" pitchFamily="34" charset="0"/>
                        </a:rPr>
                        <a:t>SECTION OFFICER</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b="1" dirty="0">
                          <a:solidFill>
                            <a:schemeClr val="tx1"/>
                          </a:solidFill>
                          <a:latin typeface="Arial" pitchFamily="34" charset="0"/>
                          <a:cs typeface="Arial" pitchFamily="34" charset="0"/>
                        </a:rPr>
                        <a:t>50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b="1" dirty="0">
                          <a:solidFill>
                            <a:schemeClr val="tx1"/>
                          </a:solidFill>
                          <a:latin typeface="Arial" pitchFamily="34" charset="0"/>
                          <a:cs typeface="Arial" pitchFamily="34" charset="0"/>
                        </a:rPr>
                        <a:t>LAW</a:t>
                      </a:r>
                      <a:r>
                        <a:rPr lang="en-IN" sz="1100" b="1" baseline="0" dirty="0">
                          <a:solidFill>
                            <a:schemeClr val="tx1"/>
                          </a:solidFill>
                          <a:latin typeface="Arial" pitchFamily="34" charset="0"/>
                          <a:cs typeface="Arial" pitchFamily="34" charset="0"/>
                        </a:rPr>
                        <a:t> OFFICER</a:t>
                      </a:r>
                      <a:endParaRPr lang="en-IN" sz="1100" b="1"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50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29902">
                <a:tc>
                  <a:txBody>
                    <a:bodyPr/>
                    <a:lstStyle/>
                    <a:p>
                      <a:pPr algn="ctr"/>
                      <a:r>
                        <a:rPr lang="en-IN" sz="1400" b="1" dirty="0">
                          <a:solidFill>
                            <a:schemeClr val="tx1"/>
                          </a:solidFill>
                          <a:latin typeface="Arial" pitchFamily="34" charset="0"/>
                          <a:cs typeface="Arial" pitchFamily="34" charset="0"/>
                        </a:rPr>
                        <a:t>3</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b="1" dirty="0">
                          <a:solidFill>
                            <a:schemeClr val="tx1"/>
                          </a:solidFill>
                          <a:latin typeface="Arial" pitchFamily="34" charset="0"/>
                          <a:cs typeface="Arial" pitchFamily="34" charset="0"/>
                        </a:rPr>
                        <a:t>SECTION OFFICER</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tx1"/>
                          </a:solidFill>
                          <a:latin typeface="Arial" pitchFamily="34" charset="0"/>
                          <a:cs typeface="Arial" pitchFamily="34" charset="0"/>
                        </a:rPr>
                        <a:t>0 </a:t>
                      </a:r>
                      <a:endParaRPr lang="en-IN" sz="1400" b="1"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tx1"/>
                          </a:solidFill>
                          <a:latin typeface="Arial" pitchFamily="34" charset="0"/>
                          <a:cs typeface="Arial" pitchFamily="34" charset="0"/>
                        </a:rPr>
                        <a:t>100</a:t>
                      </a:r>
                      <a:endParaRPr lang="en-IN" sz="1400" b="1"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b="1" dirty="0">
                          <a:solidFill>
                            <a:schemeClr val="tx1"/>
                          </a:solidFill>
                          <a:latin typeface="Arial" pitchFamily="34" charset="0"/>
                          <a:cs typeface="Arial" pitchFamily="34" charset="0"/>
                        </a:rPr>
                        <a:t>ASSISTANT GRADE - 1</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60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050" b="1" dirty="0">
                          <a:solidFill>
                            <a:schemeClr val="tx1"/>
                          </a:solidFill>
                          <a:latin typeface="Arial" pitchFamily="34" charset="0"/>
                          <a:cs typeface="Arial" pitchFamily="34" charset="0"/>
                        </a:rPr>
                        <a:t>L</a:t>
                      </a:r>
                      <a:r>
                        <a:rPr lang="en-IN" sz="1000" b="1" dirty="0">
                          <a:solidFill>
                            <a:schemeClr val="tx1"/>
                          </a:solidFill>
                          <a:latin typeface="Arial" pitchFamily="34" charset="0"/>
                          <a:cs typeface="Arial" pitchFamily="34" charset="0"/>
                        </a:rPr>
                        <a:t>IBRARIAN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40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pSp>
        <p:nvGrpSpPr>
          <p:cNvPr id="10" name="Group 9">
            <a:extLst>
              <a:ext uri="{FF2B5EF4-FFF2-40B4-BE49-F238E27FC236}">
                <a16:creationId xmlns:a16="http://schemas.microsoft.com/office/drawing/2014/main" id="{8CCD2AF6-8FFC-806D-EBEF-F7D5DA0BAC40}"/>
              </a:ext>
            </a:extLst>
          </p:cNvPr>
          <p:cNvGrpSpPr/>
          <p:nvPr/>
        </p:nvGrpSpPr>
        <p:grpSpPr>
          <a:xfrm>
            <a:off x="6517116" y="3620565"/>
            <a:ext cx="1771656" cy="1280160"/>
            <a:chOff x="3357554" y="4157448"/>
            <a:chExt cx="1771656" cy="1280160"/>
          </a:xfrm>
          <a:solidFill>
            <a:srgbClr val="753F2C"/>
          </a:solidFill>
        </p:grpSpPr>
        <p:sp>
          <p:nvSpPr>
            <p:cNvPr id="11" name="Oval 10">
              <a:extLst>
                <a:ext uri="{FF2B5EF4-FFF2-40B4-BE49-F238E27FC236}">
                  <a16:creationId xmlns:a16="http://schemas.microsoft.com/office/drawing/2014/main" id="{B6AD8F4B-C9C0-3EAA-2853-C293668DC6AA}"/>
                </a:ext>
              </a:extLst>
            </p:cNvPr>
            <p:cNvSpPr/>
            <p:nvPr/>
          </p:nvSpPr>
          <p:spPr>
            <a:xfrm>
              <a:off x="3357554" y="4157448"/>
              <a:ext cx="714380" cy="35719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Down Arrow 18">
              <a:extLst>
                <a:ext uri="{FF2B5EF4-FFF2-40B4-BE49-F238E27FC236}">
                  <a16:creationId xmlns:a16="http://schemas.microsoft.com/office/drawing/2014/main" id="{558901D0-DCB7-DD8C-51F1-DCCC532881F1}"/>
                </a:ext>
              </a:extLst>
            </p:cNvPr>
            <p:cNvSpPr/>
            <p:nvPr/>
          </p:nvSpPr>
          <p:spPr>
            <a:xfrm>
              <a:off x="3576617" y="4508914"/>
              <a:ext cx="324072" cy="928694"/>
            </a:xfrm>
            <a:prstGeom prst="downArrow">
              <a:avLst/>
            </a:prstGeom>
            <a:grp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Equal 19">
              <a:extLst>
                <a:ext uri="{FF2B5EF4-FFF2-40B4-BE49-F238E27FC236}">
                  <a16:creationId xmlns:a16="http://schemas.microsoft.com/office/drawing/2014/main" id="{6670B4B2-001C-8EC3-3017-9CE233973D70}"/>
                </a:ext>
              </a:extLst>
            </p:cNvPr>
            <p:cNvSpPr/>
            <p:nvPr/>
          </p:nvSpPr>
          <p:spPr>
            <a:xfrm>
              <a:off x="4214810" y="4429132"/>
              <a:ext cx="914400" cy="914400"/>
            </a:xfrm>
            <a:prstGeom prst="mathEqual">
              <a:avLst/>
            </a:prstGeom>
            <a:grp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grpSp>
        <p:nvGrpSpPr>
          <p:cNvPr id="16" name="Group 15">
            <a:extLst>
              <a:ext uri="{FF2B5EF4-FFF2-40B4-BE49-F238E27FC236}">
                <a16:creationId xmlns:a16="http://schemas.microsoft.com/office/drawing/2014/main" id="{40194E87-09A2-3B16-F2DD-476C636E2B6F}"/>
              </a:ext>
            </a:extLst>
          </p:cNvPr>
          <p:cNvGrpSpPr/>
          <p:nvPr/>
        </p:nvGrpSpPr>
        <p:grpSpPr>
          <a:xfrm>
            <a:off x="8392676" y="3606497"/>
            <a:ext cx="2831580" cy="1285884"/>
            <a:chOff x="5271214" y="4143380"/>
            <a:chExt cx="2928958" cy="1285884"/>
          </a:xfrm>
        </p:grpSpPr>
        <p:sp>
          <p:nvSpPr>
            <p:cNvPr id="17" name="Oval 16">
              <a:extLst>
                <a:ext uri="{FF2B5EF4-FFF2-40B4-BE49-F238E27FC236}">
                  <a16:creationId xmlns:a16="http://schemas.microsoft.com/office/drawing/2014/main" id="{13177A15-3C00-B75B-DC90-296D26225682}"/>
                </a:ext>
              </a:extLst>
            </p:cNvPr>
            <p:cNvSpPr/>
            <p:nvPr/>
          </p:nvSpPr>
          <p:spPr>
            <a:xfrm>
              <a:off x="5271214" y="4143380"/>
              <a:ext cx="714380" cy="35719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D8E122BD-FD53-6265-FAB9-14499AA48874}"/>
                </a:ext>
              </a:extLst>
            </p:cNvPr>
            <p:cNvSpPr/>
            <p:nvPr/>
          </p:nvSpPr>
          <p:spPr>
            <a:xfrm>
              <a:off x="7485792" y="4143380"/>
              <a:ext cx="714380" cy="35719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Down Arrow 23">
              <a:extLst>
                <a:ext uri="{FF2B5EF4-FFF2-40B4-BE49-F238E27FC236}">
                  <a16:creationId xmlns:a16="http://schemas.microsoft.com/office/drawing/2014/main" id="{47ED908A-315B-4170-1D8C-98E0B95F6C58}"/>
                </a:ext>
              </a:extLst>
            </p:cNvPr>
            <p:cNvSpPr/>
            <p:nvPr/>
          </p:nvSpPr>
          <p:spPr>
            <a:xfrm>
              <a:off x="5429256" y="4500570"/>
              <a:ext cx="413462" cy="9286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Down Arrow 24">
              <a:extLst>
                <a:ext uri="{FF2B5EF4-FFF2-40B4-BE49-F238E27FC236}">
                  <a16:creationId xmlns:a16="http://schemas.microsoft.com/office/drawing/2014/main" id="{32960BB0-D323-D17B-E2DD-0EAB7B3B7627}"/>
                </a:ext>
              </a:extLst>
            </p:cNvPr>
            <p:cNvSpPr/>
            <p:nvPr/>
          </p:nvSpPr>
          <p:spPr>
            <a:xfrm>
              <a:off x="7643834" y="4500570"/>
              <a:ext cx="413462" cy="9286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Plus 25">
              <a:extLst>
                <a:ext uri="{FF2B5EF4-FFF2-40B4-BE49-F238E27FC236}">
                  <a16:creationId xmlns:a16="http://schemas.microsoft.com/office/drawing/2014/main" id="{B426E8C6-E4DE-23C8-84A3-54E2F070CF39}"/>
                </a:ext>
              </a:extLst>
            </p:cNvPr>
            <p:cNvSpPr/>
            <p:nvPr/>
          </p:nvSpPr>
          <p:spPr>
            <a:xfrm>
              <a:off x="6357078" y="4500570"/>
              <a:ext cx="914400" cy="9144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2" name="Rounded Rectangle 26">
            <a:extLst>
              <a:ext uri="{FF2B5EF4-FFF2-40B4-BE49-F238E27FC236}">
                <a16:creationId xmlns:a16="http://schemas.microsoft.com/office/drawing/2014/main" id="{87CE4EE9-C3EE-7607-7993-7590642C53BB}"/>
              </a:ext>
            </a:extLst>
          </p:cNvPr>
          <p:cNvSpPr/>
          <p:nvPr/>
        </p:nvSpPr>
        <p:spPr>
          <a:xfrm>
            <a:off x="7795232" y="5178133"/>
            <a:ext cx="1571636"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i-IN" b="1" dirty="0">
                <a:effectLst>
                  <a:outerShdw blurRad="38100" dist="38100" dir="2700000" algn="tl">
                    <a:srgbClr val="000000">
                      <a:alpha val="43137"/>
                    </a:srgbClr>
                  </a:outerShdw>
                </a:effectLst>
              </a:rPr>
              <a:t>SAVE</a:t>
            </a:r>
            <a:endParaRPr lang="en-IN" b="1" dirty="0">
              <a:effectLst>
                <a:outerShdw blurRad="38100" dist="38100" dir="2700000" algn="tl">
                  <a:srgbClr val="000000">
                    <a:alpha val="43137"/>
                  </a:srgbClr>
                </a:outerShdw>
              </a:effectLst>
            </a:endParaRPr>
          </a:p>
        </p:txBody>
      </p:sp>
      <p:sp>
        <p:nvSpPr>
          <p:cNvPr id="23" name="Rounded Rectangle 27">
            <a:extLst>
              <a:ext uri="{FF2B5EF4-FFF2-40B4-BE49-F238E27FC236}">
                <a16:creationId xmlns:a16="http://schemas.microsoft.com/office/drawing/2014/main" id="{DCBD6A5B-7F36-1999-C45C-019E7E937A66}"/>
              </a:ext>
            </a:extLst>
          </p:cNvPr>
          <p:cNvSpPr/>
          <p:nvPr/>
        </p:nvSpPr>
        <p:spPr>
          <a:xfrm>
            <a:off x="3794704" y="5178133"/>
            <a:ext cx="1571636"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i-IN" b="1" dirty="0">
                <a:effectLst>
                  <a:outerShdw blurRad="38100" dist="38100" dir="2700000" algn="tl">
                    <a:srgbClr val="000000">
                      <a:alpha val="43137"/>
                    </a:srgbClr>
                  </a:outerShdw>
                </a:effectLst>
              </a:rPr>
              <a:t>CLEAR</a:t>
            </a:r>
            <a:endParaRPr lang="en-IN" b="1" dirty="0">
              <a:effectLst>
                <a:outerShdw blurRad="38100" dist="38100" dir="2700000" algn="tl">
                  <a:srgbClr val="000000">
                    <a:alpha val="43137"/>
                  </a:srgbClr>
                </a:outerShdw>
              </a:effectLst>
            </a:endParaRPr>
          </a:p>
        </p:txBody>
      </p:sp>
      <p:sp>
        <p:nvSpPr>
          <p:cNvPr id="24" name="Rounded Rectangle 30">
            <a:extLst>
              <a:ext uri="{FF2B5EF4-FFF2-40B4-BE49-F238E27FC236}">
                <a16:creationId xmlns:a16="http://schemas.microsoft.com/office/drawing/2014/main" id="{14244CBC-CBAA-1B00-E49F-D9CB1954B4D4}"/>
              </a:ext>
            </a:extLst>
          </p:cNvPr>
          <p:cNvSpPr/>
          <p:nvPr/>
        </p:nvSpPr>
        <p:spPr>
          <a:xfrm>
            <a:off x="5794968" y="5179231"/>
            <a:ext cx="1571636"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i-IN" b="1" dirty="0">
                <a:effectLst>
                  <a:outerShdw blurRad="38100" dist="38100" dir="2700000" algn="tl">
                    <a:srgbClr val="000000">
                      <a:alpha val="43137"/>
                    </a:srgbClr>
                  </a:outerShdw>
                </a:effectLst>
              </a:rPr>
              <a:t>EDIT</a:t>
            </a:r>
            <a:endParaRPr lang="en-IN"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14936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6">
                                            <p:txEl>
                                              <p:pRg st="0" end="0"/>
                                            </p:txEl>
                                          </p:spTgt>
                                        </p:tgtEl>
                                        <p:attrNameLst>
                                          <p:attrName>style.color</p:attrName>
                                        </p:attrNameLst>
                                      </p:cBhvr>
                                      <p:to>
                                        <a:schemeClr val="tx1"/>
                                      </p:to>
                                    </p:animClr>
                                  </p:childTnLst>
                                </p:cTn>
                              </p:par>
                            </p:childTnLst>
                          </p:cTn>
                        </p:par>
                        <p:par>
                          <p:cTn id="7" fill="hold">
                            <p:stCondLst>
                              <p:cond delay="500"/>
                            </p:stCondLst>
                            <p:childTnLst>
                              <p:par>
                                <p:cTn id="8" presetID="22" presetClass="entr" presetSubtype="1" fill="hold" nodeType="after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up)">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2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up)">
                                      <p:cBhvr>
                                        <p:cTn id="20" dur="1000"/>
                                        <p:tgtEl>
                                          <p:spTgt spid="16"/>
                                        </p:tgtEl>
                                      </p:cBhvr>
                                    </p:animEffect>
                                  </p:childTnLst>
                                </p:cTn>
                              </p:par>
                            </p:childTnLst>
                          </p:cTn>
                        </p:par>
                        <p:par>
                          <p:cTn id="21" fill="hold">
                            <p:stCondLst>
                              <p:cond delay="1000"/>
                            </p:stCondLst>
                            <p:childTnLst>
                              <p:par>
                                <p:cTn id="22" presetID="22" presetClass="entr" presetSubtype="2"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right)">
                                      <p:cBhvr>
                                        <p:cTn id="24" dur="10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xit" presetSubtype="0" fill="hold" nodeType="clickEffect">
                                  <p:stCondLst>
                                    <p:cond delay="0"/>
                                  </p:stCondLst>
                                  <p:childTnLst>
                                    <p:animEffect transition="out" filter="dissolve">
                                      <p:cBhvr>
                                        <p:cTn id="28" dur="500"/>
                                        <p:tgtEl>
                                          <p:spTgt spid="16"/>
                                        </p:tgtEl>
                                      </p:cBhvr>
                                    </p:animEffect>
                                    <p:set>
                                      <p:cBhvr>
                                        <p:cTn id="29" dur="1" fill="hold">
                                          <p:stCondLst>
                                            <p:cond delay="499"/>
                                          </p:stCondLst>
                                        </p:cTn>
                                        <p:tgtEl>
                                          <p:spTgt spid="16"/>
                                        </p:tgtEl>
                                        <p:attrNameLst>
                                          <p:attrName>style.visibility</p:attrName>
                                        </p:attrNameLst>
                                      </p:cBhvr>
                                      <p:to>
                                        <p:strVal val="hidden"/>
                                      </p:to>
                                    </p:set>
                                  </p:childTnLst>
                                </p:cTn>
                              </p:par>
                              <p:par>
                                <p:cTn id="30" presetID="9" presetClass="exit" presetSubtype="0" fill="hold" nodeType="withEffect">
                                  <p:stCondLst>
                                    <p:cond delay="0"/>
                                  </p:stCondLst>
                                  <p:childTnLst>
                                    <p:animEffect transition="out" filter="dissolve">
                                      <p:cBhvr>
                                        <p:cTn id="31" dur="500"/>
                                        <p:tgtEl>
                                          <p:spTgt spid="10"/>
                                        </p:tgtEl>
                                      </p:cBhvr>
                                    </p:animEffect>
                                    <p:set>
                                      <p:cBhvr>
                                        <p:cTn id="32" dur="1" fill="hold">
                                          <p:stCondLst>
                                            <p:cond delay="499"/>
                                          </p:stCondLst>
                                        </p:cTn>
                                        <p:tgtEl>
                                          <p:spTgt spid="1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6" presetClass="emph" presetSubtype="0" fill="hold" grpId="0" nodeType="clickEffect">
                                  <p:stCondLst>
                                    <p:cond delay="0"/>
                                  </p:stCondLst>
                                  <p:childTnLst>
                                    <p:animEffect transition="out" filter="fade">
                                      <p:cBhvr>
                                        <p:cTn id="36" dur="500" tmFilter="0, 0; .2, .5; .8, .5; 1, 0"/>
                                        <p:tgtEl>
                                          <p:spTgt spid="22"/>
                                        </p:tgtEl>
                                      </p:cBhvr>
                                    </p:animEffect>
                                    <p:animScale>
                                      <p:cBhvr>
                                        <p:cTn id="37" dur="250" autoRev="1" fill="hold"/>
                                        <p:tgtEl>
                                          <p:spTgt spid="22"/>
                                        </p:tgtEl>
                                      </p:cBhvr>
                                      <p:by x="105000" y="105000"/>
                                    </p:animScale>
                                  </p:childTnLst>
                                </p:cTn>
                              </p:par>
                            </p:childTnLst>
                          </p:cTn>
                        </p:par>
                        <p:par>
                          <p:cTn id="38" fill="hold">
                            <p:stCondLst>
                              <p:cond delay="500"/>
                            </p:stCondLst>
                            <p:childTnLst>
                              <p:par>
                                <p:cTn id="39" presetID="1" presetClass="entr" presetSubtype="0" fill="hold" grpId="0" nodeType="after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BDC33-441A-B359-528E-1962A523F0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B13649-65CC-2C5A-6FDB-2999F9BF985E}"/>
              </a:ext>
            </a:extLst>
          </p:cNvPr>
          <p:cNvSpPr>
            <a:spLocks noGrp="1"/>
          </p:cNvSpPr>
          <p:nvPr>
            <p:ph type="title"/>
          </p:nvPr>
        </p:nvSpPr>
        <p:spPr>
          <a:xfrm>
            <a:off x="0" y="1399032"/>
            <a:ext cx="3048000" cy="2320837"/>
          </a:xfrm>
        </p:spPr>
        <p:txBody>
          <a:bodyPr/>
          <a:lstStyle/>
          <a:p>
            <a:pPr algn="ctr">
              <a:lnSpc>
                <a:spcPct val="150000"/>
              </a:lnSpc>
            </a:pPr>
            <a:r>
              <a:rPr lang="en-US" sz="2400" b="1" dirty="0"/>
              <a:t>POST</a:t>
            </a:r>
            <a:r>
              <a:rPr lang="hi-IN" sz="2400" b="1" dirty="0"/>
              <a:t>S SENCTIONED FOR </a:t>
            </a:r>
            <a:r>
              <a:rPr lang="en-US" sz="2400" b="1" dirty="0"/>
              <a:t>PROMOTION</a:t>
            </a:r>
            <a:br>
              <a:rPr lang="en-US" sz="2400" b="1" dirty="0"/>
            </a:br>
            <a:r>
              <a:rPr lang="en-US" sz="2400" b="1" dirty="0">
                <a:solidFill>
                  <a:schemeClr val="accent3">
                    <a:lumMod val="50000"/>
                  </a:schemeClr>
                </a:solidFill>
                <a:effectLst>
                  <a:outerShdw blurRad="38100" dist="38100" dir="2700000" algn="tl">
                    <a:srgbClr val="000000">
                      <a:alpha val="43137"/>
                    </a:srgbClr>
                  </a:outerShdw>
                </a:effectLst>
              </a:rPr>
              <a:t>APPROVAL</a:t>
            </a:r>
            <a:br>
              <a:rPr lang="en-US" sz="3200" dirty="0"/>
            </a:br>
            <a:endParaRPr lang="en-US" sz="3200" dirty="0"/>
          </a:p>
        </p:txBody>
      </p:sp>
      <p:sp>
        <p:nvSpPr>
          <p:cNvPr id="12" name="Footer Placeholder 11">
            <a:extLst>
              <a:ext uri="{FF2B5EF4-FFF2-40B4-BE49-F238E27FC236}">
                <a16:creationId xmlns:a16="http://schemas.microsoft.com/office/drawing/2014/main" id="{6E372B91-2417-83C9-EEEC-08E4B1E06C9D}"/>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7B1CCF08-CA77-544A-F248-CAAD419B398C}"/>
              </a:ext>
            </a:extLst>
          </p:cNvPr>
          <p:cNvSpPr>
            <a:spLocks noGrp="1"/>
          </p:cNvSpPr>
          <p:nvPr>
            <p:ph type="sldNum" sz="quarter" idx="12"/>
          </p:nvPr>
        </p:nvSpPr>
        <p:spPr/>
        <p:txBody>
          <a:bodyPr/>
          <a:lstStyle/>
          <a:p>
            <a:fld id="{5BFCF61C-3B18-4C03-8326-CC3B32D710C9}" type="slidenum">
              <a:rPr lang="en-US" smtClean="0"/>
              <a:pPr/>
              <a:t>10</a:t>
            </a:fld>
            <a:endParaRPr lang="en-US"/>
          </a:p>
        </p:txBody>
      </p:sp>
      <p:sp>
        <p:nvSpPr>
          <p:cNvPr id="3" name="Content Placeholder 2">
            <a:extLst>
              <a:ext uri="{FF2B5EF4-FFF2-40B4-BE49-F238E27FC236}">
                <a16:creationId xmlns:a16="http://schemas.microsoft.com/office/drawing/2014/main" id="{3911CF76-77C3-FB44-598E-3098944F1846}"/>
              </a:ext>
            </a:extLst>
          </p:cNvPr>
          <p:cNvSpPr txBox="1">
            <a:spLocks/>
          </p:cNvSpPr>
          <p:nvPr/>
        </p:nvSpPr>
        <p:spPr>
          <a:xfrm>
            <a:off x="3523960" y="1302849"/>
            <a:ext cx="6515556" cy="3853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endParaRPr lang="en-IN" sz="1800"/>
          </a:p>
          <a:p>
            <a:pPr algn="just">
              <a:buFont typeface="Arial" panose="020B0604020202020204" pitchFamily="34" charset="0"/>
              <a:buNone/>
            </a:pPr>
            <a:endParaRPr lang="en-IN" sz="1800" dirty="0"/>
          </a:p>
        </p:txBody>
      </p:sp>
      <p:grpSp>
        <p:nvGrpSpPr>
          <p:cNvPr id="5" name="Group 4">
            <a:extLst>
              <a:ext uri="{FF2B5EF4-FFF2-40B4-BE49-F238E27FC236}">
                <a16:creationId xmlns:a16="http://schemas.microsoft.com/office/drawing/2014/main" id="{35F37119-D661-97AF-AD14-E15AE5376E96}"/>
              </a:ext>
            </a:extLst>
          </p:cNvPr>
          <p:cNvGrpSpPr/>
          <p:nvPr/>
        </p:nvGrpSpPr>
        <p:grpSpPr>
          <a:xfrm>
            <a:off x="3731117" y="1219861"/>
            <a:ext cx="7715304" cy="4714264"/>
            <a:chOff x="1142976" y="1571612"/>
            <a:chExt cx="6429420" cy="3715420"/>
          </a:xfrm>
        </p:grpSpPr>
        <p:pic>
          <p:nvPicPr>
            <p:cNvPr id="6" name="Picture 5" descr="LOGIN_FORM.PNG">
              <a:extLst>
                <a:ext uri="{FF2B5EF4-FFF2-40B4-BE49-F238E27FC236}">
                  <a16:creationId xmlns:a16="http://schemas.microsoft.com/office/drawing/2014/main" id="{D9DBEBF5-CDE5-1348-18B4-8EC9FAF4F7B2}"/>
                </a:ext>
              </a:extLst>
            </p:cNvPr>
            <p:cNvPicPr>
              <a:picLocks noChangeAspect="1"/>
            </p:cNvPicPr>
            <p:nvPr/>
          </p:nvPicPr>
          <p:blipFill>
            <a:blip r:embed="rId3"/>
            <a:stretch>
              <a:fillRect/>
            </a:stretch>
          </p:blipFill>
          <p:spPr>
            <a:xfrm>
              <a:off x="1142976" y="1571612"/>
              <a:ext cx="6429420" cy="3715420"/>
            </a:xfrm>
            <a:prstGeom prst="roundRect">
              <a:avLst>
                <a:gd name="adj" fmla="val 4167"/>
              </a:avLst>
            </a:prstGeom>
            <a:solidFill>
              <a:srgbClr val="FFFFFF"/>
            </a:solidFill>
            <a:ln w="76200" cap="sq">
              <a:solidFill>
                <a:srgbClr val="00B050"/>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7" name="TextBox 6">
              <a:extLst>
                <a:ext uri="{FF2B5EF4-FFF2-40B4-BE49-F238E27FC236}">
                  <a16:creationId xmlns:a16="http://schemas.microsoft.com/office/drawing/2014/main" id="{0F0CA41E-F7AA-7DCD-2777-AAFF2AC834A6}"/>
                </a:ext>
              </a:extLst>
            </p:cNvPr>
            <p:cNvSpPr txBox="1"/>
            <p:nvPr/>
          </p:nvSpPr>
          <p:spPr>
            <a:xfrm>
              <a:off x="1142976" y="2500306"/>
              <a:ext cx="6429420" cy="291079"/>
            </a:xfrm>
            <a:prstGeom prst="rect">
              <a:avLst/>
            </a:prstGeom>
            <a:solidFill>
              <a:schemeClr val="tx1">
                <a:lumMod val="75000"/>
                <a:lumOff val="25000"/>
              </a:schemeClr>
            </a:solidFill>
          </p:spPr>
          <p:txBody>
            <a:bodyPr wrap="square" rtlCol="0">
              <a:spAutoFit/>
            </a:bodyPr>
            <a:lstStyle/>
            <a:p>
              <a:pPr algn="ctr"/>
              <a:r>
                <a:rPr lang="hi-IN" b="1" dirty="0">
                  <a:solidFill>
                    <a:srgbClr val="92D050"/>
                  </a:solidFill>
                  <a:latin typeface="Arial" pitchFamily="34" charset="0"/>
                  <a:cs typeface="Arial" pitchFamily="34" charset="0"/>
                </a:rPr>
                <a:t>LOGIN PAGE FOR AH (ADMINISTRATIVE HEAD)</a:t>
              </a:r>
              <a:endParaRPr lang="en-IN" b="1" dirty="0">
                <a:solidFill>
                  <a:srgbClr val="92D050"/>
                </a:solidFill>
                <a:latin typeface="Arial" pitchFamily="34" charset="0"/>
                <a:cs typeface="Arial" pitchFamily="34" charset="0"/>
              </a:endParaRPr>
            </a:p>
          </p:txBody>
        </p:sp>
        <p:sp>
          <p:nvSpPr>
            <p:cNvPr id="8" name="TextBox 7">
              <a:extLst>
                <a:ext uri="{FF2B5EF4-FFF2-40B4-BE49-F238E27FC236}">
                  <a16:creationId xmlns:a16="http://schemas.microsoft.com/office/drawing/2014/main" id="{E2678816-422F-BB72-5146-0077EECDF812}"/>
                </a:ext>
              </a:extLst>
            </p:cNvPr>
            <p:cNvSpPr txBox="1"/>
            <p:nvPr/>
          </p:nvSpPr>
          <p:spPr>
            <a:xfrm>
              <a:off x="1214414" y="3286124"/>
              <a:ext cx="6215106" cy="369332"/>
            </a:xfrm>
            <a:prstGeom prst="rect">
              <a:avLst/>
            </a:prstGeom>
            <a:solidFill>
              <a:schemeClr val="bg1"/>
            </a:solidFill>
          </p:spPr>
          <p:txBody>
            <a:bodyPr wrap="square" rtlCol="0">
              <a:spAutoFit/>
            </a:bodyPr>
            <a:lstStyle/>
            <a:p>
              <a:endParaRPr lang="en-IN" dirty="0"/>
            </a:p>
          </p:txBody>
        </p:sp>
      </p:grpSp>
      <p:sp>
        <p:nvSpPr>
          <p:cNvPr id="9" name="TextBox 8">
            <a:extLst>
              <a:ext uri="{FF2B5EF4-FFF2-40B4-BE49-F238E27FC236}">
                <a16:creationId xmlns:a16="http://schemas.microsoft.com/office/drawing/2014/main" id="{D573B282-44B7-4446-4878-193C15B13E86}"/>
              </a:ext>
            </a:extLst>
          </p:cNvPr>
          <p:cNvSpPr txBox="1"/>
          <p:nvPr/>
        </p:nvSpPr>
        <p:spPr>
          <a:xfrm>
            <a:off x="6283634" y="3576993"/>
            <a:ext cx="857256" cy="215444"/>
          </a:xfrm>
          <a:prstGeom prst="rect">
            <a:avLst/>
          </a:prstGeom>
          <a:noFill/>
        </p:spPr>
        <p:txBody>
          <a:bodyPr wrap="square" rtlCol="0">
            <a:spAutoFit/>
          </a:bodyPr>
          <a:lstStyle/>
          <a:p>
            <a:r>
              <a:rPr lang="hi-IN" sz="800" dirty="0"/>
              <a:t>AADHAR  NO</a:t>
            </a:r>
            <a:endParaRPr lang="en-US" sz="800" dirty="0"/>
          </a:p>
        </p:txBody>
      </p:sp>
      <p:sp>
        <p:nvSpPr>
          <p:cNvPr id="10" name="TextBox 9">
            <a:extLst>
              <a:ext uri="{FF2B5EF4-FFF2-40B4-BE49-F238E27FC236}">
                <a16:creationId xmlns:a16="http://schemas.microsoft.com/office/drawing/2014/main" id="{71133DFD-DAA4-6744-EB21-D8D9BA52E9F6}"/>
              </a:ext>
            </a:extLst>
          </p:cNvPr>
          <p:cNvSpPr txBox="1"/>
          <p:nvPr/>
        </p:nvSpPr>
        <p:spPr>
          <a:xfrm>
            <a:off x="6712262" y="3833479"/>
            <a:ext cx="428628" cy="215444"/>
          </a:xfrm>
          <a:prstGeom prst="rect">
            <a:avLst/>
          </a:prstGeom>
          <a:noFill/>
        </p:spPr>
        <p:txBody>
          <a:bodyPr wrap="square" rtlCol="0">
            <a:spAutoFit/>
          </a:bodyPr>
          <a:lstStyle/>
          <a:p>
            <a:r>
              <a:rPr lang="hi-IN" sz="800" dirty="0"/>
              <a:t>OTP</a:t>
            </a:r>
            <a:endParaRPr lang="en-US" sz="800" dirty="0"/>
          </a:p>
        </p:txBody>
      </p:sp>
      <p:sp>
        <p:nvSpPr>
          <p:cNvPr id="11" name="TextBox 10">
            <a:extLst>
              <a:ext uri="{FF2B5EF4-FFF2-40B4-BE49-F238E27FC236}">
                <a16:creationId xmlns:a16="http://schemas.microsoft.com/office/drawing/2014/main" id="{F388EEED-BC28-78AC-9895-E208D179958E}"/>
              </a:ext>
            </a:extLst>
          </p:cNvPr>
          <p:cNvSpPr txBox="1"/>
          <p:nvPr/>
        </p:nvSpPr>
        <p:spPr>
          <a:xfrm>
            <a:off x="7069452" y="3576993"/>
            <a:ext cx="1857388" cy="230832"/>
          </a:xfrm>
          <a:prstGeom prst="rect">
            <a:avLst/>
          </a:prstGeom>
          <a:noFill/>
          <a:ln>
            <a:solidFill>
              <a:schemeClr val="tx1"/>
            </a:solidFill>
          </a:ln>
        </p:spPr>
        <p:txBody>
          <a:bodyPr wrap="square" rtlCol="0">
            <a:spAutoFit/>
          </a:bodyPr>
          <a:lstStyle/>
          <a:p>
            <a:r>
              <a:rPr lang="en-IN" sz="900" b="1" dirty="0">
                <a:solidFill>
                  <a:schemeClr val="bg1"/>
                </a:solidFill>
                <a:latin typeface="+mj-lt"/>
              </a:rPr>
              <a:t>999048447606</a:t>
            </a:r>
            <a:endParaRPr lang="en-US" sz="900" b="1" dirty="0">
              <a:solidFill>
                <a:schemeClr val="bg1"/>
              </a:solidFill>
              <a:latin typeface="+mj-lt"/>
            </a:endParaRPr>
          </a:p>
        </p:txBody>
      </p:sp>
      <p:sp>
        <p:nvSpPr>
          <p:cNvPr id="14" name="TextBox 13">
            <a:extLst>
              <a:ext uri="{FF2B5EF4-FFF2-40B4-BE49-F238E27FC236}">
                <a16:creationId xmlns:a16="http://schemas.microsoft.com/office/drawing/2014/main" id="{83A178F6-E7C4-5634-CC33-EC2CBA717F70}"/>
              </a:ext>
            </a:extLst>
          </p:cNvPr>
          <p:cNvSpPr txBox="1"/>
          <p:nvPr/>
        </p:nvSpPr>
        <p:spPr>
          <a:xfrm>
            <a:off x="7069452" y="3833479"/>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pic>
        <p:nvPicPr>
          <p:cNvPr id="15" name="Picture 14" descr="aadhar.png">
            <a:extLst>
              <a:ext uri="{FF2B5EF4-FFF2-40B4-BE49-F238E27FC236}">
                <a16:creationId xmlns:a16="http://schemas.microsoft.com/office/drawing/2014/main" id="{FE6061F1-7AA3-F1A3-AC23-294B4A3A979B}"/>
              </a:ext>
            </a:extLst>
          </p:cNvPr>
          <p:cNvPicPr>
            <a:picLocks noChangeAspect="1"/>
          </p:cNvPicPr>
          <p:nvPr/>
        </p:nvPicPr>
        <p:blipFill>
          <a:blip r:embed="rId4"/>
          <a:stretch>
            <a:fillRect/>
          </a:stretch>
        </p:blipFill>
        <p:spPr>
          <a:xfrm>
            <a:off x="9712658" y="3362679"/>
            <a:ext cx="857256" cy="551094"/>
          </a:xfrm>
          <a:prstGeom prst="rect">
            <a:avLst/>
          </a:prstGeom>
        </p:spPr>
      </p:pic>
      <p:sp>
        <p:nvSpPr>
          <p:cNvPr id="16" name="TextBox 15">
            <a:extLst>
              <a:ext uri="{FF2B5EF4-FFF2-40B4-BE49-F238E27FC236}">
                <a16:creationId xmlns:a16="http://schemas.microsoft.com/office/drawing/2014/main" id="{174CFA9F-157D-A892-0B9A-142573093DAE}"/>
              </a:ext>
            </a:extLst>
          </p:cNvPr>
          <p:cNvSpPr txBox="1"/>
          <p:nvPr/>
        </p:nvSpPr>
        <p:spPr>
          <a:xfrm>
            <a:off x="7081172" y="4119231"/>
            <a:ext cx="1857388" cy="215444"/>
          </a:xfrm>
          <a:prstGeom prst="rect">
            <a:avLst/>
          </a:prstGeom>
          <a:noFill/>
          <a:ln>
            <a:solidFill>
              <a:schemeClr val="tx1"/>
            </a:solidFill>
          </a:ln>
        </p:spPr>
        <p:txBody>
          <a:bodyPr wrap="square" rtlCol="0">
            <a:spAutoFit/>
          </a:bodyPr>
          <a:lstStyle/>
          <a:p>
            <a:r>
              <a:rPr lang="en-IN" sz="800" b="1" dirty="0" err="1">
                <a:solidFill>
                  <a:schemeClr val="bg1"/>
                </a:solidFill>
              </a:rPr>
              <a:t>AH_HEdu</a:t>
            </a:r>
            <a:endParaRPr lang="en-US" sz="800" b="1" dirty="0">
              <a:solidFill>
                <a:schemeClr val="bg1"/>
              </a:solidFill>
            </a:endParaRPr>
          </a:p>
        </p:txBody>
      </p:sp>
      <p:sp>
        <p:nvSpPr>
          <p:cNvPr id="45" name="TextBox 44">
            <a:extLst>
              <a:ext uri="{FF2B5EF4-FFF2-40B4-BE49-F238E27FC236}">
                <a16:creationId xmlns:a16="http://schemas.microsoft.com/office/drawing/2014/main" id="{9F53244C-FF2A-0E80-6227-2C87B4043C33}"/>
              </a:ext>
            </a:extLst>
          </p:cNvPr>
          <p:cNvSpPr txBox="1"/>
          <p:nvPr/>
        </p:nvSpPr>
        <p:spPr>
          <a:xfrm>
            <a:off x="7081172" y="4421987"/>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sp>
        <p:nvSpPr>
          <p:cNvPr id="46" name="TextBox 45">
            <a:extLst>
              <a:ext uri="{FF2B5EF4-FFF2-40B4-BE49-F238E27FC236}">
                <a16:creationId xmlns:a16="http://schemas.microsoft.com/office/drawing/2014/main" id="{AF9EBDC9-DCA6-A3AF-0C1C-2FD966616DC9}"/>
              </a:ext>
            </a:extLst>
          </p:cNvPr>
          <p:cNvSpPr txBox="1"/>
          <p:nvPr/>
        </p:nvSpPr>
        <p:spPr>
          <a:xfrm>
            <a:off x="9069716" y="3934183"/>
            <a:ext cx="2214578" cy="553998"/>
          </a:xfrm>
          <a:prstGeom prst="rect">
            <a:avLst/>
          </a:prstGeom>
          <a:noFill/>
        </p:spPr>
        <p:txBody>
          <a:bodyPr wrap="square" rtlCol="0">
            <a:spAutoFit/>
          </a:bodyPr>
          <a:lstStyle/>
          <a:p>
            <a:r>
              <a:rPr lang="en-IN" sz="1000" b="1" dirty="0"/>
              <a:t>By providing </a:t>
            </a:r>
            <a:r>
              <a:rPr lang="en-IN" sz="1000" b="1" dirty="0" err="1"/>
              <a:t>Aadhar</a:t>
            </a:r>
            <a:r>
              <a:rPr lang="en-IN" sz="1000" b="1" dirty="0"/>
              <a:t> No. And </a:t>
            </a:r>
            <a:r>
              <a:rPr lang="en-IN" sz="1000" b="1" dirty="0" err="1"/>
              <a:t>Aadhar</a:t>
            </a:r>
            <a:r>
              <a:rPr lang="en-IN" sz="1000" b="1" dirty="0"/>
              <a:t> </a:t>
            </a:r>
            <a:r>
              <a:rPr lang="en-IN" sz="1000" b="1" dirty="0" err="1"/>
              <a:t>OTP</a:t>
            </a:r>
            <a:r>
              <a:rPr lang="en-IN" sz="1000" b="1" dirty="0"/>
              <a:t> you are digitally signing  th</a:t>
            </a:r>
            <a:r>
              <a:rPr lang="en-IN" sz="1000" dirty="0"/>
              <a:t>e content.</a:t>
            </a:r>
            <a:endParaRPr lang="en-US" sz="1000" b="1" dirty="0"/>
          </a:p>
        </p:txBody>
      </p:sp>
      <p:pic>
        <p:nvPicPr>
          <p:cNvPr id="47" name="Picture 46" descr="MOBILE.jpg">
            <a:extLst>
              <a:ext uri="{FF2B5EF4-FFF2-40B4-BE49-F238E27FC236}">
                <a16:creationId xmlns:a16="http://schemas.microsoft.com/office/drawing/2014/main" id="{3AE08288-0CFC-3275-F447-9C762B035343}"/>
              </a:ext>
            </a:extLst>
          </p:cNvPr>
          <p:cNvPicPr>
            <a:picLocks noChangeAspect="1"/>
          </p:cNvPicPr>
          <p:nvPr/>
        </p:nvPicPr>
        <p:blipFill>
          <a:blip r:embed="rId5" cstate="print"/>
          <a:stretch>
            <a:fillRect/>
          </a:stretch>
        </p:blipFill>
        <p:spPr>
          <a:xfrm>
            <a:off x="4426246" y="3451479"/>
            <a:ext cx="592936" cy="1143008"/>
          </a:xfrm>
          <a:prstGeom prst="rect">
            <a:avLst/>
          </a:prstGeom>
        </p:spPr>
      </p:pic>
      <p:sp>
        <p:nvSpPr>
          <p:cNvPr id="48" name="Left Arrow 22">
            <a:extLst>
              <a:ext uri="{FF2B5EF4-FFF2-40B4-BE49-F238E27FC236}">
                <a16:creationId xmlns:a16="http://schemas.microsoft.com/office/drawing/2014/main" id="{6A7EC45A-8E02-4475-159E-AA1850CBAE61}"/>
              </a:ext>
            </a:extLst>
          </p:cNvPr>
          <p:cNvSpPr/>
          <p:nvPr/>
        </p:nvSpPr>
        <p:spPr>
          <a:xfrm>
            <a:off x="4997750" y="3620295"/>
            <a:ext cx="1285884" cy="99574"/>
          </a:xfrm>
          <a:prstGeom prst="lef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ight Arrow 23">
            <a:extLst>
              <a:ext uri="{FF2B5EF4-FFF2-40B4-BE49-F238E27FC236}">
                <a16:creationId xmlns:a16="http://schemas.microsoft.com/office/drawing/2014/main" id="{C1187044-B0B8-B601-CEA7-EA2868D7738C}"/>
              </a:ext>
            </a:extLst>
          </p:cNvPr>
          <p:cNvSpPr/>
          <p:nvPr/>
        </p:nvSpPr>
        <p:spPr>
          <a:xfrm>
            <a:off x="5069188" y="3862745"/>
            <a:ext cx="1643074" cy="115838"/>
          </a:xfrm>
          <a:prstGeom prst="righ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6699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iterate type="lt">
                                    <p:tmPct val="10000"/>
                                  </p:iterate>
                                  <p:childTnLst>
                                    <p:animClr clrSpc="rgb" dir="cw">
                                      <p:cBhvr override="childStyle">
                                        <p:cTn id="6" dur="500" fill="hold"/>
                                        <p:tgtEl>
                                          <p:spTgt spid="11"/>
                                        </p:tgtEl>
                                        <p:attrNameLst>
                                          <p:attrName>style.color</p:attrName>
                                        </p:attrNameLst>
                                      </p:cBhvr>
                                      <p:to>
                                        <a:schemeClr val="tx1"/>
                                      </p:to>
                                    </p:animClr>
                                  </p:childTnLst>
                                </p:cTn>
                              </p:par>
                            </p:childTnLst>
                          </p:cTn>
                        </p:par>
                        <p:par>
                          <p:cTn id="7" fill="hold">
                            <p:stCondLst>
                              <p:cond delay="1050"/>
                            </p:stCondLst>
                            <p:childTnLst>
                              <p:par>
                                <p:cTn id="8" presetID="22" presetClass="entr" presetSubtype="2" fill="hold" grpId="0" nodeType="after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wipe(right)">
                                      <p:cBhvr>
                                        <p:cTn id="10" dur="500"/>
                                        <p:tgtEl>
                                          <p:spTgt spid="48"/>
                                        </p:tgtEl>
                                      </p:cBhvr>
                                    </p:animEffect>
                                  </p:childTnLst>
                                </p:cTn>
                              </p:par>
                            </p:childTnLst>
                          </p:cTn>
                        </p:par>
                        <p:par>
                          <p:cTn id="11" fill="hold">
                            <p:stCondLst>
                              <p:cond delay="1550"/>
                            </p:stCondLst>
                            <p:childTnLst>
                              <p:par>
                                <p:cTn id="12" presetID="26" presetClass="emph" presetSubtype="0" fill="hold" nodeType="afterEffect">
                                  <p:stCondLst>
                                    <p:cond delay="0"/>
                                  </p:stCondLst>
                                  <p:childTnLst>
                                    <p:animEffect transition="out" filter="fade">
                                      <p:cBhvr>
                                        <p:cTn id="13" dur="500" tmFilter="0, 0; .2, .5; .8, .5; 1, 0"/>
                                        <p:tgtEl>
                                          <p:spTgt spid="47"/>
                                        </p:tgtEl>
                                      </p:cBhvr>
                                    </p:animEffect>
                                    <p:animScale>
                                      <p:cBhvr>
                                        <p:cTn id="14" dur="250" autoRev="1" fill="hold"/>
                                        <p:tgtEl>
                                          <p:spTgt spid="47"/>
                                        </p:tgtEl>
                                      </p:cBhvr>
                                      <p:by x="105000" y="105000"/>
                                    </p:animScale>
                                  </p:childTnLst>
                                </p:cTn>
                              </p:par>
                            </p:childTnLst>
                          </p:cTn>
                        </p:par>
                        <p:par>
                          <p:cTn id="15" fill="hold">
                            <p:stCondLst>
                              <p:cond delay="2050"/>
                            </p:stCondLst>
                            <p:childTnLst>
                              <p:par>
                                <p:cTn id="16" presetID="22" presetClass="entr" presetSubtype="8" fill="hold" grpId="0" nodeType="after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wipe(left)">
                                      <p:cBhvr>
                                        <p:cTn id="18" dur="500"/>
                                        <p:tgtEl>
                                          <p:spTgt spid="49"/>
                                        </p:tgtEl>
                                      </p:cBhvr>
                                    </p:animEffect>
                                  </p:childTnLst>
                                </p:cTn>
                              </p:par>
                            </p:childTnLst>
                          </p:cTn>
                        </p:par>
                        <p:par>
                          <p:cTn id="19" fill="hold">
                            <p:stCondLst>
                              <p:cond delay="2550"/>
                            </p:stCondLst>
                            <p:childTnLst>
                              <p:par>
                                <p:cTn id="20" presetID="3" presetClass="emph" presetSubtype="2" fill="hold" grpId="0" nodeType="afterEffect">
                                  <p:stCondLst>
                                    <p:cond delay="0"/>
                                  </p:stCondLst>
                                  <p:iterate type="lt">
                                    <p:tmPct val="10000"/>
                                  </p:iterate>
                                  <p:childTnLst>
                                    <p:animClr clrSpc="rgb" dir="cw">
                                      <p:cBhvr override="childStyle">
                                        <p:cTn id="21" dur="500" fill="hold"/>
                                        <p:tgtEl>
                                          <p:spTgt spid="14"/>
                                        </p:tgtEl>
                                        <p:attrNameLst>
                                          <p:attrName>style.color</p:attrName>
                                        </p:attrNameLst>
                                      </p:cBhvr>
                                      <p:to>
                                        <a:schemeClr val="tx1"/>
                                      </p:to>
                                    </p:animClr>
                                  </p:childTnLst>
                                </p:cTn>
                              </p:par>
                            </p:childTnLst>
                          </p:cTn>
                        </p:par>
                        <p:par>
                          <p:cTn id="22" fill="hold">
                            <p:stCondLst>
                              <p:cond delay="3500"/>
                            </p:stCondLst>
                            <p:childTnLst>
                              <p:par>
                                <p:cTn id="23" presetID="3" presetClass="emph" presetSubtype="2" fill="hold" grpId="0" nodeType="afterEffect">
                                  <p:stCondLst>
                                    <p:cond delay="0"/>
                                  </p:stCondLst>
                                  <p:iterate type="lt">
                                    <p:tmPct val="10000"/>
                                  </p:iterate>
                                  <p:childTnLst>
                                    <p:animClr clrSpc="rgb" dir="cw">
                                      <p:cBhvr override="childStyle">
                                        <p:cTn id="24" dur="500" fill="hold"/>
                                        <p:tgtEl>
                                          <p:spTgt spid="16"/>
                                        </p:tgtEl>
                                        <p:attrNameLst>
                                          <p:attrName>style.color</p:attrName>
                                        </p:attrNameLst>
                                      </p:cBhvr>
                                      <p:to>
                                        <a:schemeClr val="tx1"/>
                                      </p:to>
                                    </p:animClr>
                                  </p:childTnLst>
                                </p:cTn>
                              </p:par>
                            </p:childTnLst>
                          </p:cTn>
                        </p:par>
                        <p:par>
                          <p:cTn id="25" fill="hold">
                            <p:stCondLst>
                              <p:cond delay="4300"/>
                            </p:stCondLst>
                            <p:childTnLst>
                              <p:par>
                                <p:cTn id="26" presetID="3" presetClass="emph" presetSubtype="2" fill="hold" grpId="0" nodeType="afterEffect">
                                  <p:stCondLst>
                                    <p:cond delay="0"/>
                                  </p:stCondLst>
                                  <p:iterate type="lt">
                                    <p:tmPct val="10000"/>
                                  </p:iterate>
                                  <p:childTnLst>
                                    <p:animClr clrSpc="rgb" dir="cw">
                                      <p:cBhvr override="childStyle">
                                        <p:cTn id="27" dur="500" fill="hold"/>
                                        <p:tgtEl>
                                          <p:spTgt spid="45"/>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6" grpId="0" animBg="1"/>
      <p:bldP spid="45" grpId="0" animBg="1"/>
      <p:bldP spid="48" grpId="0" animBg="1"/>
      <p:bldP spid="4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12A0B-7681-9A76-D8C5-EE65A72C3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65533-EC6B-01AB-2DA6-785BCCE99B39}"/>
              </a:ext>
            </a:extLst>
          </p:cNvPr>
          <p:cNvSpPr>
            <a:spLocks noGrp="1"/>
          </p:cNvSpPr>
          <p:nvPr>
            <p:ph type="title"/>
          </p:nvPr>
        </p:nvSpPr>
        <p:spPr>
          <a:xfrm>
            <a:off x="0" y="1399032"/>
            <a:ext cx="3048000" cy="2564655"/>
          </a:xfrm>
        </p:spPr>
        <p:txBody>
          <a:bodyPr/>
          <a:lstStyle/>
          <a:p>
            <a:pPr algn="ctr">
              <a:lnSpc>
                <a:spcPct val="150000"/>
              </a:lnSpc>
            </a:pPr>
            <a:r>
              <a:rPr lang="en-US" sz="2400" b="1" dirty="0"/>
              <a:t>POST</a:t>
            </a:r>
            <a:r>
              <a:rPr lang="hi-IN" sz="2400" b="1" dirty="0"/>
              <a:t>S SENCTIONED FOR </a:t>
            </a:r>
            <a:r>
              <a:rPr lang="en-US" sz="2400" b="1" dirty="0"/>
              <a:t>PROMOTION</a:t>
            </a:r>
            <a:br>
              <a:rPr lang="en-US" sz="2400" b="1" dirty="0"/>
            </a:br>
            <a:r>
              <a:rPr lang="en-US" sz="2400" b="1" dirty="0">
                <a:solidFill>
                  <a:schemeClr val="accent3">
                    <a:lumMod val="50000"/>
                  </a:schemeClr>
                </a:solidFill>
                <a:effectLst>
                  <a:outerShdw blurRad="38100" dist="38100" dir="2700000" algn="tl">
                    <a:srgbClr val="000000">
                      <a:alpha val="43137"/>
                    </a:srgbClr>
                  </a:outerShdw>
                </a:effectLst>
              </a:rPr>
              <a:t>APPROVAL</a:t>
            </a:r>
            <a:br>
              <a:rPr lang="en-US" sz="2400" b="1" dirty="0">
                <a:solidFill>
                  <a:schemeClr val="accent3">
                    <a:lumMod val="50000"/>
                  </a:schemeClr>
                </a:solidFill>
                <a:effectLst>
                  <a:outerShdw blurRad="38100" dist="38100" dir="2700000" algn="tl">
                    <a:srgbClr val="000000">
                      <a:alpha val="43137"/>
                    </a:srgbClr>
                  </a:outerShdw>
                </a:effectLst>
              </a:rPr>
            </a:br>
            <a:endParaRPr lang="en-US" sz="2400" b="1" dirty="0">
              <a:solidFill>
                <a:schemeClr val="accent3">
                  <a:lumMod val="50000"/>
                </a:schemeClr>
              </a:solidFill>
              <a:effectLst>
                <a:outerShdw blurRad="38100" dist="38100" dir="2700000" algn="tl">
                  <a:srgbClr val="000000">
                    <a:alpha val="43137"/>
                  </a:srgbClr>
                </a:outerShdw>
              </a:effectLst>
            </a:endParaRPr>
          </a:p>
        </p:txBody>
      </p:sp>
      <p:sp>
        <p:nvSpPr>
          <p:cNvPr id="12" name="Footer Placeholder 11">
            <a:extLst>
              <a:ext uri="{FF2B5EF4-FFF2-40B4-BE49-F238E27FC236}">
                <a16:creationId xmlns:a16="http://schemas.microsoft.com/office/drawing/2014/main" id="{9934C8EF-652A-DE30-F185-2A3740E6EE58}"/>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2C60E9FD-6873-C9E6-E429-18FD980813B3}"/>
              </a:ext>
            </a:extLst>
          </p:cNvPr>
          <p:cNvSpPr>
            <a:spLocks noGrp="1"/>
          </p:cNvSpPr>
          <p:nvPr>
            <p:ph type="sldNum" sz="quarter" idx="12"/>
          </p:nvPr>
        </p:nvSpPr>
        <p:spPr/>
        <p:txBody>
          <a:bodyPr/>
          <a:lstStyle/>
          <a:p>
            <a:fld id="{5BFCF61C-3B18-4C03-8326-CC3B32D710C9}" type="slidenum">
              <a:rPr lang="en-US" smtClean="0"/>
              <a:pPr/>
              <a:t>11</a:t>
            </a:fld>
            <a:endParaRPr lang="en-US"/>
          </a:p>
        </p:txBody>
      </p:sp>
      <p:sp>
        <p:nvSpPr>
          <p:cNvPr id="3" name="Rectangle 2">
            <a:extLst>
              <a:ext uri="{FF2B5EF4-FFF2-40B4-BE49-F238E27FC236}">
                <a16:creationId xmlns:a16="http://schemas.microsoft.com/office/drawing/2014/main" id="{F9BD9F04-13C2-29EC-0C9A-AE5694C4F656}"/>
              </a:ext>
            </a:extLst>
          </p:cNvPr>
          <p:cNvSpPr/>
          <p:nvPr/>
        </p:nvSpPr>
        <p:spPr>
          <a:xfrm>
            <a:off x="3366076" y="892951"/>
            <a:ext cx="8429684" cy="5072098"/>
          </a:xfrm>
          <a:prstGeom prst="rect">
            <a:avLst/>
          </a:prstGeom>
          <a:ln/>
        </p:spPr>
        <p:style>
          <a:lnRef idx="0">
            <a:schemeClr val="accent5"/>
          </a:lnRef>
          <a:fillRef idx="3">
            <a:schemeClr val="accent5"/>
          </a:fillRef>
          <a:effectRef idx="3">
            <a:schemeClr val="accent5"/>
          </a:effectRef>
          <a:fontRef idx="minor">
            <a:schemeClr val="lt1"/>
          </a:fontRef>
        </p:style>
        <p:txBody>
          <a:bodyPr rtlCol="0" anchor="t"/>
          <a:lstStyle/>
          <a:p>
            <a:pPr algn="just"/>
            <a:endParaRPr lang="en-US" dirty="0">
              <a:solidFill>
                <a:srgbClr val="0070C0"/>
              </a:solidFill>
            </a:endParaRPr>
          </a:p>
        </p:txBody>
      </p:sp>
      <p:sp>
        <p:nvSpPr>
          <p:cNvPr id="4" name="Content Placeholder 2">
            <a:extLst>
              <a:ext uri="{FF2B5EF4-FFF2-40B4-BE49-F238E27FC236}">
                <a16:creationId xmlns:a16="http://schemas.microsoft.com/office/drawing/2014/main" id="{94AE44B1-E26A-0781-60CF-0E83D88EF767}"/>
              </a:ext>
            </a:extLst>
          </p:cNvPr>
          <p:cNvSpPr txBox="1">
            <a:spLocks/>
          </p:cNvSpPr>
          <p:nvPr/>
        </p:nvSpPr>
        <p:spPr>
          <a:xfrm>
            <a:off x="3606798" y="1119137"/>
            <a:ext cx="6515556" cy="3853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hi-IN" sz="2000" b="1">
                <a:latin typeface="Kokila" panose="020B0604020202020204" pitchFamily="34" charset="0"/>
                <a:cs typeface="Kokila" panose="020B0604020202020204" pitchFamily="34" charset="0"/>
              </a:rPr>
              <a:t>विभाग में स्वीकृत ऐसे पदों के प्रकार जिनपर पदोन्नति से भर्ती का प्रावधान है -</a:t>
            </a:r>
            <a:r>
              <a:rPr lang="hi-IN" sz="2000">
                <a:latin typeface="Kokila" panose="020B0604020202020204" pitchFamily="34" charset="0"/>
                <a:cs typeface="Kokila" panose="020B0604020202020204" pitchFamily="34" charset="0"/>
              </a:rPr>
              <a:t> </a:t>
            </a:r>
            <a:r>
              <a:rPr lang="en-IN" sz="2000">
                <a:latin typeface="Kokila" panose="020B0604020202020204" pitchFamily="34" charset="0"/>
                <a:cs typeface="Kokila" panose="020B0604020202020204" pitchFamily="34" charset="0"/>
              </a:rPr>
              <a:t> </a:t>
            </a:r>
          </a:p>
          <a:p>
            <a:pPr algn="just">
              <a:buFont typeface="Arial" panose="020B0604020202020204" pitchFamily="34" charset="0"/>
              <a:buNone/>
            </a:pPr>
            <a:endParaRPr lang="en-IN" sz="2000">
              <a:latin typeface="Kokila" panose="020B0604020202020204" pitchFamily="34" charset="0"/>
              <a:cs typeface="Kokila" panose="020B0604020202020204" pitchFamily="34" charset="0"/>
            </a:endParaRPr>
          </a:p>
          <a:p>
            <a:pPr algn="just">
              <a:buFont typeface="Arial" panose="020B0604020202020204" pitchFamily="34" charset="0"/>
              <a:buNone/>
            </a:pPr>
            <a:endParaRPr lang="en-IN" sz="1800" dirty="0"/>
          </a:p>
        </p:txBody>
      </p:sp>
      <p:sp>
        <p:nvSpPr>
          <p:cNvPr id="6" name="TextBox 5">
            <a:extLst>
              <a:ext uri="{FF2B5EF4-FFF2-40B4-BE49-F238E27FC236}">
                <a16:creationId xmlns:a16="http://schemas.microsoft.com/office/drawing/2014/main" id="{63954658-B77E-BF0B-AA91-0105610C3171}"/>
              </a:ext>
            </a:extLst>
          </p:cNvPr>
          <p:cNvSpPr txBox="1"/>
          <p:nvPr/>
        </p:nvSpPr>
        <p:spPr>
          <a:xfrm>
            <a:off x="9979478" y="1100852"/>
            <a:ext cx="1714512" cy="307777"/>
          </a:xfrm>
          <a:prstGeom prst="rect">
            <a:avLst/>
          </a:prstGeom>
          <a:noFill/>
          <a:ln w="12700">
            <a:solidFill>
              <a:schemeClr val="accent1">
                <a:lumMod val="50000"/>
              </a:schemeClr>
            </a:solidFill>
          </a:ln>
        </p:spPr>
        <p:txBody>
          <a:bodyPr wrap="square" rtlCol="0">
            <a:spAutoFit/>
          </a:bodyPr>
          <a:lstStyle/>
          <a:p>
            <a:r>
              <a:rPr lang="hi-IN" sz="1400" b="1" dirty="0">
                <a:solidFill>
                  <a:schemeClr val="bg1"/>
                </a:solidFill>
              </a:rPr>
              <a:t>3</a:t>
            </a:r>
            <a:endParaRPr lang="en-IN" sz="1400" b="1" dirty="0">
              <a:solidFill>
                <a:schemeClr val="bg1"/>
              </a:solidFill>
            </a:endParaRPr>
          </a:p>
        </p:txBody>
      </p:sp>
      <p:sp>
        <p:nvSpPr>
          <p:cNvPr id="7" name="Content Placeholder 2">
            <a:extLst>
              <a:ext uri="{FF2B5EF4-FFF2-40B4-BE49-F238E27FC236}">
                <a16:creationId xmlns:a16="http://schemas.microsoft.com/office/drawing/2014/main" id="{9491577D-0E31-2F20-844B-83330C42FF28}"/>
              </a:ext>
            </a:extLst>
          </p:cNvPr>
          <p:cNvSpPr txBox="1">
            <a:spLocks/>
          </p:cNvSpPr>
          <p:nvPr/>
        </p:nvSpPr>
        <p:spPr>
          <a:xfrm>
            <a:off x="3407182" y="1506659"/>
            <a:ext cx="8072494" cy="524142"/>
          </a:xfrm>
          <a:prstGeom prst="rect">
            <a:avLst/>
          </a:prstGeom>
        </p:spPr>
        <p:txBody>
          <a:bodyPr vert="horz">
            <a:normAutofit/>
          </a:bodyPr>
          <a:lstStyle/>
          <a:p>
            <a:pPr marL="274320" marR="0" lvl="0" indent="-274320" algn="ctr" defTabSz="914400" rtl="0" eaLnBrk="1" fontAlgn="auto" latinLnBrk="0" hangingPunct="1">
              <a:lnSpc>
                <a:spcPct val="100000"/>
              </a:lnSpc>
              <a:spcBef>
                <a:spcPts val="600"/>
              </a:spcBef>
              <a:spcAft>
                <a:spcPts val="0"/>
              </a:spcAft>
              <a:buClr>
                <a:schemeClr val="accent1"/>
              </a:buClr>
              <a:buSzPct val="70000"/>
              <a:buFont typeface="Wingdings"/>
              <a:buNone/>
              <a:tabLst/>
              <a:defRPr/>
            </a:pPr>
            <a:r>
              <a:rPr kumimoji="0" lang="hi-IN" sz="2400" b="1" i="0" u="none" strike="noStrike" kern="1200" cap="none" spc="0" normalizeH="0" baseline="0" noProof="0" dirty="0">
                <a:ln>
                  <a:noFill/>
                </a:ln>
                <a:solidFill>
                  <a:srgbClr val="C00000"/>
                </a:solidFill>
                <a:effectLst/>
                <a:uLnTx/>
                <a:uFillTx/>
                <a:latin typeface="Kokila" panose="020B0604020202020204" pitchFamily="34" charset="0"/>
                <a:cs typeface="Kokila" panose="020B0604020202020204" pitchFamily="34" charset="0"/>
              </a:rPr>
              <a:t>विभागीय भर्ती नियम की अनुसूची-4 के अनुसार ही </a:t>
            </a:r>
            <a:r>
              <a:rPr lang="hi-IN" sz="2400" b="1" dirty="0">
                <a:solidFill>
                  <a:srgbClr val="C00000"/>
                </a:solidFill>
                <a:latin typeface="Kokila" panose="020B0604020202020204" pitchFamily="34" charset="0"/>
                <a:cs typeface="Kokila" panose="020B0604020202020204" pitchFamily="34" charset="0"/>
              </a:rPr>
              <a:t>APPROVE </a:t>
            </a:r>
            <a:r>
              <a:rPr kumimoji="0" lang="hi-IN" sz="2400" b="1" i="0" u="none" strike="noStrike" kern="1200" cap="none" spc="0" normalizeH="0" baseline="0" noProof="0" dirty="0">
                <a:ln>
                  <a:noFill/>
                </a:ln>
                <a:solidFill>
                  <a:srgbClr val="C00000"/>
                </a:solidFill>
                <a:effectLst/>
                <a:uLnTx/>
                <a:uFillTx/>
                <a:latin typeface="Kokila" panose="020B0604020202020204" pitchFamily="34" charset="0"/>
                <a:cs typeface="Kokila" panose="020B0604020202020204" pitchFamily="34" charset="0"/>
              </a:rPr>
              <a:t>करें </a:t>
            </a:r>
            <a:endParaRPr kumimoji="0" lang="en-IN" sz="2400" b="1" i="0" u="none" strike="noStrike" kern="1200" cap="none" spc="0" normalizeH="0" baseline="0" noProof="0" dirty="0">
              <a:ln>
                <a:noFill/>
              </a:ln>
              <a:solidFill>
                <a:srgbClr val="C00000"/>
              </a:solidFill>
              <a:effectLst/>
              <a:uLnTx/>
              <a:uFillTx/>
              <a:latin typeface="Kokila" panose="020B0604020202020204" pitchFamily="34" charset="0"/>
              <a:cs typeface="Kokila" panose="020B0604020202020204" pitchFamily="34" charset="0"/>
            </a:endParaRPr>
          </a:p>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a:buNone/>
              <a:tabLst/>
              <a:defRPr/>
            </a:pPr>
            <a:endParaRPr kumimoji="0" lang="en-IN" sz="1800" b="1" i="0" u="none" strike="noStrike" kern="1200" cap="none" spc="0" normalizeH="0" baseline="0" noProof="0" dirty="0">
              <a:ln>
                <a:noFill/>
              </a:ln>
              <a:solidFill>
                <a:srgbClr val="FF0000"/>
              </a:solidFill>
              <a:effectLst/>
              <a:uLnTx/>
              <a:uFillTx/>
              <a:latin typeface="+mn-lt"/>
              <a:ea typeface="+mn-ea"/>
              <a:cs typeface="+mn-cs"/>
            </a:endParaRPr>
          </a:p>
        </p:txBody>
      </p:sp>
      <p:graphicFrame>
        <p:nvGraphicFramePr>
          <p:cNvPr id="8" name="Table 7">
            <a:extLst>
              <a:ext uri="{FF2B5EF4-FFF2-40B4-BE49-F238E27FC236}">
                <a16:creationId xmlns:a16="http://schemas.microsoft.com/office/drawing/2014/main" id="{3BC10916-9039-CFA8-7623-E9A89E358A3D}"/>
              </a:ext>
            </a:extLst>
          </p:cNvPr>
          <p:cNvGraphicFramePr>
            <a:graphicFrameLocks noGrp="1"/>
          </p:cNvGraphicFramePr>
          <p:nvPr/>
        </p:nvGraphicFramePr>
        <p:xfrm>
          <a:off x="3437513" y="1947849"/>
          <a:ext cx="8286810" cy="2529967"/>
        </p:xfrm>
        <a:graphic>
          <a:graphicData uri="http://schemas.openxmlformats.org/drawingml/2006/table">
            <a:tbl>
              <a:tblPr firstRow="1" bandRow="1">
                <a:tableStyleId>{5C22544A-7EE6-4342-B048-85BDC9FD1C3A}</a:tableStyleId>
              </a:tblPr>
              <a:tblGrid>
                <a:gridCol w="399968">
                  <a:extLst>
                    <a:ext uri="{9D8B030D-6E8A-4147-A177-3AD203B41FA5}">
                      <a16:colId xmlns:a16="http://schemas.microsoft.com/office/drawing/2014/main" val="20000"/>
                    </a:ext>
                  </a:extLst>
                </a:gridCol>
                <a:gridCol w="1132047">
                  <a:extLst>
                    <a:ext uri="{9D8B030D-6E8A-4147-A177-3AD203B41FA5}">
                      <a16:colId xmlns:a16="http://schemas.microsoft.com/office/drawing/2014/main" val="20001"/>
                    </a:ext>
                  </a:extLst>
                </a:gridCol>
                <a:gridCol w="766008">
                  <a:extLst>
                    <a:ext uri="{9D8B030D-6E8A-4147-A177-3AD203B41FA5}">
                      <a16:colId xmlns:a16="http://schemas.microsoft.com/office/drawing/2014/main" val="20002"/>
                    </a:ext>
                  </a:extLst>
                </a:gridCol>
                <a:gridCol w="696371">
                  <a:extLst>
                    <a:ext uri="{9D8B030D-6E8A-4147-A177-3AD203B41FA5}">
                      <a16:colId xmlns:a16="http://schemas.microsoft.com/office/drawing/2014/main" val="20003"/>
                    </a:ext>
                  </a:extLst>
                </a:gridCol>
                <a:gridCol w="862001">
                  <a:extLst>
                    <a:ext uri="{9D8B030D-6E8A-4147-A177-3AD203B41FA5}">
                      <a16:colId xmlns:a16="http://schemas.microsoft.com/office/drawing/2014/main" val="20004"/>
                    </a:ext>
                  </a:extLst>
                </a:gridCol>
                <a:gridCol w="1114193">
                  <a:extLst>
                    <a:ext uri="{9D8B030D-6E8A-4147-A177-3AD203B41FA5}">
                      <a16:colId xmlns:a16="http://schemas.microsoft.com/office/drawing/2014/main" val="20005"/>
                    </a:ext>
                  </a:extLst>
                </a:gridCol>
                <a:gridCol w="670014">
                  <a:extLst>
                    <a:ext uri="{9D8B030D-6E8A-4147-A177-3AD203B41FA5}">
                      <a16:colId xmlns:a16="http://schemas.microsoft.com/office/drawing/2014/main" val="20006"/>
                    </a:ext>
                  </a:extLst>
                </a:gridCol>
                <a:gridCol w="696371">
                  <a:extLst>
                    <a:ext uri="{9D8B030D-6E8A-4147-A177-3AD203B41FA5}">
                      <a16:colId xmlns:a16="http://schemas.microsoft.com/office/drawing/2014/main" val="20007"/>
                    </a:ext>
                  </a:extLst>
                </a:gridCol>
                <a:gridCol w="905281">
                  <a:extLst>
                    <a:ext uri="{9D8B030D-6E8A-4147-A177-3AD203B41FA5}">
                      <a16:colId xmlns:a16="http://schemas.microsoft.com/office/drawing/2014/main" val="20008"/>
                    </a:ext>
                  </a:extLst>
                </a:gridCol>
                <a:gridCol w="417823">
                  <a:extLst>
                    <a:ext uri="{9D8B030D-6E8A-4147-A177-3AD203B41FA5}">
                      <a16:colId xmlns:a16="http://schemas.microsoft.com/office/drawing/2014/main" val="20009"/>
                    </a:ext>
                  </a:extLst>
                </a:gridCol>
                <a:gridCol w="626733">
                  <a:extLst>
                    <a:ext uri="{9D8B030D-6E8A-4147-A177-3AD203B41FA5}">
                      <a16:colId xmlns:a16="http://schemas.microsoft.com/office/drawing/2014/main" val="20010"/>
                    </a:ext>
                  </a:extLst>
                </a:gridCol>
              </a:tblGrid>
              <a:tr h="670687">
                <a:tc rowSpan="2">
                  <a:txBody>
                    <a:bodyPr/>
                    <a:lstStyle/>
                    <a:p>
                      <a:pPr algn="ctr"/>
                      <a:r>
                        <a:rPr lang="hi-IN" sz="1800" dirty="0">
                          <a:latin typeface="Kokila" panose="020B0604020202020204" pitchFamily="34" charset="0"/>
                          <a:cs typeface="Kokila" panose="020B0604020202020204" pitchFamily="34" charset="0"/>
                        </a:rPr>
                        <a:t>क्र.</a:t>
                      </a:r>
                      <a:endParaRPr lang="en-IN" sz="1800" dirty="0">
                        <a:latin typeface="Kokila" panose="020B0604020202020204" pitchFamily="34" charset="0"/>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algn="ctr"/>
                      <a:r>
                        <a:rPr lang="hi-IN" sz="1800" dirty="0">
                          <a:latin typeface="Kokila" panose="020B0604020202020204" pitchFamily="34" charset="0"/>
                          <a:cs typeface="Kokila" panose="020B0604020202020204" pitchFamily="34" charset="0"/>
                        </a:rPr>
                        <a:t>पद नाम </a:t>
                      </a:r>
                      <a:endParaRPr lang="en-IN" sz="1800" dirty="0">
                        <a:latin typeface="Kokila" panose="020B0604020202020204" pitchFamily="34" charset="0"/>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algn="ctr"/>
                      <a:r>
                        <a:rPr lang="hi-IN" sz="1800" dirty="0">
                          <a:latin typeface="Kokila" panose="020B0604020202020204" pitchFamily="34" charset="0"/>
                          <a:cs typeface="Kokila" panose="020B0604020202020204" pitchFamily="34" charset="0"/>
                        </a:rPr>
                        <a:t>वेतन-मान </a:t>
                      </a:r>
                      <a:endParaRPr lang="en-IN" sz="1800" dirty="0">
                        <a:latin typeface="Kokila" panose="020B0604020202020204" pitchFamily="34" charset="0"/>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algn="ctr"/>
                      <a:r>
                        <a:rPr lang="hi-IN" sz="1800" dirty="0">
                          <a:latin typeface="Kokila" panose="020B0604020202020204" pitchFamily="34" charset="0"/>
                          <a:cs typeface="Kokila" panose="020B0604020202020204" pitchFamily="34" charset="0"/>
                        </a:rPr>
                        <a:t>सीधी </a:t>
                      </a:r>
                      <a:r>
                        <a:rPr lang="hi-IN" sz="1800" baseline="0" dirty="0">
                          <a:latin typeface="Kokila" panose="020B0604020202020204" pitchFamily="34" charset="0"/>
                          <a:cs typeface="Kokila" panose="020B0604020202020204" pitchFamily="34" charset="0"/>
                        </a:rPr>
                        <a:t> भर्ती का प्रतिशत </a:t>
                      </a:r>
                      <a:endParaRPr lang="en-IN" sz="1800" dirty="0">
                        <a:latin typeface="Kokila" panose="020B0604020202020204" pitchFamily="34" charset="0"/>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algn="ctr"/>
                      <a:r>
                        <a:rPr lang="hi-IN" sz="1800" dirty="0">
                          <a:latin typeface="Kokila" panose="020B0604020202020204" pitchFamily="34" charset="0"/>
                          <a:cs typeface="Kokila" panose="020B0604020202020204" pitchFamily="34" charset="0"/>
                        </a:rPr>
                        <a:t>पदोन्नति से भर्ती का प्रतिशत </a:t>
                      </a:r>
                      <a:endParaRPr lang="en-IN" sz="1800" dirty="0">
                        <a:latin typeface="Kokila" panose="020B0604020202020204" pitchFamily="34" charset="0"/>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6">
                  <a:txBody>
                    <a:bodyPr/>
                    <a:lstStyle/>
                    <a:p>
                      <a:pPr algn="ctr"/>
                      <a:r>
                        <a:rPr lang="hi-IN" sz="2400" dirty="0">
                          <a:latin typeface="Kokila" panose="020B0604020202020204" pitchFamily="34" charset="0"/>
                          <a:cs typeface="Kokila" panose="020B0604020202020204" pitchFamily="34" charset="0"/>
                        </a:rPr>
                        <a:t>संवर्ग जिससे पदोन्नत किया जाना है </a:t>
                      </a:r>
                      <a:endParaRPr lang="en-IN" sz="2400" dirty="0">
                        <a:latin typeface="Kokila" panose="020B0604020202020204" pitchFamily="34" charset="0"/>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endParaRPr lang="en-IN" sz="1100" dirty="0"/>
                    </a:p>
                  </a:txBody>
                  <a:tcPr>
                    <a:lnB w="12700" cap="flat" cmpd="sng" algn="ctr">
                      <a:solidFill>
                        <a:schemeClr val="tx1"/>
                      </a:solidFill>
                      <a:prstDash val="solid"/>
                      <a:round/>
                      <a:headEnd type="none" w="med" len="med"/>
                      <a:tailEnd type="none" w="med" len="med"/>
                    </a:lnB>
                  </a:tcPr>
                </a:tc>
                <a:tc hMerge="1">
                  <a:txBody>
                    <a:bodyPr/>
                    <a:lstStyle/>
                    <a:p>
                      <a:endParaRPr lang="en-IN" sz="1100" dirty="0"/>
                    </a:p>
                  </a:txBody>
                  <a:tcPr>
                    <a:lnB w="12700" cap="flat" cmpd="sng" algn="ctr">
                      <a:solidFill>
                        <a:schemeClr val="tx1"/>
                      </a:solidFill>
                      <a:prstDash val="solid"/>
                      <a:round/>
                      <a:headEnd type="none" w="med" len="med"/>
                      <a:tailEnd type="none" w="med" len="med"/>
                    </a:lnB>
                  </a:tcPr>
                </a:tc>
                <a:tc hMerge="1">
                  <a:txBody>
                    <a:bodyPr/>
                    <a:lstStyle/>
                    <a:p>
                      <a:endParaRPr lang="en-IN" sz="1100" dirty="0"/>
                    </a:p>
                  </a:txBody>
                  <a:tcPr>
                    <a:lnB w="12700" cap="flat" cmpd="sng" algn="ctr">
                      <a:solidFill>
                        <a:schemeClr val="tx1"/>
                      </a:solidFill>
                      <a:prstDash val="solid"/>
                      <a:round/>
                      <a:headEnd type="none" w="med" len="med"/>
                      <a:tailEnd type="none" w="med" len="med"/>
                    </a:lnB>
                  </a:tcPr>
                </a:tc>
                <a:tc hMerge="1">
                  <a:txBody>
                    <a:bodyPr/>
                    <a:lstStyle/>
                    <a:p>
                      <a:endParaRPr lang="en-IN" sz="1100" dirty="0"/>
                    </a:p>
                  </a:txBody>
                  <a:tcPr>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0000"/>
                  </a:ext>
                </a:extLst>
              </a:tr>
              <a:tr h="0">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a:r>
                        <a:rPr kumimoji="0" lang="hi-IN" sz="1600" b="1" kern="1200" dirty="0">
                          <a:solidFill>
                            <a:schemeClr val="lt1"/>
                          </a:solidFill>
                          <a:latin typeface="Kokila" panose="020B0604020202020204" pitchFamily="34" charset="0"/>
                          <a:ea typeface="+mn-ea"/>
                          <a:cs typeface="Kokila" panose="020B0604020202020204" pitchFamily="34" charset="0"/>
                        </a:rPr>
                        <a:t>संवर्ग - 1</a:t>
                      </a:r>
                      <a:endParaRPr kumimoji="0" lang="en-IN" sz="1600" b="1" kern="1200" dirty="0">
                        <a:solidFill>
                          <a:schemeClr val="lt1"/>
                        </a:solidFill>
                        <a:latin typeface="Kokila" panose="020B0604020202020204" pitchFamily="34" charset="0"/>
                        <a:ea typeface="+mn-ea"/>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kumimoji="0" lang="en-IN" sz="1600" b="1" kern="1200" dirty="0">
                          <a:solidFill>
                            <a:schemeClr val="lt1"/>
                          </a:solidFill>
                          <a:latin typeface="Kokila" panose="020B0604020202020204" pitchFamily="34" charset="0"/>
                          <a:ea typeface="+mn-ea"/>
                          <a:cs typeface="Kokila" panose="020B0604020202020204" pitchFamily="34" charset="0"/>
                        </a:rPr>
                        <a: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kumimoji="0" lang="hi-IN" sz="1600" b="1" kern="1200" dirty="0">
                          <a:solidFill>
                            <a:schemeClr val="lt1"/>
                          </a:solidFill>
                          <a:latin typeface="Kokila" panose="020B0604020202020204" pitchFamily="34" charset="0"/>
                          <a:ea typeface="+mn-ea"/>
                          <a:cs typeface="Kokila" panose="020B0604020202020204" pitchFamily="34" charset="0"/>
                        </a:rPr>
                        <a:t>अनुभव वर्षों में </a:t>
                      </a:r>
                      <a:endParaRPr kumimoji="0" lang="en-IN" sz="1600" b="1" kern="1200" dirty="0">
                        <a:solidFill>
                          <a:schemeClr val="lt1"/>
                        </a:solidFill>
                        <a:latin typeface="Kokila" panose="020B0604020202020204" pitchFamily="34" charset="0"/>
                        <a:ea typeface="+mn-ea"/>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kumimoji="0" lang="hi-IN" sz="1600" b="1" kern="1200" dirty="0">
                          <a:solidFill>
                            <a:schemeClr val="lt1"/>
                          </a:solidFill>
                          <a:latin typeface="Kokila" panose="020B0604020202020204" pitchFamily="34" charset="0"/>
                          <a:ea typeface="+mn-ea"/>
                          <a:cs typeface="Kokila" panose="020B0604020202020204" pitchFamily="34" charset="0"/>
                        </a:rPr>
                        <a:t>संवर्ग - 2</a:t>
                      </a:r>
                      <a:endParaRPr kumimoji="0" lang="en-IN" sz="1600" b="1" kern="1200" dirty="0">
                        <a:solidFill>
                          <a:schemeClr val="lt1"/>
                        </a:solidFill>
                        <a:latin typeface="Kokila" panose="020B0604020202020204" pitchFamily="34" charset="0"/>
                        <a:ea typeface="+mn-ea"/>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kumimoji="0" lang="en-IN" sz="1600" b="1" kern="1200" dirty="0">
                          <a:solidFill>
                            <a:schemeClr val="lt1"/>
                          </a:solidFill>
                          <a:latin typeface="Kokila" panose="020B0604020202020204" pitchFamily="34" charset="0"/>
                          <a:ea typeface="+mn-ea"/>
                          <a:cs typeface="Kokila" panose="020B0604020202020204" pitchFamily="34" charset="0"/>
                        </a:rPr>
                        <a: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kumimoji="0" lang="hi-IN" sz="1600" b="1" kern="1200" dirty="0">
                          <a:solidFill>
                            <a:schemeClr val="lt1"/>
                          </a:solidFill>
                          <a:latin typeface="Kokila" panose="020B0604020202020204" pitchFamily="34" charset="0"/>
                          <a:ea typeface="+mn-ea"/>
                          <a:cs typeface="Kokila" panose="020B0604020202020204" pitchFamily="34" charset="0"/>
                        </a:rPr>
                        <a:t>अनुभव वर्षों  में </a:t>
                      </a:r>
                      <a:endParaRPr kumimoji="0" lang="en-IN" sz="1600" b="1" kern="1200" dirty="0">
                        <a:solidFill>
                          <a:schemeClr val="lt1"/>
                        </a:solidFill>
                        <a:latin typeface="Kokila" panose="020B0604020202020204" pitchFamily="34" charset="0"/>
                        <a:ea typeface="+mn-ea"/>
                        <a:cs typeface="Kokila"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1"/>
                  </a:ext>
                </a:extLst>
              </a:tr>
              <a:tr h="304792">
                <a:tc>
                  <a:txBody>
                    <a:bodyPr/>
                    <a:lstStyle/>
                    <a:p>
                      <a:pPr algn="ctr"/>
                      <a:r>
                        <a:rPr lang="en-IN" sz="1400" b="1" dirty="0">
                          <a:solidFill>
                            <a:schemeClr val="bg1"/>
                          </a:solidFill>
                          <a:latin typeface="Arial" pitchFamily="34" charset="0"/>
                          <a:cs typeface="Arial" pitchFamily="34" charset="0"/>
                        </a:rPr>
                        <a:t>1</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dirty="0">
                          <a:solidFill>
                            <a:schemeClr val="bg1"/>
                          </a:solidFill>
                          <a:latin typeface="Arial" pitchFamily="34" charset="0"/>
                          <a:cs typeface="Arial" pitchFamily="34" charset="0"/>
                        </a:rPr>
                        <a:t>DEPUTY SECRETARY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bg1"/>
                          </a:solidFill>
                          <a:latin typeface="Arial" pitchFamily="34" charset="0"/>
                          <a:cs typeface="Arial" pitchFamily="34" charset="0"/>
                        </a:rPr>
                        <a:t>0</a:t>
                      </a:r>
                      <a:endParaRPr lang="en-IN" sz="1400" b="1"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bg1"/>
                          </a:solidFill>
                          <a:latin typeface="Arial" pitchFamily="34" charset="0"/>
                          <a:cs typeface="Arial" pitchFamily="34" charset="0"/>
                        </a:rPr>
                        <a:t>100</a:t>
                      </a:r>
                      <a:endParaRPr lang="en-IN" sz="1400" b="1"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sz="1100" dirty="0">
                          <a:solidFill>
                            <a:schemeClr val="bg1"/>
                          </a:solidFill>
                          <a:latin typeface="Arial" pitchFamily="34" charset="0"/>
                          <a:cs typeface="Arial" pitchFamily="34" charset="0"/>
                        </a:rPr>
                        <a:t>UNDER SECRETARY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b="1" dirty="0">
                          <a:solidFill>
                            <a:schemeClr val="bg1"/>
                          </a:solidFill>
                          <a:latin typeface="Arial" pitchFamily="34" charset="0"/>
                          <a:cs typeface="Arial" pitchFamily="34" charset="0"/>
                        </a:rPr>
                        <a:t>100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42308">
                <a:tc>
                  <a:txBody>
                    <a:bodyPr/>
                    <a:lstStyle/>
                    <a:p>
                      <a:pPr algn="ctr"/>
                      <a:r>
                        <a:rPr lang="en-IN" sz="1400" b="1" dirty="0">
                          <a:solidFill>
                            <a:schemeClr val="bg1"/>
                          </a:solidFill>
                          <a:latin typeface="Arial" pitchFamily="34" charset="0"/>
                          <a:cs typeface="Arial" pitchFamily="34" charset="0"/>
                        </a:rPr>
                        <a:t>2</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dirty="0">
                          <a:solidFill>
                            <a:schemeClr val="bg1"/>
                          </a:solidFill>
                          <a:latin typeface="Arial" pitchFamily="34" charset="0"/>
                          <a:cs typeface="Arial" pitchFamily="34" charset="0"/>
                        </a:rPr>
                        <a:t>UNDER SECRETARY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bg1"/>
                          </a:solidFill>
                          <a:latin typeface="Arial" pitchFamily="34" charset="0"/>
                          <a:cs typeface="Arial" pitchFamily="34" charset="0"/>
                        </a:rPr>
                        <a:t>0</a:t>
                      </a:r>
                      <a:endParaRPr lang="en-IN" sz="1400" b="1"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bg1"/>
                          </a:solidFill>
                          <a:latin typeface="Arial" pitchFamily="34" charset="0"/>
                          <a:cs typeface="Arial" pitchFamily="34" charset="0"/>
                        </a:rPr>
                        <a:t>100</a:t>
                      </a:r>
                      <a:endParaRPr lang="en-IN" sz="1400" b="1"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sz="1100" dirty="0">
                          <a:solidFill>
                            <a:schemeClr val="bg1"/>
                          </a:solidFill>
                          <a:latin typeface="Arial" pitchFamily="34" charset="0"/>
                          <a:cs typeface="Arial" pitchFamily="34" charset="0"/>
                        </a:rPr>
                        <a:t>SECTION OFFICER</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b="1" dirty="0">
                          <a:solidFill>
                            <a:schemeClr val="bg1"/>
                          </a:solidFill>
                          <a:latin typeface="Arial" pitchFamily="34" charset="0"/>
                          <a:cs typeface="Arial" pitchFamily="34" charset="0"/>
                        </a:rPr>
                        <a:t>50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dirty="0">
                          <a:solidFill>
                            <a:schemeClr val="bg1"/>
                          </a:solidFill>
                          <a:latin typeface="Arial" pitchFamily="34" charset="0"/>
                          <a:cs typeface="Arial" pitchFamily="34" charset="0"/>
                        </a:rPr>
                        <a:t>LAW</a:t>
                      </a:r>
                      <a:r>
                        <a:rPr lang="en-IN" sz="1100" baseline="0" dirty="0">
                          <a:solidFill>
                            <a:schemeClr val="bg1"/>
                          </a:solidFill>
                          <a:latin typeface="Arial" pitchFamily="34" charset="0"/>
                          <a:cs typeface="Arial" pitchFamily="34" charset="0"/>
                        </a:rPr>
                        <a:t> OFFICER</a:t>
                      </a:r>
                      <a:endParaRPr lang="en-IN" sz="1100"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50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29902">
                <a:tc>
                  <a:txBody>
                    <a:bodyPr/>
                    <a:lstStyle/>
                    <a:p>
                      <a:pPr algn="ctr"/>
                      <a:r>
                        <a:rPr lang="en-IN" sz="1400" b="1" dirty="0">
                          <a:solidFill>
                            <a:schemeClr val="bg1"/>
                          </a:solidFill>
                          <a:latin typeface="Arial" pitchFamily="34" charset="0"/>
                          <a:cs typeface="Arial" pitchFamily="34" charset="0"/>
                        </a:rPr>
                        <a:t>3</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dirty="0">
                          <a:solidFill>
                            <a:schemeClr val="bg1"/>
                          </a:solidFill>
                          <a:latin typeface="Arial" pitchFamily="34" charset="0"/>
                          <a:cs typeface="Arial" pitchFamily="34" charset="0"/>
                        </a:rPr>
                        <a:t>SECTION OFFICER</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bg1"/>
                          </a:solidFill>
                          <a:latin typeface="Arial" pitchFamily="34" charset="0"/>
                          <a:cs typeface="Arial" pitchFamily="34" charset="0"/>
                        </a:rPr>
                        <a:t>0 </a:t>
                      </a:r>
                      <a:endParaRPr lang="en-IN" sz="1400" b="1"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bg1"/>
                          </a:solidFill>
                          <a:latin typeface="Arial" pitchFamily="34" charset="0"/>
                          <a:cs typeface="Arial" pitchFamily="34" charset="0"/>
                        </a:rPr>
                        <a:t>100</a:t>
                      </a:r>
                      <a:endParaRPr lang="en-IN" sz="1400" b="1" dirty="0">
                        <a:solidFill>
                          <a:schemeClr val="bg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sz="1100" dirty="0">
                          <a:solidFill>
                            <a:schemeClr val="bg1"/>
                          </a:solidFill>
                          <a:latin typeface="Arial" pitchFamily="34" charset="0"/>
                          <a:cs typeface="Arial" pitchFamily="34" charset="0"/>
                        </a:rPr>
                        <a:t>ASSISTANT GRADE - 1</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60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dirty="0">
                          <a:solidFill>
                            <a:schemeClr val="bg1"/>
                          </a:solidFill>
                          <a:latin typeface="Arial" pitchFamily="34" charset="0"/>
                          <a:cs typeface="Arial" pitchFamily="34" charset="0"/>
                        </a:rPr>
                        <a:t>LIBRARIAN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40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bg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AB7C6038-4DAE-758A-729C-D5F093F4ECDD}"/>
              </a:ext>
            </a:extLst>
          </p:cNvPr>
          <p:cNvGraphicFramePr>
            <a:graphicFrameLocks noGrp="1"/>
          </p:cNvGraphicFramePr>
          <p:nvPr/>
        </p:nvGraphicFramePr>
        <p:xfrm>
          <a:off x="3437513" y="3189201"/>
          <a:ext cx="8286810" cy="1280160"/>
        </p:xfrm>
        <a:graphic>
          <a:graphicData uri="http://schemas.openxmlformats.org/drawingml/2006/table">
            <a:tbl>
              <a:tblPr firstRow="1" bandRow="1">
                <a:tableStyleId>{5C22544A-7EE6-4342-B048-85BDC9FD1C3A}</a:tableStyleId>
              </a:tblPr>
              <a:tblGrid>
                <a:gridCol w="399968">
                  <a:extLst>
                    <a:ext uri="{9D8B030D-6E8A-4147-A177-3AD203B41FA5}">
                      <a16:colId xmlns:a16="http://schemas.microsoft.com/office/drawing/2014/main" val="20000"/>
                    </a:ext>
                  </a:extLst>
                </a:gridCol>
                <a:gridCol w="1132048">
                  <a:extLst>
                    <a:ext uri="{9D8B030D-6E8A-4147-A177-3AD203B41FA5}">
                      <a16:colId xmlns:a16="http://schemas.microsoft.com/office/drawing/2014/main" val="20001"/>
                    </a:ext>
                  </a:extLst>
                </a:gridCol>
                <a:gridCol w="766007">
                  <a:extLst>
                    <a:ext uri="{9D8B030D-6E8A-4147-A177-3AD203B41FA5}">
                      <a16:colId xmlns:a16="http://schemas.microsoft.com/office/drawing/2014/main" val="20002"/>
                    </a:ext>
                  </a:extLst>
                </a:gridCol>
                <a:gridCol w="696371">
                  <a:extLst>
                    <a:ext uri="{9D8B030D-6E8A-4147-A177-3AD203B41FA5}">
                      <a16:colId xmlns:a16="http://schemas.microsoft.com/office/drawing/2014/main" val="20003"/>
                    </a:ext>
                  </a:extLst>
                </a:gridCol>
                <a:gridCol w="862001">
                  <a:extLst>
                    <a:ext uri="{9D8B030D-6E8A-4147-A177-3AD203B41FA5}">
                      <a16:colId xmlns:a16="http://schemas.microsoft.com/office/drawing/2014/main" val="20004"/>
                    </a:ext>
                  </a:extLst>
                </a:gridCol>
                <a:gridCol w="1114193">
                  <a:extLst>
                    <a:ext uri="{9D8B030D-6E8A-4147-A177-3AD203B41FA5}">
                      <a16:colId xmlns:a16="http://schemas.microsoft.com/office/drawing/2014/main" val="20005"/>
                    </a:ext>
                  </a:extLst>
                </a:gridCol>
                <a:gridCol w="670014">
                  <a:extLst>
                    <a:ext uri="{9D8B030D-6E8A-4147-A177-3AD203B41FA5}">
                      <a16:colId xmlns:a16="http://schemas.microsoft.com/office/drawing/2014/main" val="20006"/>
                    </a:ext>
                  </a:extLst>
                </a:gridCol>
                <a:gridCol w="696371">
                  <a:extLst>
                    <a:ext uri="{9D8B030D-6E8A-4147-A177-3AD203B41FA5}">
                      <a16:colId xmlns:a16="http://schemas.microsoft.com/office/drawing/2014/main" val="20007"/>
                    </a:ext>
                  </a:extLst>
                </a:gridCol>
                <a:gridCol w="905282">
                  <a:extLst>
                    <a:ext uri="{9D8B030D-6E8A-4147-A177-3AD203B41FA5}">
                      <a16:colId xmlns:a16="http://schemas.microsoft.com/office/drawing/2014/main" val="20008"/>
                    </a:ext>
                  </a:extLst>
                </a:gridCol>
                <a:gridCol w="417822">
                  <a:extLst>
                    <a:ext uri="{9D8B030D-6E8A-4147-A177-3AD203B41FA5}">
                      <a16:colId xmlns:a16="http://schemas.microsoft.com/office/drawing/2014/main" val="20009"/>
                    </a:ext>
                  </a:extLst>
                </a:gridCol>
                <a:gridCol w="626733">
                  <a:extLst>
                    <a:ext uri="{9D8B030D-6E8A-4147-A177-3AD203B41FA5}">
                      <a16:colId xmlns:a16="http://schemas.microsoft.com/office/drawing/2014/main" val="20010"/>
                    </a:ext>
                  </a:extLst>
                </a:gridCol>
              </a:tblGrid>
              <a:tr h="304792">
                <a:tc>
                  <a:txBody>
                    <a:bodyPr/>
                    <a:lstStyle/>
                    <a:p>
                      <a:pPr algn="ctr"/>
                      <a:r>
                        <a:rPr lang="en-IN" sz="1400" b="1" dirty="0">
                          <a:solidFill>
                            <a:schemeClr val="tx1"/>
                          </a:solidFill>
                          <a:latin typeface="Arial" pitchFamily="34" charset="0"/>
                          <a:cs typeface="Arial" pitchFamily="34" charset="0"/>
                        </a:rPr>
                        <a:t>1</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b="1" dirty="0">
                          <a:solidFill>
                            <a:schemeClr val="tx1"/>
                          </a:solidFill>
                          <a:latin typeface="Arial" pitchFamily="34" charset="0"/>
                          <a:cs typeface="Arial" pitchFamily="34" charset="0"/>
                        </a:rPr>
                        <a:t>DEPUTY SECRETARY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tx1"/>
                          </a:solidFill>
                          <a:latin typeface="Arial" pitchFamily="34" charset="0"/>
                          <a:cs typeface="Arial" pitchFamily="34" charset="0"/>
                        </a:rPr>
                        <a:t>0</a:t>
                      </a:r>
                      <a:endParaRPr lang="en-IN" sz="1400" b="1"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tx1"/>
                          </a:solidFill>
                          <a:latin typeface="Arial" pitchFamily="34" charset="0"/>
                          <a:cs typeface="Arial" pitchFamily="34" charset="0"/>
                        </a:rPr>
                        <a:t>100</a:t>
                      </a:r>
                      <a:endParaRPr lang="en-IN" sz="1400" b="1"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dirty="0">
                          <a:solidFill>
                            <a:schemeClr val="tx1"/>
                          </a:solidFill>
                          <a:latin typeface="Arial" pitchFamily="34" charset="0"/>
                          <a:cs typeface="Arial" pitchFamily="34" charset="0"/>
                        </a:rPr>
                        <a:t>UNDER SECRETARY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b="1" dirty="0">
                          <a:solidFill>
                            <a:schemeClr val="tx1"/>
                          </a:solidFill>
                          <a:latin typeface="Arial" pitchFamily="34" charset="0"/>
                          <a:cs typeface="Arial" pitchFamily="34" charset="0"/>
                        </a:rPr>
                        <a:t>100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42308">
                <a:tc>
                  <a:txBody>
                    <a:bodyPr/>
                    <a:lstStyle/>
                    <a:p>
                      <a:pPr algn="ctr"/>
                      <a:r>
                        <a:rPr lang="en-IN" sz="1400" b="1" dirty="0">
                          <a:solidFill>
                            <a:schemeClr val="tx1"/>
                          </a:solidFill>
                          <a:latin typeface="Arial" pitchFamily="34" charset="0"/>
                          <a:cs typeface="Arial" pitchFamily="34" charset="0"/>
                        </a:rPr>
                        <a:t>2</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b="1" dirty="0">
                          <a:solidFill>
                            <a:schemeClr val="tx1"/>
                          </a:solidFill>
                          <a:latin typeface="Arial" pitchFamily="34" charset="0"/>
                          <a:cs typeface="Arial" pitchFamily="34" charset="0"/>
                        </a:rPr>
                        <a:t>UNDER SECRETARY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tx1"/>
                          </a:solidFill>
                          <a:latin typeface="Arial" pitchFamily="34" charset="0"/>
                          <a:cs typeface="Arial" pitchFamily="34" charset="0"/>
                        </a:rPr>
                        <a:t>0</a:t>
                      </a:r>
                      <a:endParaRPr lang="en-IN" sz="1400" b="1"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tx1"/>
                          </a:solidFill>
                          <a:latin typeface="Arial" pitchFamily="34" charset="0"/>
                          <a:cs typeface="Arial" pitchFamily="34" charset="0"/>
                        </a:rPr>
                        <a:t>100</a:t>
                      </a:r>
                      <a:endParaRPr lang="en-IN" sz="1400" b="1"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b="1" dirty="0">
                          <a:solidFill>
                            <a:schemeClr val="tx1"/>
                          </a:solidFill>
                          <a:latin typeface="Arial" pitchFamily="34" charset="0"/>
                          <a:cs typeface="Arial" pitchFamily="34" charset="0"/>
                        </a:rPr>
                        <a:t>SECTION OFFICER</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b="1" dirty="0">
                          <a:solidFill>
                            <a:schemeClr val="tx1"/>
                          </a:solidFill>
                          <a:latin typeface="Arial" pitchFamily="34" charset="0"/>
                          <a:cs typeface="Arial" pitchFamily="34" charset="0"/>
                        </a:rPr>
                        <a:t>50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b="1" dirty="0">
                          <a:solidFill>
                            <a:schemeClr val="tx1"/>
                          </a:solidFill>
                          <a:latin typeface="Arial" pitchFamily="34" charset="0"/>
                          <a:cs typeface="Arial" pitchFamily="34" charset="0"/>
                        </a:rPr>
                        <a:t>LAW</a:t>
                      </a:r>
                      <a:r>
                        <a:rPr lang="en-IN" sz="1100" b="1" baseline="0" dirty="0">
                          <a:solidFill>
                            <a:schemeClr val="tx1"/>
                          </a:solidFill>
                          <a:latin typeface="Arial" pitchFamily="34" charset="0"/>
                          <a:cs typeface="Arial" pitchFamily="34" charset="0"/>
                        </a:rPr>
                        <a:t> OFFICER</a:t>
                      </a:r>
                      <a:endParaRPr lang="en-IN" sz="1100" b="1"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50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29902">
                <a:tc>
                  <a:txBody>
                    <a:bodyPr/>
                    <a:lstStyle/>
                    <a:p>
                      <a:pPr algn="ctr"/>
                      <a:r>
                        <a:rPr lang="en-IN" sz="1400" b="1" dirty="0">
                          <a:solidFill>
                            <a:schemeClr val="tx1"/>
                          </a:solidFill>
                          <a:latin typeface="Arial" pitchFamily="34" charset="0"/>
                          <a:cs typeface="Arial" pitchFamily="34" charset="0"/>
                        </a:rPr>
                        <a:t>3</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b="1" dirty="0">
                          <a:solidFill>
                            <a:schemeClr val="tx1"/>
                          </a:solidFill>
                          <a:latin typeface="Arial" pitchFamily="34" charset="0"/>
                          <a:cs typeface="Arial" pitchFamily="34" charset="0"/>
                        </a:rPr>
                        <a:t>SECTION OFFICER</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IN" sz="1100"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tx1"/>
                          </a:solidFill>
                          <a:latin typeface="Arial" pitchFamily="34" charset="0"/>
                          <a:cs typeface="Arial" pitchFamily="34" charset="0"/>
                        </a:rPr>
                        <a:t>0 </a:t>
                      </a:r>
                      <a:endParaRPr lang="en-IN" sz="1400" b="1"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hi-IN" sz="1400" b="1" dirty="0">
                          <a:solidFill>
                            <a:schemeClr val="tx1"/>
                          </a:solidFill>
                          <a:latin typeface="Arial" pitchFamily="34" charset="0"/>
                          <a:cs typeface="Arial" pitchFamily="34" charset="0"/>
                        </a:rPr>
                        <a:t>100</a:t>
                      </a:r>
                      <a:endParaRPr lang="en-IN" sz="1400" b="1" dirty="0">
                        <a:solidFill>
                          <a:schemeClr val="tx1"/>
                        </a:solidFill>
                        <a:latin typeface="Arial" pitchFamily="34" charset="0"/>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100" b="1" dirty="0">
                          <a:solidFill>
                            <a:schemeClr val="tx1"/>
                          </a:solidFill>
                          <a:latin typeface="Arial" pitchFamily="34" charset="0"/>
                          <a:cs typeface="Arial" pitchFamily="34" charset="0"/>
                        </a:rPr>
                        <a:t>ASSISTANT GRADE - 1</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60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050" b="1" dirty="0">
                          <a:solidFill>
                            <a:schemeClr val="tx1"/>
                          </a:solidFill>
                          <a:latin typeface="Arial" pitchFamily="34" charset="0"/>
                          <a:cs typeface="Arial" pitchFamily="34" charset="0"/>
                        </a:rPr>
                        <a:t>L</a:t>
                      </a:r>
                      <a:r>
                        <a:rPr lang="en-IN" sz="1000" b="1" dirty="0">
                          <a:solidFill>
                            <a:schemeClr val="tx1"/>
                          </a:solidFill>
                          <a:latin typeface="Arial" pitchFamily="34" charset="0"/>
                          <a:cs typeface="Arial" pitchFamily="34" charset="0"/>
                        </a:rPr>
                        <a:t>IBRARIAN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40</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IN" sz="1400" b="1" dirty="0">
                          <a:solidFill>
                            <a:schemeClr val="tx1"/>
                          </a:solidFill>
                          <a:latin typeface="Arial" pitchFamily="34" charset="0"/>
                          <a:cs typeface="Arial" pitchFamily="34" charset="0"/>
                        </a:rPr>
                        <a:t>5</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pSp>
        <p:nvGrpSpPr>
          <p:cNvPr id="10" name="Group 9">
            <a:extLst>
              <a:ext uri="{FF2B5EF4-FFF2-40B4-BE49-F238E27FC236}">
                <a16:creationId xmlns:a16="http://schemas.microsoft.com/office/drawing/2014/main" id="{18D75AE0-0076-E791-9E58-5816D4888C75}"/>
              </a:ext>
            </a:extLst>
          </p:cNvPr>
          <p:cNvGrpSpPr/>
          <p:nvPr/>
        </p:nvGrpSpPr>
        <p:grpSpPr>
          <a:xfrm>
            <a:off x="6517116" y="3620565"/>
            <a:ext cx="1771656" cy="1280160"/>
            <a:chOff x="3357554" y="4157448"/>
            <a:chExt cx="1771656" cy="1280160"/>
          </a:xfrm>
          <a:solidFill>
            <a:srgbClr val="753F2C"/>
          </a:solidFill>
        </p:grpSpPr>
        <p:sp>
          <p:nvSpPr>
            <p:cNvPr id="11" name="Oval 10">
              <a:extLst>
                <a:ext uri="{FF2B5EF4-FFF2-40B4-BE49-F238E27FC236}">
                  <a16:creationId xmlns:a16="http://schemas.microsoft.com/office/drawing/2014/main" id="{8AD390BE-2FCE-9E07-A2A8-9C390F550B7A}"/>
                </a:ext>
              </a:extLst>
            </p:cNvPr>
            <p:cNvSpPr/>
            <p:nvPr/>
          </p:nvSpPr>
          <p:spPr>
            <a:xfrm>
              <a:off x="3357554" y="4157448"/>
              <a:ext cx="714380" cy="35719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Down Arrow 18">
              <a:extLst>
                <a:ext uri="{FF2B5EF4-FFF2-40B4-BE49-F238E27FC236}">
                  <a16:creationId xmlns:a16="http://schemas.microsoft.com/office/drawing/2014/main" id="{4F57CCE6-D78D-E8CD-32ED-A14B6CC3BC1E}"/>
                </a:ext>
              </a:extLst>
            </p:cNvPr>
            <p:cNvSpPr/>
            <p:nvPr/>
          </p:nvSpPr>
          <p:spPr>
            <a:xfrm>
              <a:off x="3576617" y="4508914"/>
              <a:ext cx="324072" cy="928694"/>
            </a:xfrm>
            <a:prstGeom prst="downArrow">
              <a:avLst/>
            </a:prstGeom>
            <a:grp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Equal 19">
              <a:extLst>
                <a:ext uri="{FF2B5EF4-FFF2-40B4-BE49-F238E27FC236}">
                  <a16:creationId xmlns:a16="http://schemas.microsoft.com/office/drawing/2014/main" id="{2B5A51DB-BFA2-5D5C-884A-0BB97014D01D}"/>
                </a:ext>
              </a:extLst>
            </p:cNvPr>
            <p:cNvSpPr/>
            <p:nvPr/>
          </p:nvSpPr>
          <p:spPr>
            <a:xfrm>
              <a:off x="4214810" y="4429132"/>
              <a:ext cx="914400" cy="914400"/>
            </a:xfrm>
            <a:prstGeom prst="mathEqual">
              <a:avLst/>
            </a:prstGeom>
            <a:grp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grpSp>
        <p:nvGrpSpPr>
          <p:cNvPr id="16" name="Group 15">
            <a:extLst>
              <a:ext uri="{FF2B5EF4-FFF2-40B4-BE49-F238E27FC236}">
                <a16:creationId xmlns:a16="http://schemas.microsoft.com/office/drawing/2014/main" id="{387BBF34-F87D-437D-EE36-16DB1DE9B654}"/>
              </a:ext>
            </a:extLst>
          </p:cNvPr>
          <p:cNvGrpSpPr/>
          <p:nvPr/>
        </p:nvGrpSpPr>
        <p:grpSpPr>
          <a:xfrm>
            <a:off x="8392676" y="3606497"/>
            <a:ext cx="2831580" cy="1285884"/>
            <a:chOff x="5271214" y="4143380"/>
            <a:chExt cx="2928958" cy="1285884"/>
          </a:xfrm>
        </p:grpSpPr>
        <p:sp>
          <p:nvSpPr>
            <p:cNvPr id="17" name="Oval 16">
              <a:extLst>
                <a:ext uri="{FF2B5EF4-FFF2-40B4-BE49-F238E27FC236}">
                  <a16:creationId xmlns:a16="http://schemas.microsoft.com/office/drawing/2014/main" id="{FC04F223-3251-C255-4550-8E183C97223F}"/>
                </a:ext>
              </a:extLst>
            </p:cNvPr>
            <p:cNvSpPr/>
            <p:nvPr/>
          </p:nvSpPr>
          <p:spPr>
            <a:xfrm>
              <a:off x="5271214" y="4143380"/>
              <a:ext cx="714380" cy="35719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B2EB3EC7-2AEA-2BA9-682D-C829C3D1E287}"/>
                </a:ext>
              </a:extLst>
            </p:cNvPr>
            <p:cNvSpPr/>
            <p:nvPr/>
          </p:nvSpPr>
          <p:spPr>
            <a:xfrm>
              <a:off x="7485792" y="4143380"/>
              <a:ext cx="714380" cy="35719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Down Arrow 23">
              <a:extLst>
                <a:ext uri="{FF2B5EF4-FFF2-40B4-BE49-F238E27FC236}">
                  <a16:creationId xmlns:a16="http://schemas.microsoft.com/office/drawing/2014/main" id="{2A16E045-5D1D-F630-9DE6-55D2CC6D6169}"/>
                </a:ext>
              </a:extLst>
            </p:cNvPr>
            <p:cNvSpPr/>
            <p:nvPr/>
          </p:nvSpPr>
          <p:spPr>
            <a:xfrm>
              <a:off x="5429256" y="4500570"/>
              <a:ext cx="413462" cy="9286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Down Arrow 24">
              <a:extLst>
                <a:ext uri="{FF2B5EF4-FFF2-40B4-BE49-F238E27FC236}">
                  <a16:creationId xmlns:a16="http://schemas.microsoft.com/office/drawing/2014/main" id="{D8C98ED8-D380-E35A-35D3-E2DBDB4B2639}"/>
                </a:ext>
              </a:extLst>
            </p:cNvPr>
            <p:cNvSpPr/>
            <p:nvPr/>
          </p:nvSpPr>
          <p:spPr>
            <a:xfrm>
              <a:off x="7643834" y="4500570"/>
              <a:ext cx="413462" cy="9286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Plus 25">
              <a:extLst>
                <a:ext uri="{FF2B5EF4-FFF2-40B4-BE49-F238E27FC236}">
                  <a16:creationId xmlns:a16="http://schemas.microsoft.com/office/drawing/2014/main" id="{5F67C449-BCAC-4E9C-1CF7-E13C2CD54F84}"/>
                </a:ext>
              </a:extLst>
            </p:cNvPr>
            <p:cNvSpPr/>
            <p:nvPr/>
          </p:nvSpPr>
          <p:spPr>
            <a:xfrm>
              <a:off x="6357078" y="4500570"/>
              <a:ext cx="914400" cy="9144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2" name="Rounded Rectangle 26">
            <a:extLst>
              <a:ext uri="{FF2B5EF4-FFF2-40B4-BE49-F238E27FC236}">
                <a16:creationId xmlns:a16="http://schemas.microsoft.com/office/drawing/2014/main" id="{DC597A65-7CBD-5B63-A633-E2C9D7A7E5EC}"/>
              </a:ext>
            </a:extLst>
          </p:cNvPr>
          <p:cNvSpPr/>
          <p:nvPr/>
        </p:nvSpPr>
        <p:spPr>
          <a:xfrm>
            <a:off x="3606798" y="5178133"/>
            <a:ext cx="7872878"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i-IN" b="1" dirty="0">
                <a:effectLst>
                  <a:outerShdw blurRad="38100" dist="38100" dir="2700000" algn="tl">
                    <a:srgbClr val="000000">
                      <a:alpha val="43137"/>
                    </a:srgbClr>
                  </a:outerShdw>
                </a:effectLst>
              </a:rPr>
              <a:t>APPROVE</a:t>
            </a:r>
            <a:endParaRPr lang="en-IN" b="1" dirty="0">
              <a:effectLst>
                <a:outerShdw blurRad="38100" dist="38100" dir="2700000" algn="tl">
                  <a:srgbClr val="000000">
                    <a:alpha val="43137"/>
                  </a:srgbClr>
                </a:outerShdw>
              </a:effectLst>
            </a:endParaRPr>
          </a:p>
        </p:txBody>
      </p:sp>
      <p:pic>
        <p:nvPicPr>
          <p:cNvPr id="25" name="Picture 24" descr="green-approved-stamp-1-1024x772.png">
            <a:extLst>
              <a:ext uri="{FF2B5EF4-FFF2-40B4-BE49-F238E27FC236}">
                <a16:creationId xmlns:a16="http://schemas.microsoft.com/office/drawing/2014/main" id="{0AF5FF60-80A2-05DD-7137-3FF26C1ECF42}"/>
              </a:ext>
            </a:extLst>
          </p:cNvPr>
          <p:cNvPicPr>
            <a:picLocks noChangeAspect="1"/>
          </p:cNvPicPr>
          <p:nvPr/>
        </p:nvPicPr>
        <p:blipFill>
          <a:blip r:embed="rId3"/>
          <a:stretch>
            <a:fillRect/>
          </a:stretch>
        </p:blipFill>
        <p:spPr>
          <a:xfrm>
            <a:off x="663222" y="4306248"/>
            <a:ext cx="1577058" cy="1188954"/>
          </a:xfrm>
          <a:prstGeom prst="rect">
            <a:avLst/>
          </a:prstGeom>
        </p:spPr>
      </p:pic>
    </p:spTree>
    <p:extLst>
      <p:ext uri="{BB962C8B-B14F-4D97-AF65-F5344CB8AC3E}">
        <p14:creationId xmlns:p14="http://schemas.microsoft.com/office/powerpoint/2010/main" val="1885227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500" fill="hold"/>
                                        <p:tgtEl>
                                          <p:spTgt spid="6">
                                            <p:txEl>
                                              <p:pRg st="0" end="0"/>
                                            </p:txEl>
                                          </p:spTgt>
                                        </p:tgtEl>
                                        <p:attrNameLst>
                                          <p:attrName>style.color</p:attrName>
                                        </p:attrNameLst>
                                      </p:cBhvr>
                                      <p:to>
                                        <a:schemeClr val="tx1"/>
                                      </p:to>
                                    </p:animClr>
                                  </p:childTnLst>
                                </p:cTn>
                              </p:par>
                            </p:childTnLst>
                          </p:cTn>
                        </p:par>
                        <p:par>
                          <p:cTn id="7" fill="hold">
                            <p:stCondLst>
                              <p:cond delay="500"/>
                            </p:stCondLst>
                            <p:childTnLst>
                              <p:par>
                                <p:cTn id="8" presetID="22" presetClass="entr" presetSubtype="1" fill="hold" nodeType="after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up)">
                                      <p:cBhvr>
                                        <p:cTn id="10" dur="500"/>
                                        <p:tgtEl>
                                          <p:spTgt spid="8"/>
                                        </p:tgtEl>
                                      </p:cBhvr>
                                    </p:animEffect>
                                  </p:childTnLst>
                                </p:cTn>
                              </p:par>
                              <p:par>
                                <p:cTn id="11" presetID="22" presetClass="entr" presetSubtype="1"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up)">
                                      <p:cBhvr>
                                        <p:cTn id="13" dur="2000"/>
                                        <p:tgtEl>
                                          <p:spTgt spid="9"/>
                                        </p:tgtEl>
                                      </p:cBhvr>
                                    </p:animEffect>
                                  </p:childTnLst>
                                </p:cTn>
                              </p:par>
                            </p:childTnLst>
                          </p:cTn>
                        </p:par>
                        <p:par>
                          <p:cTn id="14" fill="hold">
                            <p:stCondLst>
                              <p:cond delay="2500"/>
                            </p:stCondLst>
                            <p:childTnLst>
                              <p:par>
                                <p:cTn id="15" presetID="22" presetClass="entr" presetSubtype="1" fill="hold" nodeType="after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up)">
                                      <p:cBhvr>
                                        <p:cTn id="17" dur="1000"/>
                                        <p:tgtEl>
                                          <p:spTgt spid="16"/>
                                        </p:tgtEl>
                                      </p:cBhvr>
                                    </p:animEffect>
                                  </p:childTnLst>
                                </p:cTn>
                              </p:par>
                            </p:childTnLst>
                          </p:cTn>
                        </p:par>
                        <p:par>
                          <p:cTn id="18" fill="hold">
                            <p:stCondLst>
                              <p:cond delay="3500"/>
                            </p:stCondLst>
                            <p:childTnLst>
                              <p:par>
                                <p:cTn id="19" presetID="22" presetClass="entr" presetSubtype="2"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right)">
                                      <p:cBhvr>
                                        <p:cTn id="21" dur="1000"/>
                                        <p:tgtEl>
                                          <p:spTgt spid="10"/>
                                        </p:tgtEl>
                                      </p:cBhvr>
                                    </p:animEffect>
                                  </p:childTnLst>
                                </p:cTn>
                              </p:par>
                            </p:childTnLst>
                          </p:cTn>
                        </p:par>
                        <p:par>
                          <p:cTn id="22" fill="hold">
                            <p:stCondLst>
                              <p:cond delay="4500"/>
                            </p:stCondLst>
                            <p:childTnLst>
                              <p:par>
                                <p:cTn id="23" presetID="9" presetClass="exit" presetSubtype="0" fill="hold" nodeType="afterEffect">
                                  <p:stCondLst>
                                    <p:cond delay="0"/>
                                  </p:stCondLst>
                                  <p:childTnLst>
                                    <p:animEffect transition="out" filter="dissolve">
                                      <p:cBhvr>
                                        <p:cTn id="24" dur="500"/>
                                        <p:tgtEl>
                                          <p:spTgt spid="16"/>
                                        </p:tgtEl>
                                      </p:cBhvr>
                                    </p:animEffect>
                                    <p:set>
                                      <p:cBhvr>
                                        <p:cTn id="25" dur="1" fill="hold">
                                          <p:stCondLst>
                                            <p:cond delay="499"/>
                                          </p:stCondLst>
                                        </p:cTn>
                                        <p:tgtEl>
                                          <p:spTgt spid="16"/>
                                        </p:tgtEl>
                                        <p:attrNameLst>
                                          <p:attrName>style.visibility</p:attrName>
                                        </p:attrNameLst>
                                      </p:cBhvr>
                                      <p:to>
                                        <p:strVal val="hidden"/>
                                      </p:to>
                                    </p:set>
                                  </p:childTnLst>
                                </p:cTn>
                              </p:par>
                              <p:par>
                                <p:cTn id="26" presetID="9" presetClass="exit" presetSubtype="0" fill="hold" nodeType="withEffect">
                                  <p:stCondLst>
                                    <p:cond delay="0"/>
                                  </p:stCondLst>
                                  <p:childTnLst>
                                    <p:animEffect transition="out" filter="dissolve">
                                      <p:cBhvr>
                                        <p:cTn id="27" dur="500"/>
                                        <p:tgtEl>
                                          <p:spTgt spid="10"/>
                                        </p:tgtEl>
                                      </p:cBhvr>
                                    </p:animEffect>
                                    <p:set>
                                      <p:cBhvr>
                                        <p:cTn id="28" dur="1" fill="hold">
                                          <p:stCondLst>
                                            <p:cond delay="499"/>
                                          </p:stCondLst>
                                        </p:cTn>
                                        <p:tgtEl>
                                          <p:spTgt spid="10"/>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6" presetClass="emph" presetSubtype="0" fill="hold" grpId="0" nodeType="clickEffect">
                                  <p:stCondLst>
                                    <p:cond delay="0"/>
                                  </p:stCondLst>
                                  <p:childTnLst>
                                    <p:animEffect transition="out" filter="fade">
                                      <p:cBhvr>
                                        <p:cTn id="32" dur="500" tmFilter="0, 0; .2, .5; .8, .5; 1, 0"/>
                                        <p:tgtEl>
                                          <p:spTgt spid="22"/>
                                        </p:tgtEl>
                                      </p:cBhvr>
                                    </p:animEffect>
                                    <p:animScale>
                                      <p:cBhvr>
                                        <p:cTn id="33" dur="250" autoRev="1" fill="hold"/>
                                        <p:tgtEl>
                                          <p:spTgt spid="22"/>
                                        </p:tgtEl>
                                      </p:cBhvr>
                                      <p:by x="105000" y="105000"/>
                                    </p:animScale>
                                  </p:childTnLst>
                                </p:cTn>
                              </p:par>
                            </p:childTnLst>
                          </p:cTn>
                        </p:par>
                        <p:par>
                          <p:cTn id="34" fill="hold">
                            <p:stCondLst>
                              <p:cond delay="500"/>
                            </p:stCondLst>
                            <p:childTnLst>
                              <p:par>
                                <p:cTn id="35" presetID="53" presetClass="entr" presetSubtype="0" fill="hold" nodeType="after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p:cTn id="37" dur="500" fill="hold"/>
                                        <p:tgtEl>
                                          <p:spTgt spid="25"/>
                                        </p:tgtEl>
                                        <p:attrNameLst>
                                          <p:attrName>ppt_w</p:attrName>
                                        </p:attrNameLst>
                                      </p:cBhvr>
                                      <p:tavLst>
                                        <p:tav tm="0">
                                          <p:val>
                                            <p:fltVal val="0"/>
                                          </p:val>
                                        </p:tav>
                                        <p:tav tm="100000">
                                          <p:val>
                                            <p:strVal val="#ppt_w"/>
                                          </p:val>
                                        </p:tav>
                                      </p:tavLst>
                                    </p:anim>
                                    <p:anim calcmode="lin" valueType="num">
                                      <p:cBhvr>
                                        <p:cTn id="38" dur="500" fill="hold"/>
                                        <p:tgtEl>
                                          <p:spTgt spid="25"/>
                                        </p:tgtEl>
                                        <p:attrNameLst>
                                          <p:attrName>ppt_h</p:attrName>
                                        </p:attrNameLst>
                                      </p:cBhvr>
                                      <p:tavLst>
                                        <p:tav tm="0">
                                          <p:val>
                                            <p:fltVal val="0"/>
                                          </p:val>
                                        </p:tav>
                                        <p:tav tm="100000">
                                          <p:val>
                                            <p:strVal val="#ppt_h"/>
                                          </p:val>
                                        </p:tav>
                                      </p:tavLst>
                                    </p:anim>
                                    <p:animEffect transition="in" filter="fade">
                                      <p:cBhvr>
                                        <p:cTn id="3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AEFEC-4B9A-5773-4FFC-4B3DF97BF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4FC14-C951-5027-4070-C96D68DA71BA}"/>
              </a:ext>
            </a:extLst>
          </p:cNvPr>
          <p:cNvSpPr>
            <a:spLocks noGrp="1"/>
          </p:cNvSpPr>
          <p:nvPr>
            <p:ph type="title"/>
          </p:nvPr>
        </p:nvSpPr>
        <p:spPr>
          <a:xfrm>
            <a:off x="603504" y="1463040"/>
            <a:ext cx="11192256" cy="1025517"/>
          </a:xfrm>
        </p:spPr>
        <p:txBody>
          <a:bodyPr/>
          <a:lstStyle/>
          <a:p>
            <a:pPr algn="ctr">
              <a:lnSpc>
                <a:spcPct val="100000"/>
              </a:lnSpc>
            </a:pPr>
            <a:r>
              <a:rPr lang="hi-IN" sz="3600" b="1" dirty="0"/>
              <a:t>DPC PROPOSAL</a:t>
            </a:r>
            <a:endParaRPr lang="en-US" sz="3600" b="1" dirty="0"/>
          </a:p>
        </p:txBody>
      </p:sp>
      <p:sp>
        <p:nvSpPr>
          <p:cNvPr id="12" name="Footer Placeholder 11">
            <a:extLst>
              <a:ext uri="{FF2B5EF4-FFF2-40B4-BE49-F238E27FC236}">
                <a16:creationId xmlns:a16="http://schemas.microsoft.com/office/drawing/2014/main" id="{199C5569-AB6E-222D-4F1C-930F02041644}"/>
              </a:ext>
            </a:extLst>
          </p:cNvPr>
          <p:cNvSpPr>
            <a:spLocks noGrp="1"/>
          </p:cNvSpPr>
          <p:nvPr>
            <p:ph type="ftr" sz="quarter" idx="11"/>
          </p:nvPr>
        </p:nvSpPr>
        <p:spPr/>
        <p:txBody>
          <a:bodyPr/>
          <a:lstStyle/>
          <a:p>
            <a:r>
              <a:rPr lang="en-US" dirty="0"/>
              <a:t>Online DPC</a:t>
            </a:r>
          </a:p>
        </p:txBody>
      </p:sp>
      <p:sp>
        <p:nvSpPr>
          <p:cNvPr id="5" name="Text Placeholder 4">
            <a:extLst>
              <a:ext uri="{FF2B5EF4-FFF2-40B4-BE49-F238E27FC236}">
                <a16:creationId xmlns:a16="http://schemas.microsoft.com/office/drawing/2014/main" id="{F1E73047-88F2-E294-C924-F50A293C0239}"/>
              </a:ext>
            </a:extLst>
          </p:cNvPr>
          <p:cNvSpPr>
            <a:spLocks noGrp="1"/>
          </p:cNvSpPr>
          <p:nvPr>
            <p:ph type="body" sz="quarter" idx="15"/>
          </p:nvPr>
        </p:nvSpPr>
        <p:spPr>
          <a:xfrm>
            <a:off x="365759" y="2808514"/>
            <a:ext cx="11602463" cy="4049486"/>
          </a:xfrm>
        </p:spPr>
        <p:txBody>
          <a:bodyPr/>
          <a:lstStyle/>
          <a:p>
            <a:pPr marL="0" indent="0" algn="just">
              <a:buNone/>
            </a:pPr>
            <a:r>
              <a:rPr lang="hi-IN" sz="2000" b="1" dirty="0">
                <a:solidFill>
                  <a:schemeClr val="tx1"/>
                </a:solidFill>
                <a:latin typeface="Kokila" panose="020B0604020202020204" pitchFamily="34" charset="0"/>
                <a:cs typeface="Kokila" panose="020B0604020202020204" pitchFamily="34" charset="0"/>
              </a:rPr>
              <a:t>DPC प्रस्ताव तैयार करने हेतु प्रथम स्तर के आई.डी. एवं पासवर्ड से लॉग इन कर ONLINE DPC हेतु अधिकृत अधिकारी निम्न प्रविष्टियां करेंगे </a:t>
            </a:r>
          </a:p>
          <a:p>
            <a:pPr marL="342900" indent="-342900" algn="just">
              <a:buFont typeface="+mj-lt"/>
              <a:buAutoNum type="arabicParenR"/>
            </a:pPr>
            <a:r>
              <a:rPr lang="hi-IN" sz="1800" b="1" dirty="0">
                <a:solidFill>
                  <a:schemeClr val="tx1"/>
                </a:solidFill>
                <a:latin typeface="Kokila" panose="020B0604020202020204" pitchFamily="34" charset="0"/>
                <a:cs typeface="Kokila" panose="020B0604020202020204" pitchFamily="34" charset="0"/>
              </a:rPr>
              <a:t>पदनाम/संवर्ग जिस पर पदोन्नति होनी है तथा उस पद/संवर्ग का वर्ग(CLASS).</a:t>
            </a:r>
          </a:p>
          <a:p>
            <a:pPr marL="342900" indent="-342900" algn="just">
              <a:buFont typeface="+mj-lt"/>
              <a:buAutoNum type="arabicParenR"/>
            </a:pPr>
            <a:r>
              <a:rPr lang="hi-IN" sz="1800" b="1" dirty="0">
                <a:solidFill>
                  <a:schemeClr val="tx1"/>
                </a:solidFill>
                <a:latin typeface="Kokila" panose="020B0604020202020204" pitchFamily="34" charset="0"/>
                <a:cs typeface="Kokila" panose="020B0604020202020204" pitchFamily="34" charset="0"/>
              </a:rPr>
              <a:t>पदनाम/संवर्ग जिससे पदोन्नति होनी है तथा उस पद/संवर्ग का वर्ग(CLASS)।</a:t>
            </a:r>
          </a:p>
          <a:p>
            <a:pPr marL="342900" indent="-342900" algn="just">
              <a:buFont typeface="+mj-lt"/>
              <a:buAutoNum type="arabicParenR"/>
            </a:pPr>
            <a:r>
              <a:rPr lang="hi-IN" sz="1800" b="1" dirty="0">
                <a:solidFill>
                  <a:schemeClr val="tx1"/>
                </a:solidFill>
                <a:latin typeface="Kokila" panose="020B0604020202020204" pitchFamily="34" charset="0"/>
                <a:cs typeface="Kokila" panose="020B0604020202020204" pitchFamily="34" charset="0"/>
              </a:rPr>
              <a:t>प्रस्तावित पदोन्नति में किसी प्रकार का विधिक स्थगन न होने संबंधी घोषणा।</a:t>
            </a:r>
          </a:p>
          <a:p>
            <a:pPr marL="342900" indent="-342900" algn="just">
              <a:buFont typeface="+mj-lt"/>
              <a:buAutoNum type="arabicParenR"/>
            </a:pPr>
            <a:r>
              <a:rPr lang="hi-IN" sz="1800" b="1" dirty="0">
                <a:solidFill>
                  <a:schemeClr val="tx1"/>
                </a:solidFill>
                <a:latin typeface="Kokila" panose="020B0604020202020204" pitchFamily="34" charset="0"/>
                <a:cs typeface="Kokila" panose="020B0604020202020204" pitchFamily="34" charset="0"/>
              </a:rPr>
              <a:t>DPC हेतु नामित सदस्यों का विवरण. </a:t>
            </a:r>
          </a:p>
          <a:p>
            <a:pPr marL="342900" indent="-342900" algn="just">
              <a:buFont typeface="+mj-lt"/>
              <a:buAutoNum type="arabicParenR"/>
            </a:pPr>
            <a:r>
              <a:rPr lang="hi-IN" sz="1800" b="1" dirty="0">
                <a:solidFill>
                  <a:schemeClr val="tx1"/>
                </a:solidFill>
                <a:latin typeface="Kokila" panose="020B0604020202020204" pitchFamily="34" charset="0"/>
                <a:cs typeface="Kokila" panose="020B0604020202020204" pitchFamily="34" charset="0"/>
              </a:rPr>
              <a:t>उस पदनाम/संवर्ग पर कार्यरत अधिकारियों का विवरण, जिस पर पदोन्नति होनी है। </a:t>
            </a:r>
          </a:p>
          <a:p>
            <a:pPr marL="342900" indent="-342900" algn="just">
              <a:buFont typeface="+mj-lt"/>
              <a:buAutoNum type="arabicParenR"/>
            </a:pPr>
            <a:r>
              <a:rPr lang="hi-IN" sz="1800" b="1" dirty="0">
                <a:solidFill>
                  <a:schemeClr val="tx1"/>
                </a:solidFill>
                <a:latin typeface="Kokila" panose="020B0604020202020204" pitchFamily="34" charset="0"/>
                <a:cs typeface="Kokila" panose="020B0604020202020204" pitchFamily="34" charset="0"/>
              </a:rPr>
              <a:t>संवर्ग जिस पर पदोन्नति होनी है, हेतु स्वीकृत पद संख्या।</a:t>
            </a:r>
          </a:p>
          <a:p>
            <a:pPr marL="342900" indent="-342900" algn="just">
              <a:buFont typeface="+mj-lt"/>
              <a:buAutoNum type="arabicParenR"/>
            </a:pPr>
            <a:r>
              <a:rPr lang="hi-IN" sz="1800" b="1" dirty="0">
                <a:solidFill>
                  <a:schemeClr val="tx1"/>
                </a:solidFill>
                <a:latin typeface="Kokila" panose="020B0604020202020204" pitchFamily="34" charset="0"/>
                <a:cs typeface="Kokila" panose="020B0604020202020204" pitchFamily="34" charset="0"/>
              </a:rPr>
              <a:t>संवर्ग जिससे पदोन्नति होनी है पर कार्यरत अधिकारियों की अंतिम पदक्रम सूची.</a:t>
            </a:r>
          </a:p>
          <a:p>
            <a:pPr marL="342900" indent="-342900" algn="just">
              <a:buFont typeface="+mj-lt"/>
              <a:buAutoNum type="arabicParenR"/>
            </a:pPr>
            <a:r>
              <a:rPr lang="hi-IN" sz="1800" b="1" dirty="0">
                <a:solidFill>
                  <a:schemeClr val="tx1"/>
                </a:solidFill>
                <a:latin typeface="Kokila" panose="020B0604020202020204" pitchFamily="34" charset="0"/>
                <a:cs typeface="Kokila" panose="020B0604020202020204" pitchFamily="34" charset="0"/>
              </a:rPr>
              <a:t>पदनाम/संवर्ग जिससे पदोन्नति होनी है पर कार्यरत अधिकारियों का मूल्यांकन पत्रक</a:t>
            </a:r>
            <a:endParaRPr lang="hi-IN" sz="2800" b="1" dirty="0">
              <a:solidFill>
                <a:schemeClr val="tx1"/>
              </a:solidFill>
              <a:latin typeface="Kokila" panose="020B0604020202020204" pitchFamily="34" charset="0"/>
              <a:cs typeface="Kokila" panose="020B0604020202020204" pitchFamily="34" charset="0"/>
            </a:endParaRPr>
          </a:p>
        </p:txBody>
      </p:sp>
      <p:sp>
        <p:nvSpPr>
          <p:cNvPr id="13" name="Slide Number Placeholder 12">
            <a:extLst>
              <a:ext uri="{FF2B5EF4-FFF2-40B4-BE49-F238E27FC236}">
                <a16:creationId xmlns:a16="http://schemas.microsoft.com/office/drawing/2014/main" id="{41C7E574-79C9-F24C-5439-3F32FD8A82B6}"/>
              </a:ext>
            </a:extLst>
          </p:cNvPr>
          <p:cNvSpPr>
            <a:spLocks noGrp="1"/>
          </p:cNvSpPr>
          <p:nvPr>
            <p:ph type="sldNum" sz="quarter" idx="12"/>
          </p:nvPr>
        </p:nvSpPr>
        <p:spPr/>
        <p:txBody>
          <a:bodyPr/>
          <a:lstStyle/>
          <a:p>
            <a:fld id="{5BFCF61C-3B18-4C03-8326-CC3B32D710C9}" type="slidenum">
              <a:rPr lang="en-US" smtClean="0"/>
              <a:pPr/>
              <a:t>12</a:t>
            </a:fld>
            <a:endParaRPr lang="en-US"/>
          </a:p>
        </p:txBody>
      </p:sp>
    </p:spTree>
    <p:extLst>
      <p:ext uri="{BB962C8B-B14F-4D97-AF65-F5344CB8AC3E}">
        <p14:creationId xmlns:p14="http://schemas.microsoft.com/office/powerpoint/2010/main" val="166636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F826A-A467-B1F7-6770-8EFD476D14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7A0AC-21E0-D13E-4841-7E7923F3B969}"/>
              </a:ext>
            </a:extLst>
          </p:cNvPr>
          <p:cNvSpPr>
            <a:spLocks noGrp="1"/>
          </p:cNvSpPr>
          <p:nvPr>
            <p:ph type="title"/>
          </p:nvPr>
        </p:nvSpPr>
        <p:spPr>
          <a:xfrm>
            <a:off x="0" y="1399032"/>
            <a:ext cx="3048000" cy="1682749"/>
          </a:xfrm>
        </p:spPr>
        <p:txBody>
          <a:bodyPr/>
          <a:lstStyle/>
          <a:p>
            <a:pPr algn="ctr">
              <a:lnSpc>
                <a:spcPct val="150000"/>
              </a:lnSpc>
            </a:pPr>
            <a:r>
              <a:rPr lang="hi-IN" sz="2400" b="1" dirty="0">
                <a:effectLst>
                  <a:outerShdw blurRad="38100" dist="38100" dir="2700000" algn="tl">
                    <a:srgbClr val="000000">
                      <a:alpha val="43137"/>
                    </a:srgbClr>
                  </a:outerShdw>
                </a:effectLst>
              </a:rPr>
              <a:t>DPC PROPOSAL BY AUTHORISED OFFICER</a:t>
            </a:r>
            <a:br>
              <a:rPr lang="hi-IN" sz="2400" b="1" dirty="0">
                <a:effectLst>
                  <a:outerShdw blurRad="38100" dist="38100" dir="2700000" algn="tl">
                    <a:srgbClr val="000000">
                      <a:alpha val="43137"/>
                    </a:srgbClr>
                  </a:outerShdw>
                </a:effectLst>
              </a:rPr>
            </a:br>
            <a:r>
              <a:rPr lang="hi-IN" sz="2400" b="1" dirty="0">
                <a:solidFill>
                  <a:schemeClr val="accent3">
                    <a:lumMod val="50000"/>
                  </a:schemeClr>
                </a:solidFill>
                <a:effectLst>
                  <a:outerShdw blurRad="38100" dist="38100" dir="2700000" algn="tl">
                    <a:srgbClr val="000000">
                      <a:alpha val="43137"/>
                    </a:srgbClr>
                  </a:outerShdw>
                </a:effectLst>
              </a:rPr>
              <a:t>LOGIN</a:t>
            </a:r>
            <a:br>
              <a:rPr lang="en-US" sz="3200" dirty="0"/>
            </a:br>
            <a:endParaRPr lang="en-US" sz="3200" dirty="0"/>
          </a:p>
        </p:txBody>
      </p:sp>
      <p:sp>
        <p:nvSpPr>
          <p:cNvPr id="12" name="Footer Placeholder 11">
            <a:extLst>
              <a:ext uri="{FF2B5EF4-FFF2-40B4-BE49-F238E27FC236}">
                <a16:creationId xmlns:a16="http://schemas.microsoft.com/office/drawing/2014/main" id="{B37C3C49-D625-2E93-8972-7C12CDDCE10D}"/>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9207A9C6-5F51-14F1-967E-A90145D9CE79}"/>
              </a:ext>
            </a:extLst>
          </p:cNvPr>
          <p:cNvSpPr>
            <a:spLocks noGrp="1"/>
          </p:cNvSpPr>
          <p:nvPr>
            <p:ph type="sldNum" sz="quarter" idx="12"/>
          </p:nvPr>
        </p:nvSpPr>
        <p:spPr/>
        <p:txBody>
          <a:bodyPr/>
          <a:lstStyle/>
          <a:p>
            <a:fld id="{5BFCF61C-3B18-4C03-8326-CC3B32D710C9}" type="slidenum">
              <a:rPr lang="en-US" smtClean="0"/>
              <a:pPr/>
              <a:t>13</a:t>
            </a:fld>
            <a:endParaRPr lang="en-US"/>
          </a:p>
        </p:txBody>
      </p:sp>
      <p:sp>
        <p:nvSpPr>
          <p:cNvPr id="3" name="Content Placeholder 2">
            <a:extLst>
              <a:ext uri="{FF2B5EF4-FFF2-40B4-BE49-F238E27FC236}">
                <a16:creationId xmlns:a16="http://schemas.microsoft.com/office/drawing/2014/main" id="{B849D6B7-7036-1EE4-92F9-1FA683CA6F7D}"/>
              </a:ext>
            </a:extLst>
          </p:cNvPr>
          <p:cNvSpPr txBox="1">
            <a:spLocks/>
          </p:cNvSpPr>
          <p:nvPr/>
        </p:nvSpPr>
        <p:spPr>
          <a:xfrm>
            <a:off x="3523960" y="1302849"/>
            <a:ext cx="6515556" cy="3853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endParaRPr lang="en-IN" sz="1800"/>
          </a:p>
          <a:p>
            <a:pPr algn="just">
              <a:buFont typeface="Arial" panose="020B0604020202020204" pitchFamily="34" charset="0"/>
              <a:buNone/>
            </a:pPr>
            <a:endParaRPr lang="en-IN" sz="1800" dirty="0"/>
          </a:p>
        </p:txBody>
      </p:sp>
      <p:grpSp>
        <p:nvGrpSpPr>
          <p:cNvPr id="5" name="Group 4">
            <a:extLst>
              <a:ext uri="{FF2B5EF4-FFF2-40B4-BE49-F238E27FC236}">
                <a16:creationId xmlns:a16="http://schemas.microsoft.com/office/drawing/2014/main" id="{EDF242EA-B666-2C75-D1A0-050E20CAF3A4}"/>
              </a:ext>
            </a:extLst>
          </p:cNvPr>
          <p:cNvGrpSpPr/>
          <p:nvPr/>
        </p:nvGrpSpPr>
        <p:grpSpPr>
          <a:xfrm>
            <a:off x="3731117" y="1219861"/>
            <a:ext cx="7715305" cy="4714264"/>
            <a:chOff x="1142976" y="1571612"/>
            <a:chExt cx="6429420" cy="3715420"/>
          </a:xfrm>
        </p:grpSpPr>
        <p:pic>
          <p:nvPicPr>
            <p:cNvPr id="6" name="Picture 5" descr="LOGIN_FORM.PNG">
              <a:extLst>
                <a:ext uri="{FF2B5EF4-FFF2-40B4-BE49-F238E27FC236}">
                  <a16:creationId xmlns:a16="http://schemas.microsoft.com/office/drawing/2014/main" id="{CF5E6FC5-C60E-FB88-A5BA-62D40EF49DB3}"/>
                </a:ext>
              </a:extLst>
            </p:cNvPr>
            <p:cNvPicPr>
              <a:picLocks noChangeAspect="1"/>
            </p:cNvPicPr>
            <p:nvPr/>
          </p:nvPicPr>
          <p:blipFill>
            <a:blip r:embed="rId3"/>
            <a:stretch>
              <a:fillRect/>
            </a:stretch>
          </p:blipFill>
          <p:spPr>
            <a:xfrm>
              <a:off x="1142976" y="1571612"/>
              <a:ext cx="6429420" cy="3715420"/>
            </a:xfrm>
            <a:prstGeom prst="roundRect">
              <a:avLst>
                <a:gd name="adj" fmla="val 4167"/>
              </a:avLst>
            </a:prstGeom>
            <a:solidFill>
              <a:srgbClr val="FFFFFF"/>
            </a:solidFill>
            <a:ln w="76200" cap="sq">
              <a:solidFill>
                <a:srgbClr val="FF0000"/>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7" name="TextBox 6">
              <a:extLst>
                <a:ext uri="{FF2B5EF4-FFF2-40B4-BE49-F238E27FC236}">
                  <a16:creationId xmlns:a16="http://schemas.microsoft.com/office/drawing/2014/main" id="{F39A5059-DE6B-CE4C-A3C9-D59688324882}"/>
                </a:ext>
              </a:extLst>
            </p:cNvPr>
            <p:cNvSpPr txBox="1"/>
            <p:nvPr/>
          </p:nvSpPr>
          <p:spPr>
            <a:xfrm>
              <a:off x="1142976" y="2500306"/>
              <a:ext cx="6429420" cy="291079"/>
            </a:xfrm>
            <a:prstGeom prst="rect">
              <a:avLst/>
            </a:prstGeom>
            <a:solidFill>
              <a:schemeClr val="tx1">
                <a:lumMod val="75000"/>
                <a:lumOff val="25000"/>
              </a:schemeClr>
            </a:solidFill>
            <a:ln>
              <a:solidFill>
                <a:srgbClr val="FF0000"/>
              </a:solidFill>
            </a:ln>
          </p:spPr>
          <p:txBody>
            <a:bodyPr wrap="square" rtlCol="0">
              <a:spAutoFit/>
            </a:bodyPr>
            <a:lstStyle/>
            <a:p>
              <a:pPr algn="ctr"/>
              <a:r>
                <a:rPr lang="hi-IN" b="1" dirty="0">
                  <a:solidFill>
                    <a:srgbClr val="FF0000"/>
                  </a:solidFill>
                  <a:latin typeface="Arial" pitchFamily="34" charset="0"/>
                  <a:cs typeface="Arial" pitchFamily="34" charset="0"/>
                </a:rPr>
                <a:t>LOGIN PAGE FOR OFFICER AUTHORISED FOR DPC </a:t>
              </a:r>
              <a:endParaRPr lang="en-IN" b="1" dirty="0">
                <a:solidFill>
                  <a:srgbClr val="FF0000"/>
                </a:solidFill>
                <a:latin typeface="Arial" pitchFamily="34" charset="0"/>
                <a:cs typeface="Arial" pitchFamily="34" charset="0"/>
              </a:endParaRPr>
            </a:p>
          </p:txBody>
        </p:sp>
        <p:sp>
          <p:nvSpPr>
            <p:cNvPr id="8" name="TextBox 7">
              <a:extLst>
                <a:ext uri="{FF2B5EF4-FFF2-40B4-BE49-F238E27FC236}">
                  <a16:creationId xmlns:a16="http://schemas.microsoft.com/office/drawing/2014/main" id="{43B7BA61-2FF4-BBF1-4D8B-62E1AD523257}"/>
                </a:ext>
              </a:extLst>
            </p:cNvPr>
            <p:cNvSpPr txBox="1"/>
            <p:nvPr/>
          </p:nvSpPr>
          <p:spPr>
            <a:xfrm>
              <a:off x="1197406" y="3244535"/>
              <a:ext cx="6215106" cy="369332"/>
            </a:xfrm>
            <a:prstGeom prst="rect">
              <a:avLst/>
            </a:prstGeom>
            <a:solidFill>
              <a:schemeClr val="bg1"/>
            </a:solidFill>
            <a:ln>
              <a:solidFill>
                <a:schemeClr val="bg1"/>
              </a:solidFill>
            </a:ln>
          </p:spPr>
          <p:txBody>
            <a:bodyPr wrap="square" rtlCol="0">
              <a:spAutoFit/>
            </a:bodyPr>
            <a:lstStyle/>
            <a:p>
              <a:endParaRPr lang="en-IN" dirty="0"/>
            </a:p>
          </p:txBody>
        </p:sp>
      </p:grpSp>
      <p:sp>
        <p:nvSpPr>
          <p:cNvPr id="9" name="TextBox 8">
            <a:extLst>
              <a:ext uri="{FF2B5EF4-FFF2-40B4-BE49-F238E27FC236}">
                <a16:creationId xmlns:a16="http://schemas.microsoft.com/office/drawing/2014/main" id="{39D33959-AB91-92E8-7A81-41D959ABD638}"/>
              </a:ext>
            </a:extLst>
          </p:cNvPr>
          <p:cNvSpPr txBox="1"/>
          <p:nvPr/>
        </p:nvSpPr>
        <p:spPr>
          <a:xfrm>
            <a:off x="6283634" y="3576993"/>
            <a:ext cx="857256" cy="215444"/>
          </a:xfrm>
          <a:prstGeom prst="rect">
            <a:avLst/>
          </a:prstGeom>
          <a:noFill/>
        </p:spPr>
        <p:txBody>
          <a:bodyPr wrap="square" rtlCol="0">
            <a:spAutoFit/>
          </a:bodyPr>
          <a:lstStyle/>
          <a:p>
            <a:r>
              <a:rPr lang="hi-IN" sz="800" dirty="0"/>
              <a:t>AADHAR  NO</a:t>
            </a:r>
            <a:endParaRPr lang="en-US" sz="800" dirty="0"/>
          </a:p>
        </p:txBody>
      </p:sp>
      <p:sp>
        <p:nvSpPr>
          <p:cNvPr id="10" name="TextBox 9">
            <a:extLst>
              <a:ext uri="{FF2B5EF4-FFF2-40B4-BE49-F238E27FC236}">
                <a16:creationId xmlns:a16="http://schemas.microsoft.com/office/drawing/2014/main" id="{734DE583-B02B-D9FC-44A7-0EAC09769366}"/>
              </a:ext>
            </a:extLst>
          </p:cNvPr>
          <p:cNvSpPr txBox="1"/>
          <p:nvPr/>
        </p:nvSpPr>
        <p:spPr>
          <a:xfrm>
            <a:off x="6712262" y="3833479"/>
            <a:ext cx="428628" cy="215444"/>
          </a:xfrm>
          <a:prstGeom prst="rect">
            <a:avLst/>
          </a:prstGeom>
          <a:noFill/>
        </p:spPr>
        <p:txBody>
          <a:bodyPr wrap="square" rtlCol="0">
            <a:spAutoFit/>
          </a:bodyPr>
          <a:lstStyle/>
          <a:p>
            <a:r>
              <a:rPr lang="hi-IN" sz="800" dirty="0"/>
              <a:t>OTP</a:t>
            </a:r>
            <a:endParaRPr lang="en-US" sz="800" dirty="0"/>
          </a:p>
        </p:txBody>
      </p:sp>
      <p:sp>
        <p:nvSpPr>
          <p:cNvPr id="11" name="TextBox 10">
            <a:extLst>
              <a:ext uri="{FF2B5EF4-FFF2-40B4-BE49-F238E27FC236}">
                <a16:creationId xmlns:a16="http://schemas.microsoft.com/office/drawing/2014/main" id="{D05E81EB-FC81-0BB4-F8F3-9898E9D0E3FD}"/>
              </a:ext>
            </a:extLst>
          </p:cNvPr>
          <p:cNvSpPr txBox="1"/>
          <p:nvPr/>
        </p:nvSpPr>
        <p:spPr>
          <a:xfrm>
            <a:off x="7069452" y="3576993"/>
            <a:ext cx="1857388" cy="230832"/>
          </a:xfrm>
          <a:prstGeom prst="rect">
            <a:avLst/>
          </a:prstGeom>
          <a:noFill/>
          <a:ln>
            <a:solidFill>
              <a:schemeClr val="tx1"/>
            </a:solidFill>
          </a:ln>
        </p:spPr>
        <p:txBody>
          <a:bodyPr wrap="square" rtlCol="0">
            <a:spAutoFit/>
          </a:bodyPr>
          <a:lstStyle/>
          <a:p>
            <a:r>
              <a:rPr lang="en-IN" sz="900" b="1" dirty="0">
                <a:solidFill>
                  <a:schemeClr val="bg1"/>
                </a:solidFill>
                <a:latin typeface="+mj-lt"/>
              </a:rPr>
              <a:t>999048447606</a:t>
            </a:r>
            <a:endParaRPr lang="en-US" sz="900" b="1" dirty="0">
              <a:solidFill>
                <a:schemeClr val="bg1"/>
              </a:solidFill>
              <a:latin typeface="+mj-lt"/>
            </a:endParaRPr>
          </a:p>
        </p:txBody>
      </p:sp>
      <p:sp>
        <p:nvSpPr>
          <p:cNvPr id="14" name="TextBox 13">
            <a:extLst>
              <a:ext uri="{FF2B5EF4-FFF2-40B4-BE49-F238E27FC236}">
                <a16:creationId xmlns:a16="http://schemas.microsoft.com/office/drawing/2014/main" id="{5AC68F7C-FACF-F200-6B59-14AAFFD6624B}"/>
              </a:ext>
            </a:extLst>
          </p:cNvPr>
          <p:cNvSpPr txBox="1"/>
          <p:nvPr/>
        </p:nvSpPr>
        <p:spPr>
          <a:xfrm>
            <a:off x="7069452" y="3833479"/>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pic>
        <p:nvPicPr>
          <p:cNvPr id="15" name="Picture 14" descr="aadhar.png">
            <a:extLst>
              <a:ext uri="{FF2B5EF4-FFF2-40B4-BE49-F238E27FC236}">
                <a16:creationId xmlns:a16="http://schemas.microsoft.com/office/drawing/2014/main" id="{77942AB3-5802-164D-0974-E83E9795FEF0}"/>
              </a:ext>
            </a:extLst>
          </p:cNvPr>
          <p:cNvPicPr>
            <a:picLocks noChangeAspect="1"/>
          </p:cNvPicPr>
          <p:nvPr/>
        </p:nvPicPr>
        <p:blipFill>
          <a:blip r:embed="rId4"/>
          <a:stretch>
            <a:fillRect/>
          </a:stretch>
        </p:blipFill>
        <p:spPr>
          <a:xfrm>
            <a:off x="9712658" y="3362679"/>
            <a:ext cx="857256" cy="551094"/>
          </a:xfrm>
          <a:prstGeom prst="rect">
            <a:avLst/>
          </a:prstGeom>
        </p:spPr>
      </p:pic>
      <p:sp>
        <p:nvSpPr>
          <p:cNvPr id="16" name="TextBox 15">
            <a:extLst>
              <a:ext uri="{FF2B5EF4-FFF2-40B4-BE49-F238E27FC236}">
                <a16:creationId xmlns:a16="http://schemas.microsoft.com/office/drawing/2014/main" id="{935B70A1-54F1-2BB6-DA8B-4BB8DB4B890A}"/>
              </a:ext>
            </a:extLst>
          </p:cNvPr>
          <p:cNvSpPr txBox="1"/>
          <p:nvPr/>
        </p:nvSpPr>
        <p:spPr>
          <a:xfrm>
            <a:off x="7081172" y="4119231"/>
            <a:ext cx="1857388" cy="215444"/>
          </a:xfrm>
          <a:prstGeom prst="rect">
            <a:avLst/>
          </a:prstGeom>
          <a:noFill/>
          <a:ln>
            <a:solidFill>
              <a:schemeClr val="tx1"/>
            </a:solidFill>
          </a:ln>
        </p:spPr>
        <p:txBody>
          <a:bodyPr wrap="square" rtlCol="0">
            <a:spAutoFit/>
          </a:bodyPr>
          <a:lstStyle/>
          <a:p>
            <a:r>
              <a:rPr lang="en-IN" sz="800" b="1" dirty="0" err="1">
                <a:solidFill>
                  <a:schemeClr val="bg1"/>
                </a:solidFill>
              </a:rPr>
              <a:t>AH_HEdu</a:t>
            </a:r>
            <a:endParaRPr lang="en-US" sz="800" b="1" dirty="0">
              <a:solidFill>
                <a:schemeClr val="bg1"/>
              </a:solidFill>
            </a:endParaRPr>
          </a:p>
        </p:txBody>
      </p:sp>
      <p:sp>
        <p:nvSpPr>
          <p:cNvPr id="45" name="TextBox 44">
            <a:extLst>
              <a:ext uri="{FF2B5EF4-FFF2-40B4-BE49-F238E27FC236}">
                <a16:creationId xmlns:a16="http://schemas.microsoft.com/office/drawing/2014/main" id="{26D7600A-2584-9670-ECD1-B2DC98F5F99C}"/>
              </a:ext>
            </a:extLst>
          </p:cNvPr>
          <p:cNvSpPr txBox="1"/>
          <p:nvPr/>
        </p:nvSpPr>
        <p:spPr>
          <a:xfrm>
            <a:off x="7081172" y="4421987"/>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sp>
        <p:nvSpPr>
          <p:cNvPr id="46" name="TextBox 45">
            <a:extLst>
              <a:ext uri="{FF2B5EF4-FFF2-40B4-BE49-F238E27FC236}">
                <a16:creationId xmlns:a16="http://schemas.microsoft.com/office/drawing/2014/main" id="{92B7709D-64E2-5C4F-681E-AACEBC35F7C2}"/>
              </a:ext>
            </a:extLst>
          </p:cNvPr>
          <p:cNvSpPr txBox="1"/>
          <p:nvPr/>
        </p:nvSpPr>
        <p:spPr>
          <a:xfrm>
            <a:off x="9069716" y="3934183"/>
            <a:ext cx="2214578" cy="553998"/>
          </a:xfrm>
          <a:prstGeom prst="rect">
            <a:avLst/>
          </a:prstGeom>
          <a:noFill/>
        </p:spPr>
        <p:txBody>
          <a:bodyPr wrap="square" rtlCol="0">
            <a:spAutoFit/>
          </a:bodyPr>
          <a:lstStyle/>
          <a:p>
            <a:r>
              <a:rPr lang="en-IN" sz="1000" b="1" dirty="0"/>
              <a:t>By providing </a:t>
            </a:r>
            <a:r>
              <a:rPr lang="en-IN" sz="1000" b="1" dirty="0" err="1"/>
              <a:t>Aadhar</a:t>
            </a:r>
            <a:r>
              <a:rPr lang="en-IN" sz="1000" b="1" dirty="0"/>
              <a:t> No. And </a:t>
            </a:r>
            <a:r>
              <a:rPr lang="en-IN" sz="1000" b="1" dirty="0" err="1"/>
              <a:t>Aadhar</a:t>
            </a:r>
            <a:r>
              <a:rPr lang="en-IN" sz="1000" b="1" dirty="0"/>
              <a:t> </a:t>
            </a:r>
            <a:r>
              <a:rPr lang="en-IN" sz="1000" b="1" dirty="0" err="1"/>
              <a:t>OTP</a:t>
            </a:r>
            <a:r>
              <a:rPr lang="en-IN" sz="1000" b="1" dirty="0"/>
              <a:t> you are digitally signing  th</a:t>
            </a:r>
            <a:r>
              <a:rPr lang="en-IN" sz="1000" dirty="0"/>
              <a:t>e content.</a:t>
            </a:r>
            <a:endParaRPr lang="en-US" sz="1000" b="1" dirty="0"/>
          </a:p>
        </p:txBody>
      </p:sp>
      <p:pic>
        <p:nvPicPr>
          <p:cNvPr id="47" name="Picture 46" descr="MOBILE.jpg">
            <a:extLst>
              <a:ext uri="{FF2B5EF4-FFF2-40B4-BE49-F238E27FC236}">
                <a16:creationId xmlns:a16="http://schemas.microsoft.com/office/drawing/2014/main" id="{A805056D-6712-C84D-DCCC-75A3C68ED61B}"/>
              </a:ext>
            </a:extLst>
          </p:cNvPr>
          <p:cNvPicPr>
            <a:picLocks noChangeAspect="1"/>
          </p:cNvPicPr>
          <p:nvPr/>
        </p:nvPicPr>
        <p:blipFill>
          <a:blip r:embed="rId5" cstate="print"/>
          <a:stretch>
            <a:fillRect/>
          </a:stretch>
        </p:blipFill>
        <p:spPr>
          <a:xfrm>
            <a:off x="4426246" y="3451479"/>
            <a:ext cx="592936" cy="1143008"/>
          </a:xfrm>
          <a:prstGeom prst="rect">
            <a:avLst/>
          </a:prstGeom>
        </p:spPr>
      </p:pic>
      <p:sp>
        <p:nvSpPr>
          <p:cNvPr id="48" name="Left Arrow 22">
            <a:extLst>
              <a:ext uri="{FF2B5EF4-FFF2-40B4-BE49-F238E27FC236}">
                <a16:creationId xmlns:a16="http://schemas.microsoft.com/office/drawing/2014/main" id="{AF27B4F9-F996-8AF1-421C-655AA88AC023}"/>
              </a:ext>
            </a:extLst>
          </p:cNvPr>
          <p:cNvSpPr/>
          <p:nvPr/>
        </p:nvSpPr>
        <p:spPr>
          <a:xfrm>
            <a:off x="4997750" y="3620295"/>
            <a:ext cx="1285884" cy="99574"/>
          </a:xfrm>
          <a:prstGeom prst="lef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ight Arrow 23">
            <a:extLst>
              <a:ext uri="{FF2B5EF4-FFF2-40B4-BE49-F238E27FC236}">
                <a16:creationId xmlns:a16="http://schemas.microsoft.com/office/drawing/2014/main" id="{2504033E-524F-1787-226D-0879E9D2F4A8}"/>
              </a:ext>
            </a:extLst>
          </p:cNvPr>
          <p:cNvSpPr/>
          <p:nvPr/>
        </p:nvSpPr>
        <p:spPr>
          <a:xfrm>
            <a:off x="5069188" y="3862745"/>
            <a:ext cx="1643074" cy="115838"/>
          </a:xfrm>
          <a:prstGeom prst="righ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5344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iterate type="lt">
                                    <p:tmPct val="10000"/>
                                  </p:iterate>
                                  <p:childTnLst>
                                    <p:animClr clrSpc="rgb" dir="cw">
                                      <p:cBhvr override="childStyle">
                                        <p:cTn id="6" dur="500" fill="hold"/>
                                        <p:tgtEl>
                                          <p:spTgt spid="11"/>
                                        </p:tgtEl>
                                        <p:attrNameLst>
                                          <p:attrName>style.color</p:attrName>
                                        </p:attrNameLst>
                                      </p:cBhvr>
                                      <p:to>
                                        <a:schemeClr val="tx1"/>
                                      </p:to>
                                    </p:animClr>
                                  </p:childTnLst>
                                </p:cTn>
                              </p:par>
                            </p:childTnLst>
                          </p:cTn>
                        </p:par>
                        <p:par>
                          <p:cTn id="7" fill="hold">
                            <p:stCondLst>
                              <p:cond delay="1050"/>
                            </p:stCondLst>
                            <p:childTnLst>
                              <p:par>
                                <p:cTn id="8" presetID="22" presetClass="entr" presetSubtype="2" fill="hold" grpId="0" nodeType="after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wipe(right)">
                                      <p:cBhvr>
                                        <p:cTn id="10" dur="500"/>
                                        <p:tgtEl>
                                          <p:spTgt spid="48"/>
                                        </p:tgtEl>
                                      </p:cBhvr>
                                    </p:animEffect>
                                  </p:childTnLst>
                                </p:cTn>
                              </p:par>
                            </p:childTnLst>
                          </p:cTn>
                        </p:par>
                        <p:par>
                          <p:cTn id="11" fill="hold">
                            <p:stCondLst>
                              <p:cond delay="1550"/>
                            </p:stCondLst>
                            <p:childTnLst>
                              <p:par>
                                <p:cTn id="12" presetID="26" presetClass="emph" presetSubtype="0" fill="hold" nodeType="afterEffect">
                                  <p:stCondLst>
                                    <p:cond delay="0"/>
                                  </p:stCondLst>
                                  <p:childTnLst>
                                    <p:animEffect transition="out" filter="fade">
                                      <p:cBhvr>
                                        <p:cTn id="13" dur="500" tmFilter="0, 0; .2, .5; .8, .5; 1, 0"/>
                                        <p:tgtEl>
                                          <p:spTgt spid="47"/>
                                        </p:tgtEl>
                                      </p:cBhvr>
                                    </p:animEffect>
                                    <p:animScale>
                                      <p:cBhvr>
                                        <p:cTn id="14" dur="250" autoRev="1" fill="hold"/>
                                        <p:tgtEl>
                                          <p:spTgt spid="47"/>
                                        </p:tgtEl>
                                      </p:cBhvr>
                                      <p:by x="105000" y="105000"/>
                                    </p:animScale>
                                  </p:childTnLst>
                                </p:cTn>
                              </p:par>
                            </p:childTnLst>
                          </p:cTn>
                        </p:par>
                        <p:par>
                          <p:cTn id="15" fill="hold">
                            <p:stCondLst>
                              <p:cond delay="2050"/>
                            </p:stCondLst>
                            <p:childTnLst>
                              <p:par>
                                <p:cTn id="16" presetID="22" presetClass="entr" presetSubtype="8" fill="hold" grpId="0" nodeType="after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wipe(left)">
                                      <p:cBhvr>
                                        <p:cTn id="18" dur="500"/>
                                        <p:tgtEl>
                                          <p:spTgt spid="49"/>
                                        </p:tgtEl>
                                      </p:cBhvr>
                                    </p:animEffect>
                                  </p:childTnLst>
                                </p:cTn>
                              </p:par>
                            </p:childTnLst>
                          </p:cTn>
                        </p:par>
                        <p:par>
                          <p:cTn id="19" fill="hold">
                            <p:stCondLst>
                              <p:cond delay="2550"/>
                            </p:stCondLst>
                            <p:childTnLst>
                              <p:par>
                                <p:cTn id="20" presetID="3" presetClass="emph" presetSubtype="2" fill="hold" grpId="0" nodeType="afterEffect">
                                  <p:stCondLst>
                                    <p:cond delay="0"/>
                                  </p:stCondLst>
                                  <p:iterate type="lt">
                                    <p:tmPct val="10000"/>
                                  </p:iterate>
                                  <p:childTnLst>
                                    <p:animClr clrSpc="rgb" dir="cw">
                                      <p:cBhvr override="childStyle">
                                        <p:cTn id="21" dur="500" fill="hold"/>
                                        <p:tgtEl>
                                          <p:spTgt spid="14"/>
                                        </p:tgtEl>
                                        <p:attrNameLst>
                                          <p:attrName>style.color</p:attrName>
                                        </p:attrNameLst>
                                      </p:cBhvr>
                                      <p:to>
                                        <a:schemeClr val="tx1"/>
                                      </p:to>
                                    </p:animClr>
                                  </p:childTnLst>
                                </p:cTn>
                              </p:par>
                            </p:childTnLst>
                          </p:cTn>
                        </p:par>
                        <p:par>
                          <p:cTn id="22" fill="hold">
                            <p:stCondLst>
                              <p:cond delay="3500"/>
                            </p:stCondLst>
                            <p:childTnLst>
                              <p:par>
                                <p:cTn id="23" presetID="3" presetClass="emph" presetSubtype="2" fill="hold" grpId="0" nodeType="afterEffect">
                                  <p:stCondLst>
                                    <p:cond delay="0"/>
                                  </p:stCondLst>
                                  <p:iterate type="lt">
                                    <p:tmPct val="10000"/>
                                  </p:iterate>
                                  <p:childTnLst>
                                    <p:animClr clrSpc="rgb" dir="cw">
                                      <p:cBhvr override="childStyle">
                                        <p:cTn id="24" dur="500" fill="hold"/>
                                        <p:tgtEl>
                                          <p:spTgt spid="16"/>
                                        </p:tgtEl>
                                        <p:attrNameLst>
                                          <p:attrName>style.color</p:attrName>
                                        </p:attrNameLst>
                                      </p:cBhvr>
                                      <p:to>
                                        <a:schemeClr val="tx1"/>
                                      </p:to>
                                    </p:animClr>
                                  </p:childTnLst>
                                </p:cTn>
                              </p:par>
                            </p:childTnLst>
                          </p:cTn>
                        </p:par>
                        <p:par>
                          <p:cTn id="25" fill="hold">
                            <p:stCondLst>
                              <p:cond delay="4300"/>
                            </p:stCondLst>
                            <p:childTnLst>
                              <p:par>
                                <p:cTn id="26" presetID="3" presetClass="emph" presetSubtype="2" fill="hold" grpId="0" nodeType="afterEffect">
                                  <p:stCondLst>
                                    <p:cond delay="0"/>
                                  </p:stCondLst>
                                  <p:iterate type="lt">
                                    <p:tmPct val="10000"/>
                                  </p:iterate>
                                  <p:childTnLst>
                                    <p:animClr clrSpc="rgb" dir="cw">
                                      <p:cBhvr override="childStyle">
                                        <p:cTn id="27" dur="500" fill="hold"/>
                                        <p:tgtEl>
                                          <p:spTgt spid="45"/>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6" grpId="0" animBg="1"/>
      <p:bldP spid="45" grpId="0" animBg="1"/>
      <p:bldP spid="48" grpId="0" animBg="1"/>
      <p:bldP spid="4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750A0-162D-FC2A-647A-C015F6071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3CAA2-5F72-B36B-9FDA-B5A895D1D941}"/>
              </a:ext>
            </a:extLst>
          </p:cNvPr>
          <p:cNvSpPr>
            <a:spLocks noGrp="1"/>
          </p:cNvSpPr>
          <p:nvPr>
            <p:ph type="title"/>
          </p:nvPr>
        </p:nvSpPr>
        <p:spPr>
          <a:xfrm>
            <a:off x="0" y="1399032"/>
            <a:ext cx="3048000" cy="1682749"/>
          </a:xfrm>
        </p:spPr>
        <p:txBody>
          <a:bodyPr/>
          <a:lstStyle/>
          <a:p>
            <a:pPr algn="ctr">
              <a:lnSpc>
                <a:spcPct val="150000"/>
              </a:lnSpc>
            </a:pPr>
            <a:r>
              <a:rPr lang="hi-IN" sz="2400" b="1" dirty="0">
                <a:effectLst>
                  <a:outerShdw blurRad="38100" dist="38100" dir="2700000" algn="tl">
                    <a:srgbClr val="000000">
                      <a:alpha val="43137"/>
                    </a:srgbClr>
                  </a:outerShdw>
                </a:effectLst>
              </a:rPr>
              <a:t>DPC PROPOSAL BY AUTHORISED OFFICER</a:t>
            </a:r>
            <a:br>
              <a:rPr lang="hi-IN" sz="2400" b="1" dirty="0">
                <a:effectLst>
                  <a:outerShdw blurRad="38100" dist="38100" dir="2700000" algn="tl">
                    <a:srgbClr val="000000">
                      <a:alpha val="43137"/>
                    </a:srgbClr>
                  </a:outerShdw>
                </a:effectLst>
              </a:rPr>
            </a:br>
            <a:r>
              <a:rPr lang="hi-IN" sz="2400" b="1" dirty="0">
                <a:solidFill>
                  <a:schemeClr val="accent3">
                    <a:lumMod val="50000"/>
                  </a:schemeClr>
                </a:solidFill>
                <a:effectLst>
                  <a:outerShdw blurRad="38100" dist="38100" dir="2700000" algn="tl">
                    <a:srgbClr val="000000">
                      <a:alpha val="43137"/>
                    </a:srgbClr>
                  </a:outerShdw>
                </a:effectLst>
              </a:rPr>
              <a:t>SELECTION OF POSTS</a:t>
            </a:r>
            <a:br>
              <a:rPr lang="en-US" sz="3200" dirty="0"/>
            </a:br>
            <a:endParaRPr lang="en-US" sz="3200" dirty="0"/>
          </a:p>
        </p:txBody>
      </p:sp>
      <p:sp>
        <p:nvSpPr>
          <p:cNvPr id="12" name="Footer Placeholder 11">
            <a:extLst>
              <a:ext uri="{FF2B5EF4-FFF2-40B4-BE49-F238E27FC236}">
                <a16:creationId xmlns:a16="http://schemas.microsoft.com/office/drawing/2014/main" id="{AB2EB640-F5A7-5E9F-166C-15D063CA969A}"/>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4BB779DB-3906-DCD4-4528-CD1B101B7DBA}"/>
              </a:ext>
            </a:extLst>
          </p:cNvPr>
          <p:cNvSpPr>
            <a:spLocks noGrp="1"/>
          </p:cNvSpPr>
          <p:nvPr>
            <p:ph type="sldNum" sz="quarter" idx="12"/>
          </p:nvPr>
        </p:nvSpPr>
        <p:spPr/>
        <p:txBody>
          <a:bodyPr/>
          <a:lstStyle/>
          <a:p>
            <a:fld id="{5BFCF61C-3B18-4C03-8326-CC3B32D710C9}" type="slidenum">
              <a:rPr lang="en-US" smtClean="0"/>
              <a:pPr/>
              <a:t>14</a:t>
            </a:fld>
            <a:endParaRPr lang="en-US"/>
          </a:p>
        </p:txBody>
      </p:sp>
      <p:sp>
        <p:nvSpPr>
          <p:cNvPr id="25" name="Rectangle 24">
            <a:extLst>
              <a:ext uri="{FF2B5EF4-FFF2-40B4-BE49-F238E27FC236}">
                <a16:creationId xmlns:a16="http://schemas.microsoft.com/office/drawing/2014/main" id="{6B594CB5-43B0-B63D-50D3-3F6DFE0405E4}"/>
              </a:ext>
            </a:extLst>
          </p:cNvPr>
          <p:cNvSpPr/>
          <p:nvPr/>
        </p:nvSpPr>
        <p:spPr>
          <a:xfrm>
            <a:off x="3366076" y="805693"/>
            <a:ext cx="8429684" cy="5072098"/>
          </a:xfrm>
          <a:prstGeom prst="rect">
            <a:avLst/>
          </a:prstGeom>
          <a:ln/>
        </p:spPr>
        <p:style>
          <a:lnRef idx="0">
            <a:schemeClr val="accent5"/>
          </a:lnRef>
          <a:fillRef idx="3">
            <a:schemeClr val="accent5"/>
          </a:fillRef>
          <a:effectRef idx="3">
            <a:schemeClr val="accent5"/>
          </a:effectRef>
          <a:fontRef idx="minor">
            <a:schemeClr val="lt1"/>
          </a:fontRef>
        </p:style>
        <p:txBody>
          <a:bodyPr rtlCol="0" anchor="t"/>
          <a:lstStyle/>
          <a:p>
            <a:pPr algn="just"/>
            <a:endParaRPr lang="en-US" dirty="0">
              <a:solidFill>
                <a:srgbClr val="0070C0"/>
              </a:solidFill>
            </a:endParaRPr>
          </a:p>
        </p:txBody>
      </p:sp>
      <p:sp>
        <p:nvSpPr>
          <p:cNvPr id="26" name="Content Placeholder 2">
            <a:extLst>
              <a:ext uri="{FF2B5EF4-FFF2-40B4-BE49-F238E27FC236}">
                <a16:creationId xmlns:a16="http://schemas.microsoft.com/office/drawing/2014/main" id="{2A22DFC0-DE35-3ED1-F1BF-29F9B63277DA}"/>
              </a:ext>
            </a:extLst>
          </p:cNvPr>
          <p:cNvSpPr txBox="1">
            <a:spLocks/>
          </p:cNvSpPr>
          <p:nvPr/>
        </p:nvSpPr>
        <p:spPr>
          <a:xfrm>
            <a:off x="3494254" y="1318729"/>
            <a:ext cx="6515556" cy="3853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hi-IN" sz="2000" b="1" dirty="0">
                <a:latin typeface="Kokila" panose="020B0604020202020204" pitchFamily="34" charset="0"/>
                <a:cs typeface="Kokila" panose="020B0604020202020204" pitchFamily="34" charset="0"/>
              </a:rPr>
              <a:t>पद नाम जिस हेतु पदोन्नति प्रस्ताव प्रस्तुत किया जाना है </a:t>
            </a:r>
            <a:r>
              <a:rPr lang="hi-IN" sz="1600" b="1" dirty="0"/>
              <a:t>-</a:t>
            </a:r>
            <a:r>
              <a:rPr lang="hi-IN" sz="1600" dirty="0"/>
              <a:t> </a:t>
            </a:r>
            <a:r>
              <a:rPr lang="en-IN" sz="1600" dirty="0"/>
              <a:t> </a:t>
            </a:r>
          </a:p>
          <a:p>
            <a:pPr algn="just">
              <a:buFont typeface="Arial" panose="020B0604020202020204" pitchFamily="34" charset="0"/>
              <a:buNone/>
            </a:pPr>
            <a:endParaRPr lang="en-IN" sz="1600" dirty="0"/>
          </a:p>
          <a:p>
            <a:pPr algn="just">
              <a:buFont typeface="Arial" panose="020B0604020202020204" pitchFamily="34" charset="0"/>
              <a:buNone/>
            </a:pPr>
            <a:endParaRPr lang="en-IN" sz="1600" dirty="0"/>
          </a:p>
        </p:txBody>
      </p:sp>
      <p:sp>
        <p:nvSpPr>
          <p:cNvPr id="27" name="Rounded Rectangle 11">
            <a:extLst>
              <a:ext uri="{FF2B5EF4-FFF2-40B4-BE49-F238E27FC236}">
                <a16:creationId xmlns:a16="http://schemas.microsoft.com/office/drawing/2014/main" id="{92955401-2D3B-7B3A-E17A-377AF9C1850C}"/>
              </a:ext>
            </a:extLst>
          </p:cNvPr>
          <p:cNvSpPr/>
          <p:nvPr/>
        </p:nvSpPr>
        <p:spPr>
          <a:xfrm>
            <a:off x="9724058" y="5163411"/>
            <a:ext cx="1571636"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i-IN" dirty="0"/>
              <a:t>NEXT</a:t>
            </a:r>
            <a:endParaRPr lang="en-IN" dirty="0"/>
          </a:p>
        </p:txBody>
      </p:sp>
      <p:sp>
        <p:nvSpPr>
          <p:cNvPr id="28" name="Rounded Rectangle 12">
            <a:extLst>
              <a:ext uri="{FF2B5EF4-FFF2-40B4-BE49-F238E27FC236}">
                <a16:creationId xmlns:a16="http://schemas.microsoft.com/office/drawing/2014/main" id="{B008EEB6-C21F-352E-A1B5-DCA351A52C52}"/>
              </a:ext>
            </a:extLst>
          </p:cNvPr>
          <p:cNvSpPr/>
          <p:nvPr/>
        </p:nvSpPr>
        <p:spPr>
          <a:xfrm>
            <a:off x="7795232" y="5163411"/>
            <a:ext cx="1571636"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i-IN" dirty="0"/>
              <a:t>SAVE</a:t>
            </a:r>
            <a:endParaRPr lang="en-IN" dirty="0"/>
          </a:p>
        </p:txBody>
      </p:sp>
      <p:sp>
        <p:nvSpPr>
          <p:cNvPr id="29" name="Rounded Rectangle 13">
            <a:extLst>
              <a:ext uri="{FF2B5EF4-FFF2-40B4-BE49-F238E27FC236}">
                <a16:creationId xmlns:a16="http://schemas.microsoft.com/office/drawing/2014/main" id="{4E077395-9ACB-4548-3344-2139319277CE}"/>
              </a:ext>
            </a:extLst>
          </p:cNvPr>
          <p:cNvSpPr/>
          <p:nvPr/>
        </p:nvSpPr>
        <p:spPr>
          <a:xfrm>
            <a:off x="5794968" y="5163411"/>
            <a:ext cx="1571636"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i-IN" dirty="0"/>
              <a:t>EDIT</a:t>
            </a:r>
            <a:endParaRPr lang="en-IN" dirty="0"/>
          </a:p>
        </p:txBody>
      </p:sp>
      <p:sp>
        <p:nvSpPr>
          <p:cNvPr id="30" name="Rounded Rectangle 14">
            <a:extLst>
              <a:ext uri="{FF2B5EF4-FFF2-40B4-BE49-F238E27FC236}">
                <a16:creationId xmlns:a16="http://schemas.microsoft.com/office/drawing/2014/main" id="{6C661003-71F3-3581-237F-B85857C96811}"/>
              </a:ext>
            </a:extLst>
          </p:cNvPr>
          <p:cNvSpPr/>
          <p:nvPr/>
        </p:nvSpPr>
        <p:spPr>
          <a:xfrm>
            <a:off x="3866142" y="5163411"/>
            <a:ext cx="1571636" cy="571504"/>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dirty="0"/>
              <a:t>RESET</a:t>
            </a:r>
          </a:p>
        </p:txBody>
      </p:sp>
      <p:sp>
        <p:nvSpPr>
          <p:cNvPr id="31" name="TextBox 30">
            <a:extLst>
              <a:ext uri="{FF2B5EF4-FFF2-40B4-BE49-F238E27FC236}">
                <a16:creationId xmlns:a16="http://schemas.microsoft.com/office/drawing/2014/main" id="{570E56DC-DF9E-D318-ECEA-8D4C742D0A18}"/>
              </a:ext>
            </a:extLst>
          </p:cNvPr>
          <p:cNvSpPr txBox="1"/>
          <p:nvPr/>
        </p:nvSpPr>
        <p:spPr>
          <a:xfrm>
            <a:off x="8866802" y="1260109"/>
            <a:ext cx="2497982" cy="369332"/>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r>
              <a:rPr lang="en-IN" dirty="0"/>
              <a:t>POST</a:t>
            </a:r>
          </a:p>
        </p:txBody>
      </p:sp>
      <p:sp>
        <p:nvSpPr>
          <p:cNvPr id="32" name="TextBox 31">
            <a:extLst>
              <a:ext uri="{FF2B5EF4-FFF2-40B4-BE49-F238E27FC236}">
                <a16:creationId xmlns:a16="http://schemas.microsoft.com/office/drawing/2014/main" id="{81390F16-3538-7D2F-8171-15A312841F30}"/>
              </a:ext>
            </a:extLst>
          </p:cNvPr>
          <p:cNvSpPr txBox="1"/>
          <p:nvPr/>
        </p:nvSpPr>
        <p:spPr>
          <a:xfrm>
            <a:off x="8866802" y="1591511"/>
            <a:ext cx="2500330" cy="738664"/>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hi-IN" sz="1400" dirty="0"/>
              <a:t>DEPUTY SECRETARY</a:t>
            </a:r>
          </a:p>
          <a:p>
            <a:r>
              <a:rPr lang="hi-IN" sz="1400" dirty="0"/>
              <a:t>UNDER SECRETARY</a:t>
            </a:r>
          </a:p>
          <a:p>
            <a:r>
              <a:rPr lang="hi-IN" sz="1400" dirty="0"/>
              <a:t>SECTION OFFICER</a:t>
            </a:r>
            <a:endParaRPr lang="en-IN" sz="1400" dirty="0"/>
          </a:p>
        </p:txBody>
      </p:sp>
      <p:sp>
        <p:nvSpPr>
          <p:cNvPr id="33" name="TextBox 32">
            <a:extLst>
              <a:ext uri="{FF2B5EF4-FFF2-40B4-BE49-F238E27FC236}">
                <a16:creationId xmlns:a16="http://schemas.microsoft.com/office/drawing/2014/main" id="{4774616D-417E-8426-5147-4DE6DCA1CE71}"/>
              </a:ext>
            </a:extLst>
          </p:cNvPr>
          <p:cNvSpPr txBox="1"/>
          <p:nvPr/>
        </p:nvSpPr>
        <p:spPr>
          <a:xfrm>
            <a:off x="8866802" y="1234321"/>
            <a:ext cx="2497982" cy="369332"/>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hi-IN" sz="1200" b="1" dirty="0"/>
              <a:t>DEPUTY SECRETARY</a:t>
            </a:r>
            <a:r>
              <a:rPr lang="hi-IN" dirty="0"/>
              <a:t> </a:t>
            </a:r>
            <a:endParaRPr lang="en-IN" dirty="0"/>
          </a:p>
        </p:txBody>
      </p:sp>
      <p:sp>
        <p:nvSpPr>
          <p:cNvPr id="34" name="Isosceles Triangle 33">
            <a:extLst>
              <a:ext uri="{FF2B5EF4-FFF2-40B4-BE49-F238E27FC236}">
                <a16:creationId xmlns:a16="http://schemas.microsoft.com/office/drawing/2014/main" id="{6D25C397-B378-2ABC-C169-1F07EAC33225}"/>
              </a:ext>
            </a:extLst>
          </p:cNvPr>
          <p:cNvSpPr/>
          <p:nvPr/>
        </p:nvSpPr>
        <p:spPr>
          <a:xfrm rot="10800000">
            <a:off x="10795628" y="1305759"/>
            <a:ext cx="500066" cy="214314"/>
          </a:xfrm>
          <a:prstGeom prst="triangl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IN"/>
          </a:p>
        </p:txBody>
      </p:sp>
      <p:pic>
        <p:nvPicPr>
          <p:cNvPr id="35" name="Picture 34" descr="POINTER.png">
            <a:extLst>
              <a:ext uri="{FF2B5EF4-FFF2-40B4-BE49-F238E27FC236}">
                <a16:creationId xmlns:a16="http://schemas.microsoft.com/office/drawing/2014/main" id="{A1775F4A-1F7F-CDD5-52F5-BAE09C46735A}"/>
              </a:ext>
            </a:extLst>
          </p:cNvPr>
          <p:cNvPicPr>
            <a:picLocks noChangeAspect="1"/>
          </p:cNvPicPr>
          <p:nvPr/>
        </p:nvPicPr>
        <p:blipFill>
          <a:blip r:embed="rId2" cstate="print"/>
          <a:stretch>
            <a:fillRect/>
          </a:stretch>
        </p:blipFill>
        <p:spPr>
          <a:xfrm>
            <a:off x="11009942" y="1377197"/>
            <a:ext cx="393819" cy="393819"/>
          </a:xfrm>
          <a:prstGeom prst="rect">
            <a:avLst/>
          </a:prstGeom>
          <a:noFill/>
          <a:ln>
            <a:noFill/>
          </a:ln>
        </p:spPr>
        <p:style>
          <a:lnRef idx="0">
            <a:scrgbClr r="0" g="0" b="0"/>
          </a:lnRef>
          <a:fillRef idx="0">
            <a:scrgbClr r="0" g="0" b="0"/>
          </a:fillRef>
          <a:effectRef idx="0">
            <a:scrgbClr r="0" g="0" b="0"/>
          </a:effectRef>
          <a:fontRef idx="minor">
            <a:schemeClr val="dk1"/>
          </a:fontRef>
        </p:style>
      </p:pic>
      <p:sp>
        <p:nvSpPr>
          <p:cNvPr id="36" name="Content Placeholder 2">
            <a:extLst>
              <a:ext uri="{FF2B5EF4-FFF2-40B4-BE49-F238E27FC236}">
                <a16:creationId xmlns:a16="http://schemas.microsoft.com/office/drawing/2014/main" id="{002D06B8-B1A0-87D8-7742-B029DF711BC3}"/>
              </a:ext>
            </a:extLst>
          </p:cNvPr>
          <p:cNvSpPr txBox="1">
            <a:spLocks/>
          </p:cNvSpPr>
          <p:nvPr/>
        </p:nvSpPr>
        <p:spPr>
          <a:xfrm>
            <a:off x="3494254" y="4591908"/>
            <a:ext cx="7872878" cy="428627"/>
          </a:xfrm>
          <a:prstGeom prst="rect">
            <a:avLst/>
          </a:prstGeom>
        </p:spPr>
        <p:txBody>
          <a:bodyPr vert="horz">
            <a:normAutofit/>
          </a:bodyPr>
          <a:lstStyle/>
          <a:p>
            <a:pPr marL="274320" indent="-274320">
              <a:lnSpc>
                <a:spcPct val="90000"/>
              </a:lnSpc>
              <a:spcBef>
                <a:spcPct val="20000"/>
              </a:spcBef>
              <a:buClr>
                <a:schemeClr val="accent3"/>
              </a:buClr>
              <a:buSzPct val="95000"/>
              <a:buFont typeface="Wingdings"/>
              <a:buNone/>
              <a:defRPr/>
            </a:pPr>
            <a:r>
              <a:rPr lang="hi-IN" sz="2000" b="1" dirty="0">
                <a:latin typeface="Kokila" panose="020B0604020202020204" pitchFamily="34" charset="0"/>
                <a:cs typeface="Kokila" panose="020B0604020202020204" pitchFamily="34" charset="0"/>
              </a:rPr>
              <a:t>क्या प्रस्ताव सम्बन्धी किसी प्रकार का विधिक स्थगन अथवा रोक प्रभावशील है  - नहीं </a:t>
            </a:r>
            <a:endParaRPr lang="en-IN" sz="2000" b="1" dirty="0">
              <a:latin typeface="Kokila" panose="020B0604020202020204" pitchFamily="34" charset="0"/>
              <a:cs typeface="Kokila" panose="020B0604020202020204" pitchFamily="34" charset="0"/>
            </a:endParaRPr>
          </a:p>
          <a:p>
            <a:pPr marL="274320" marR="0" lvl="0" indent="-274320" fontAlgn="auto">
              <a:lnSpc>
                <a:spcPct val="90000"/>
              </a:lnSpc>
              <a:spcBef>
                <a:spcPct val="20000"/>
              </a:spcBef>
              <a:spcAft>
                <a:spcPts val="0"/>
              </a:spcAft>
              <a:buClr>
                <a:schemeClr val="accent3"/>
              </a:buClr>
              <a:buSzPct val="95000"/>
              <a:buFont typeface="Wingdings"/>
              <a:buNone/>
              <a:tabLst/>
              <a:defRPr/>
            </a:pPr>
            <a:endParaRPr lang="en-IN" sz="2000" b="1" dirty="0">
              <a:latin typeface="Kokila" panose="020B0604020202020204" pitchFamily="34" charset="0"/>
              <a:cs typeface="Kokila" panose="020B0604020202020204" pitchFamily="34" charset="0"/>
            </a:endParaRPr>
          </a:p>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37" name="Oval 36">
            <a:extLst>
              <a:ext uri="{FF2B5EF4-FFF2-40B4-BE49-F238E27FC236}">
                <a16:creationId xmlns:a16="http://schemas.microsoft.com/office/drawing/2014/main" id="{5A6F97EC-0566-65C1-EBF9-34BB8988EFE2}"/>
              </a:ext>
            </a:extLst>
          </p:cNvPr>
          <p:cNvSpPr/>
          <p:nvPr/>
        </p:nvSpPr>
        <p:spPr>
          <a:xfrm>
            <a:off x="9810194" y="4635210"/>
            <a:ext cx="214314" cy="214314"/>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8" name="Picture 37" descr="POINTER.png">
            <a:extLst>
              <a:ext uri="{FF2B5EF4-FFF2-40B4-BE49-F238E27FC236}">
                <a16:creationId xmlns:a16="http://schemas.microsoft.com/office/drawing/2014/main" id="{6D5953B3-2C90-4C72-A52D-0EAEA360701B}"/>
              </a:ext>
            </a:extLst>
          </p:cNvPr>
          <p:cNvPicPr>
            <a:picLocks noChangeAspect="1"/>
          </p:cNvPicPr>
          <p:nvPr/>
        </p:nvPicPr>
        <p:blipFill>
          <a:blip r:embed="rId2" cstate="print"/>
          <a:stretch>
            <a:fillRect/>
          </a:stretch>
        </p:blipFill>
        <p:spPr>
          <a:xfrm>
            <a:off x="11224256" y="4011034"/>
            <a:ext cx="393819" cy="393819"/>
          </a:xfrm>
          <a:prstGeom prst="rect">
            <a:avLst/>
          </a:prstGeom>
        </p:spPr>
      </p:pic>
      <p:sp>
        <p:nvSpPr>
          <p:cNvPr id="39" name="TextBox 38">
            <a:extLst>
              <a:ext uri="{FF2B5EF4-FFF2-40B4-BE49-F238E27FC236}">
                <a16:creationId xmlns:a16="http://schemas.microsoft.com/office/drawing/2014/main" id="{0908D51B-1BC8-49AA-DC1E-F9E767BD122B}"/>
              </a:ext>
            </a:extLst>
          </p:cNvPr>
          <p:cNvSpPr txBox="1"/>
          <p:nvPr/>
        </p:nvSpPr>
        <p:spPr>
          <a:xfrm>
            <a:off x="3580390" y="3234960"/>
            <a:ext cx="3871347" cy="369332"/>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r>
              <a:rPr lang="en-IN" dirty="0"/>
              <a:t>TYPE OF DPC</a:t>
            </a:r>
          </a:p>
        </p:txBody>
      </p:sp>
      <p:sp>
        <p:nvSpPr>
          <p:cNvPr id="40" name="TextBox 39">
            <a:extLst>
              <a:ext uri="{FF2B5EF4-FFF2-40B4-BE49-F238E27FC236}">
                <a16:creationId xmlns:a16="http://schemas.microsoft.com/office/drawing/2014/main" id="{15583D95-22DC-19F4-88AF-C0B77A6EE440}"/>
              </a:ext>
            </a:extLst>
          </p:cNvPr>
          <p:cNvSpPr txBox="1"/>
          <p:nvPr/>
        </p:nvSpPr>
        <p:spPr>
          <a:xfrm>
            <a:off x="3580390" y="3566362"/>
            <a:ext cx="3873695" cy="738664"/>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hi-IN" sz="1400" dirty="0"/>
              <a:t>FRSH DPC</a:t>
            </a:r>
          </a:p>
          <a:p>
            <a:r>
              <a:rPr lang="hi-IN" sz="1400" dirty="0"/>
              <a:t>REVIEW DPC</a:t>
            </a:r>
            <a:endParaRPr lang="en-IN" sz="1400" dirty="0"/>
          </a:p>
          <a:p>
            <a:r>
              <a:rPr lang="en-IN" sz="1400" dirty="0"/>
              <a:t>CIRCULATION(I</a:t>
            </a:r>
            <a:r>
              <a:rPr lang="hi-IN" sz="1400" dirty="0"/>
              <a:t>.</a:t>
            </a:r>
            <a:r>
              <a:rPr lang="en-IN" sz="1400" dirty="0"/>
              <a:t> PROPERTY</a:t>
            </a:r>
            <a:r>
              <a:rPr lang="hi-IN" sz="1400" dirty="0"/>
              <a:t> OR CR&lt;=4) </a:t>
            </a:r>
          </a:p>
        </p:txBody>
      </p:sp>
      <p:sp>
        <p:nvSpPr>
          <p:cNvPr id="41" name="TextBox 40">
            <a:extLst>
              <a:ext uri="{FF2B5EF4-FFF2-40B4-BE49-F238E27FC236}">
                <a16:creationId xmlns:a16="http://schemas.microsoft.com/office/drawing/2014/main" id="{10E7D05A-9384-D29C-73CE-15D9808484A1}"/>
              </a:ext>
            </a:extLst>
          </p:cNvPr>
          <p:cNvSpPr txBox="1"/>
          <p:nvPr/>
        </p:nvSpPr>
        <p:spPr>
          <a:xfrm>
            <a:off x="3580391" y="3239392"/>
            <a:ext cx="3896746" cy="338554"/>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hi-IN" sz="1600" b="1" dirty="0"/>
              <a:t>FRESH DPC</a:t>
            </a:r>
            <a:endParaRPr lang="en-IN" sz="1600" b="1" dirty="0"/>
          </a:p>
        </p:txBody>
      </p:sp>
      <p:sp>
        <p:nvSpPr>
          <p:cNvPr id="42" name="Isosceles Triangle 41">
            <a:extLst>
              <a:ext uri="{FF2B5EF4-FFF2-40B4-BE49-F238E27FC236}">
                <a16:creationId xmlns:a16="http://schemas.microsoft.com/office/drawing/2014/main" id="{578D7412-9231-4F5F-A4C2-0255DEB9B6EE}"/>
              </a:ext>
            </a:extLst>
          </p:cNvPr>
          <p:cNvSpPr/>
          <p:nvPr/>
        </p:nvSpPr>
        <p:spPr>
          <a:xfrm rot="10800000">
            <a:off x="6882581" y="3280610"/>
            <a:ext cx="500066" cy="214314"/>
          </a:xfrm>
          <a:prstGeom prst="triangl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IN"/>
          </a:p>
        </p:txBody>
      </p:sp>
      <p:pic>
        <p:nvPicPr>
          <p:cNvPr id="43" name="Picture 42" descr="POINTER.png">
            <a:extLst>
              <a:ext uri="{FF2B5EF4-FFF2-40B4-BE49-F238E27FC236}">
                <a16:creationId xmlns:a16="http://schemas.microsoft.com/office/drawing/2014/main" id="{AEA9EF48-0498-E291-4247-0F9A06EDCC57}"/>
              </a:ext>
            </a:extLst>
          </p:cNvPr>
          <p:cNvPicPr>
            <a:picLocks noChangeAspect="1"/>
          </p:cNvPicPr>
          <p:nvPr/>
        </p:nvPicPr>
        <p:blipFill>
          <a:blip r:embed="rId2" cstate="print"/>
          <a:stretch>
            <a:fillRect/>
          </a:stretch>
        </p:blipFill>
        <p:spPr>
          <a:xfrm>
            <a:off x="7076232" y="3349243"/>
            <a:ext cx="393819" cy="393819"/>
          </a:xfrm>
          <a:prstGeom prst="rect">
            <a:avLst/>
          </a:prstGeom>
        </p:spPr>
      </p:pic>
      <p:sp>
        <p:nvSpPr>
          <p:cNvPr id="44" name="Content Placeholder 2">
            <a:extLst>
              <a:ext uri="{FF2B5EF4-FFF2-40B4-BE49-F238E27FC236}">
                <a16:creationId xmlns:a16="http://schemas.microsoft.com/office/drawing/2014/main" id="{473668C3-61F0-0E18-1890-654739AA604D}"/>
              </a:ext>
            </a:extLst>
          </p:cNvPr>
          <p:cNvSpPr txBox="1">
            <a:spLocks/>
          </p:cNvSpPr>
          <p:nvPr/>
        </p:nvSpPr>
        <p:spPr>
          <a:xfrm>
            <a:off x="3508952" y="848995"/>
            <a:ext cx="6515556" cy="385326"/>
          </a:xfrm>
          <a:prstGeom prst="rect">
            <a:avLst/>
          </a:prstGeom>
        </p:spPr>
        <p:txBody>
          <a:bodyPr vert="horz">
            <a:normAutofit fontScale="92500" lnSpcReduction="10000"/>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a:buNone/>
              <a:tabLst/>
              <a:defRPr/>
            </a:pPr>
            <a:r>
              <a:rPr kumimoji="0" lang="hi-IN" sz="2200" b="1"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पदोन्नति प्रस्ताव तिथि - </a:t>
            </a:r>
            <a:r>
              <a:rPr kumimoji="0" lang="en-IN" sz="2200" b="1"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 </a:t>
            </a:r>
          </a:p>
          <a:p>
            <a:pPr marL="274320" indent="-274320">
              <a:spcBef>
                <a:spcPts val="600"/>
              </a:spcBef>
              <a:buClr>
                <a:schemeClr val="accent1"/>
              </a:buClr>
              <a:buSzPct val="70000"/>
              <a:defRPr/>
            </a:pPr>
            <a:endParaRPr lang="en-IN" sz="2200" b="1" dirty="0">
              <a:latin typeface="Kokila" panose="020B0604020202020204" pitchFamily="34" charset="0"/>
              <a:cs typeface="Kokila" panose="020B0604020202020204" pitchFamily="34" charset="0"/>
            </a:endParaRPr>
          </a:p>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45" name="TextBox 44">
            <a:extLst>
              <a:ext uri="{FF2B5EF4-FFF2-40B4-BE49-F238E27FC236}">
                <a16:creationId xmlns:a16="http://schemas.microsoft.com/office/drawing/2014/main" id="{6110C9B9-3344-0B15-5545-A0C1E602E973}"/>
              </a:ext>
            </a:extLst>
          </p:cNvPr>
          <p:cNvSpPr txBox="1"/>
          <p:nvPr/>
        </p:nvSpPr>
        <p:spPr>
          <a:xfrm>
            <a:off x="5866406" y="806791"/>
            <a:ext cx="2214578" cy="369332"/>
          </a:xfrm>
          <a:prstGeom prst="rect">
            <a:avLst/>
          </a:prstGeom>
          <a:noFill/>
        </p:spPr>
        <p:txBody>
          <a:bodyPr wrap="square" rtlCol="0">
            <a:spAutoFit/>
          </a:bodyPr>
          <a:lstStyle/>
          <a:p>
            <a:r>
              <a:rPr lang="en-IN" dirty="0">
                <a:latin typeface="Cambria" pitchFamily="18" charset="0"/>
              </a:rPr>
              <a:t>25 June 2026</a:t>
            </a:r>
            <a:endParaRPr lang="en-US" dirty="0">
              <a:latin typeface="Cambria" pitchFamily="18" charset="0"/>
            </a:endParaRPr>
          </a:p>
        </p:txBody>
      </p:sp>
      <p:sp>
        <p:nvSpPr>
          <p:cNvPr id="46" name="Content Placeholder 2">
            <a:extLst>
              <a:ext uri="{FF2B5EF4-FFF2-40B4-BE49-F238E27FC236}">
                <a16:creationId xmlns:a16="http://schemas.microsoft.com/office/drawing/2014/main" id="{D86D9F64-85A9-7B33-B541-92FC71814DA8}"/>
              </a:ext>
            </a:extLst>
          </p:cNvPr>
          <p:cNvSpPr txBox="1">
            <a:spLocks/>
          </p:cNvSpPr>
          <p:nvPr/>
        </p:nvSpPr>
        <p:spPr>
          <a:xfrm>
            <a:off x="3508952" y="2508891"/>
            <a:ext cx="6515556" cy="385326"/>
          </a:xfrm>
          <a:prstGeom prst="rect">
            <a:avLst/>
          </a:prstGeom>
        </p:spPr>
        <p:txBody>
          <a:bodyPr vert="horz">
            <a:normAutofit lnSpcReduction="1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hi-IN" sz="2000" b="1" dirty="0">
                <a:latin typeface="Kokila" panose="020B0604020202020204" pitchFamily="34" charset="0"/>
                <a:cs typeface="Kokila" panose="020B0604020202020204" pitchFamily="34" charset="0"/>
              </a:rPr>
              <a:t>पद नाम जिससे पदोन्नति हेतु प्रस्ताव प्रस्तुत किया जाना है - </a:t>
            </a:r>
            <a:r>
              <a:rPr lang="en-IN" sz="2000" b="1" dirty="0">
                <a:latin typeface="Kokila" panose="020B0604020202020204" pitchFamily="34" charset="0"/>
                <a:cs typeface="Kokila" panose="020B0604020202020204" pitchFamily="34" charset="0"/>
              </a:rPr>
              <a:t> </a:t>
            </a: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47" name="TextBox 46">
            <a:extLst>
              <a:ext uri="{FF2B5EF4-FFF2-40B4-BE49-F238E27FC236}">
                <a16:creationId xmlns:a16="http://schemas.microsoft.com/office/drawing/2014/main" id="{0E705B99-E4DC-03F8-CDFB-48AFD8D6131A}"/>
              </a:ext>
            </a:extLst>
          </p:cNvPr>
          <p:cNvSpPr txBox="1"/>
          <p:nvPr/>
        </p:nvSpPr>
        <p:spPr>
          <a:xfrm>
            <a:off x="8881500" y="2450271"/>
            <a:ext cx="2497982" cy="369332"/>
          </a:xfrm>
          <a:prstGeom prst="rect">
            <a:avLst/>
          </a:prstGeom>
        </p:spPr>
        <p:style>
          <a:lnRef idx="1">
            <a:schemeClr val="dk1"/>
          </a:lnRef>
          <a:fillRef idx="3">
            <a:schemeClr val="dk1"/>
          </a:fillRef>
          <a:effectRef idx="2">
            <a:schemeClr val="dk1"/>
          </a:effectRef>
          <a:fontRef idx="minor">
            <a:schemeClr val="lt1"/>
          </a:fontRef>
        </p:style>
        <p:txBody>
          <a:bodyPr wrap="square" rtlCol="0">
            <a:spAutoFit/>
          </a:bodyPr>
          <a:lstStyle/>
          <a:p>
            <a:r>
              <a:rPr lang="en-IN" dirty="0"/>
              <a:t>POST</a:t>
            </a:r>
          </a:p>
        </p:txBody>
      </p:sp>
      <p:sp>
        <p:nvSpPr>
          <p:cNvPr id="48" name="TextBox 47">
            <a:extLst>
              <a:ext uri="{FF2B5EF4-FFF2-40B4-BE49-F238E27FC236}">
                <a16:creationId xmlns:a16="http://schemas.microsoft.com/office/drawing/2014/main" id="{B5D7FB50-43EE-B4AB-72BC-EAD7FC721E58}"/>
              </a:ext>
            </a:extLst>
          </p:cNvPr>
          <p:cNvSpPr txBox="1"/>
          <p:nvPr/>
        </p:nvSpPr>
        <p:spPr>
          <a:xfrm>
            <a:off x="8881500" y="2781673"/>
            <a:ext cx="2500330" cy="738664"/>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hi-IN" sz="1400" dirty="0"/>
              <a:t>DEPUTY SECRETARY</a:t>
            </a:r>
          </a:p>
          <a:p>
            <a:r>
              <a:rPr lang="hi-IN" sz="1400" dirty="0"/>
              <a:t>UNDER SECRETARY</a:t>
            </a:r>
          </a:p>
          <a:p>
            <a:r>
              <a:rPr lang="hi-IN" sz="1400" dirty="0"/>
              <a:t>SECTION OFFICER</a:t>
            </a:r>
            <a:endParaRPr lang="en-IN" sz="1400" dirty="0"/>
          </a:p>
        </p:txBody>
      </p:sp>
      <p:sp>
        <p:nvSpPr>
          <p:cNvPr id="49" name="TextBox 48">
            <a:extLst>
              <a:ext uri="{FF2B5EF4-FFF2-40B4-BE49-F238E27FC236}">
                <a16:creationId xmlns:a16="http://schemas.microsoft.com/office/drawing/2014/main" id="{BA0FBD35-08BF-EE8A-1D1E-0343F36C45E9}"/>
              </a:ext>
            </a:extLst>
          </p:cNvPr>
          <p:cNvSpPr txBox="1"/>
          <p:nvPr/>
        </p:nvSpPr>
        <p:spPr>
          <a:xfrm>
            <a:off x="8881500" y="2472092"/>
            <a:ext cx="2497982" cy="307777"/>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hi-IN" sz="1400" b="1" dirty="0"/>
              <a:t>UNDER SECRETARY </a:t>
            </a:r>
          </a:p>
        </p:txBody>
      </p:sp>
      <p:sp>
        <p:nvSpPr>
          <p:cNvPr id="50" name="Isosceles Triangle 49">
            <a:extLst>
              <a:ext uri="{FF2B5EF4-FFF2-40B4-BE49-F238E27FC236}">
                <a16:creationId xmlns:a16="http://schemas.microsoft.com/office/drawing/2014/main" id="{33DCFFCE-15E1-BE63-EEA0-EB330027C170}"/>
              </a:ext>
            </a:extLst>
          </p:cNvPr>
          <p:cNvSpPr/>
          <p:nvPr/>
        </p:nvSpPr>
        <p:spPr>
          <a:xfrm rot="10800000">
            <a:off x="10810326" y="2495921"/>
            <a:ext cx="500066" cy="214314"/>
          </a:xfrm>
          <a:prstGeom prst="triangl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IN"/>
          </a:p>
        </p:txBody>
      </p:sp>
      <p:pic>
        <p:nvPicPr>
          <p:cNvPr id="51" name="Picture 50" descr="POINTER.png">
            <a:extLst>
              <a:ext uri="{FF2B5EF4-FFF2-40B4-BE49-F238E27FC236}">
                <a16:creationId xmlns:a16="http://schemas.microsoft.com/office/drawing/2014/main" id="{75BED053-5258-8092-7DCD-D69BEB74BC8C}"/>
              </a:ext>
            </a:extLst>
          </p:cNvPr>
          <p:cNvPicPr>
            <a:picLocks noChangeAspect="1"/>
          </p:cNvPicPr>
          <p:nvPr/>
        </p:nvPicPr>
        <p:blipFill>
          <a:blip r:embed="rId2" cstate="print"/>
          <a:stretch>
            <a:fillRect/>
          </a:stretch>
        </p:blipFill>
        <p:spPr>
          <a:xfrm>
            <a:off x="11024640" y="2567359"/>
            <a:ext cx="393819" cy="393819"/>
          </a:xfrm>
          <a:prstGeom prst="rect">
            <a:avLst/>
          </a:prstGeom>
          <a:noFill/>
          <a:ln>
            <a:noFill/>
          </a:ln>
        </p:spPr>
        <p:style>
          <a:lnRef idx="0">
            <a:scrgbClr r="0" g="0" b="0"/>
          </a:lnRef>
          <a:fillRef idx="0">
            <a:scrgbClr r="0" g="0" b="0"/>
          </a:fillRef>
          <a:effectRef idx="0">
            <a:scrgbClr r="0" g="0" b="0"/>
          </a:effectRef>
          <a:fontRef idx="minor">
            <a:schemeClr val="dk1"/>
          </a:fontRef>
        </p:style>
      </p:pic>
      <p:sp>
        <p:nvSpPr>
          <p:cNvPr id="52" name="Content Placeholder 2">
            <a:extLst>
              <a:ext uri="{FF2B5EF4-FFF2-40B4-BE49-F238E27FC236}">
                <a16:creationId xmlns:a16="http://schemas.microsoft.com/office/drawing/2014/main" id="{09D588CE-7FB8-F2DC-81F8-1F49B759A1AC}"/>
              </a:ext>
            </a:extLst>
          </p:cNvPr>
          <p:cNvSpPr txBox="1">
            <a:spLocks/>
          </p:cNvSpPr>
          <p:nvPr/>
        </p:nvSpPr>
        <p:spPr>
          <a:xfrm>
            <a:off x="3508952" y="1662949"/>
            <a:ext cx="1428760" cy="385326"/>
          </a:xfrm>
          <a:prstGeom prst="rect">
            <a:avLst/>
          </a:prstGeom>
        </p:spPr>
        <p:txBody>
          <a:bodyPr vert="horz">
            <a:normAutofit fontScale="92500" lnSpcReduction="1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hi-IN" sz="2200" b="1" dirty="0">
                <a:latin typeface="Kokila" panose="020B0604020202020204" pitchFamily="34" charset="0"/>
                <a:cs typeface="Kokila" panose="020B0604020202020204" pitchFamily="34" charset="0"/>
              </a:rPr>
              <a:t>वर्ग (CLASS) - </a:t>
            </a:r>
            <a:r>
              <a:rPr lang="en-IN" sz="2200" b="1" dirty="0">
                <a:latin typeface="Kokila" panose="020B0604020202020204" pitchFamily="34" charset="0"/>
                <a:cs typeface="Kokila" panose="020B0604020202020204" pitchFamily="34" charset="0"/>
              </a:rPr>
              <a:t> </a:t>
            </a: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53" name="Content Placeholder 2">
            <a:extLst>
              <a:ext uri="{FF2B5EF4-FFF2-40B4-BE49-F238E27FC236}">
                <a16:creationId xmlns:a16="http://schemas.microsoft.com/office/drawing/2014/main" id="{86F2D0E8-F397-2538-A5D8-EB3E3A1E5F18}"/>
              </a:ext>
            </a:extLst>
          </p:cNvPr>
          <p:cNvSpPr txBox="1">
            <a:spLocks/>
          </p:cNvSpPr>
          <p:nvPr/>
        </p:nvSpPr>
        <p:spPr>
          <a:xfrm>
            <a:off x="3508952" y="2877395"/>
            <a:ext cx="1428760" cy="385326"/>
          </a:xfrm>
          <a:prstGeom prst="rect">
            <a:avLst/>
          </a:prstGeom>
        </p:spPr>
        <p:txBody>
          <a:bodyPr vert="horz">
            <a:normAutofit fontScale="92500" lnSpcReduction="10000"/>
          </a:bodyPr>
          <a:lstStyle/>
          <a:p>
            <a:pPr marL="274320" indent="-274320">
              <a:spcBef>
                <a:spcPct val="20000"/>
              </a:spcBef>
              <a:buClr>
                <a:schemeClr val="accent3"/>
              </a:buClr>
              <a:buSzPct val="95000"/>
              <a:defRPr/>
            </a:pPr>
            <a:r>
              <a:rPr lang="hi-IN" sz="2200" b="1" dirty="0">
                <a:latin typeface="Kokila" panose="020B0604020202020204" pitchFamily="34" charset="0"/>
                <a:cs typeface="Kokila" panose="020B0604020202020204" pitchFamily="34" charset="0"/>
              </a:rPr>
              <a:t>वर्ग (CLASS) - </a:t>
            </a:r>
            <a:r>
              <a:rPr lang="en-IN" sz="2200" b="1" dirty="0">
                <a:latin typeface="Kokila" panose="020B0604020202020204" pitchFamily="34" charset="0"/>
                <a:cs typeface="Kokila" panose="020B0604020202020204" pitchFamily="34" charset="0"/>
              </a:rPr>
              <a:t> </a:t>
            </a: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54" name="TextBox 53">
            <a:extLst>
              <a:ext uri="{FF2B5EF4-FFF2-40B4-BE49-F238E27FC236}">
                <a16:creationId xmlns:a16="http://schemas.microsoft.com/office/drawing/2014/main" id="{D99DCE54-DEC8-15BB-4A56-62D8E63944D5}"/>
              </a:ext>
            </a:extLst>
          </p:cNvPr>
          <p:cNvSpPr txBox="1"/>
          <p:nvPr/>
        </p:nvSpPr>
        <p:spPr>
          <a:xfrm>
            <a:off x="4866274" y="1650807"/>
            <a:ext cx="357190" cy="369332"/>
          </a:xfrm>
          <a:prstGeom prst="rect">
            <a:avLst/>
          </a:prstGeom>
          <a:noFill/>
        </p:spPr>
        <p:txBody>
          <a:bodyPr wrap="square" rtlCol="0">
            <a:spAutoFit/>
          </a:bodyPr>
          <a:lstStyle/>
          <a:p>
            <a:r>
              <a:rPr lang="hi-IN" dirty="0"/>
              <a:t>I</a:t>
            </a:r>
            <a:endParaRPr lang="en-US" dirty="0"/>
          </a:p>
        </p:txBody>
      </p:sp>
      <p:sp>
        <p:nvSpPr>
          <p:cNvPr id="55" name="Oval 54">
            <a:extLst>
              <a:ext uri="{FF2B5EF4-FFF2-40B4-BE49-F238E27FC236}">
                <a16:creationId xmlns:a16="http://schemas.microsoft.com/office/drawing/2014/main" id="{EB08A65F-FCCD-8862-A52B-50F28D8DDD60}"/>
              </a:ext>
            </a:extLst>
          </p:cNvPr>
          <p:cNvSpPr/>
          <p:nvPr/>
        </p:nvSpPr>
        <p:spPr>
          <a:xfrm>
            <a:off x="5152026" y="1722245"/>
            <a:ext cx="214314" cy="214314"/>
          </a:xfrm>
          <a:prstGeom prst="ellipse">
            <a:avLst/>
          </a:prstGeom>
          <a:noFill/>
          <a:ln w="95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2D4305C8-CA65-0D04-A65E-EC138C6CC5BA}"/>
              </a:ext>
            </a:extLst>
          </p:cNvPr>
          <p:cNvSpPr txBox="1"/>
          <p:nvPr/>
        </p:nvSpPr>
        <p:spPr>
          <a:xfrm>
            <a:off x="5509216" y="1662949"/>
            <a:ext cx="357190" cy="369332"/>
          </a:xfrm>
          <a:prstGeom prst="rect">
            <a:avLst/>
          </a:prstGeom>
          <a:noFill/>
        </p:spPr>
        <p:txBody>
          <a:bodyPr wrap="square" rtlCol="0">
            <a:spAutoFit/>
          </a:bodyPr>
          <a:lstStyle/>
          <a:p>
            <a:r>
              <a:rPr lang="hi-IN" dirty="0"/>
              <a:t>II</a:t>
            </a:r>
            <a:endParaRPr lang="en-US" dirty="0"/>
          </a:p>
        </p:txBody>
      </p:sp>
      <p:sp>
        <p:nvSpPr>
          <p:cNvPr id="57" name="Oval 56">
            <a:extLst>
              <a:ext uri="{FF2B5EF4-FFF2-40B4-BE49-F238E27FC236}">
                <a16:creationId xmlns:a16="http://schemas.microsoft.com/office/drawing/2014/main" id="{360F678D-D2A8-B7B6-C699-A384FBAE41E4}"/>
              </a:ext>
            </a:extLst>
          </p:cNvPr>
          <p:cNvSpPr/>
          <p:nvPr/>
        </p:nvSpPr>
        <p:spPr>
          <a:xfrm>
            <a:off x="5794968" y="1734387"/>
            <a:ext cx="214314" cy="214314"/>
          </a:xfrm>
          <a:prstGeom prst="ellipse">
            <a:avLst/>
          </a:prstGeom>
          <a:noFill/>
          <a:ln w="95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089F5BFA-D079-4138-327D-98CF07F0D4C6}"/>
              </a:ext>
            </a:extLst>
          </p:cNvPr>
          <p:cNvSpPr txBox="1"/>
          <p:nvPr/>
        </p:nvSpPr>
        <p:spPr>
          <a:xfrm>
            <a:off x="6080720" y="1662949"/>
            <a:ext cx="642942" cy="369332"/>
          </a:xfrm>
          <a:prstGeom prst="rect">
            <a:avLst/>
          </a:prstGeom>
          <a:noFill/>
        </p:spPr>
        <p:txBody>
          <a:bodyPr wrap="square" rtlCol="0">
            <a:spAutoFit/>
          </a:bodyPr>
          <a:lstStyle/>
          <a:p>
            <a:r>
              <a:rPr lang="hi-IN" dirty="0"/>
              <a:t>III</a:t>
            </a:r>
            <a:endParaRPr lang="en-US" dirty="0"/>
          </a:p>
        </p:txBody>
      </p:sp>
      <p:sp>
        <p:nvSpPr>
          <p:cNvPr id="59" name="Oval 58">
            <a:extLst>
              <a:ext uri="{FF2B5EF4-FFF2-40B4-BE49-F238E27FC236}">
                <a16:creationId xmlns:a16="http://schemas.microsoft.com/office/drawing/2014/main" id="{AC7EAC79-76CA-D8B0-772D-A8CDFA2B71EE}"/>
              </a:ext>
            </a:extLst>
          </p:cNvPr>
          <p:cNvSpPr/>
          <p:nvPr/>
        </p:nvSpPr>
        <p:spPr>
          <a:xfrm>
            <a:off x="6509348" y="1734387"/>
            <a:ext cx="214314" cy="214314"/>
          </a:xfrm>
          <a:prstGeom prst="ellipse">
            <a:avLst/>
          </a:prstGeom>
          <a:noFill/>
          <a:ln w="95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18BC64FD-BFE4-4DB4-B0B6-0FC1621CFC2C}"/>
              </a:ext>
            </a:extLst>
          </p:cNvPr>
          <p:cNvSpPr txBox="1"/>
          <p:nvPr/>
        </p:nvSpPr>
        <p:spPr>
          <a:xfrm>
            <a:off x="4866274" y="2781673"/>
            <a:ext cx="357190" cy="369332"/>
          </a:xfrm>
          <a:prstGeom prst="rect">
            <a:avLst/>
          </a:prstGeom>
          <a:noFill/>
        </p:spPr>
        <p:txBody>
          <a:bodyPr wrap="square" rtlCol="0">
            <a:spAutoFit/>
          </a:bodyPr>
          <a:lstStyle/>
          <a:p>
            <a:r>
              <a:rPr lang="hi-IN" dirty="0"/>
              <a:t>I</a:t>
            </a:r>
            <a:endParaRPr lang="en-US" dirty="0"/>
          </a:p>
        </p:txBody>
      </p:sp>
      <p:sp>
        <p:nvSpPr>
          <p:cNvPr id="61" name="Oval 60">
            <a:extLst>
              <a:ext uri="{FF2B5EF4-FFF2-40B4-BE49-F238E27FC236}">
                <a16:creationId xmlns:a16="http://schemas.microsoft.com/office/drawing/2014/main" id="{88E44C92-6D6E-B611-5D57-5DCC3C9C9A09}"/>
              </a:ext>
            </a:extLst>
          </p:cNvPr>
          <p:cNvSpPr/>
          <p:nvPr/>
        </p:nvSpPr>
        <p:spPr>
          <a:xfrm>
            <a:off x="5152026" y="2853111"/>
            <a:ext cx="214314" cy="214314"/>
          </a:xfrm>
          <a:prstGeom prst="ellipse">
            <a:avLst/>
          </a:prstGeom>
          <a:noFill/>
          <a:ln w="95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B8EBD2ED-6CEC-909D-0496-A40444FF0973}"/>
              </a:ext>
            </a:extLst>
          </p:cNvPr>
          <p:cNvSpPr txBox="1"/>
          <p:nvPr/>
        </p:nvSpPr>
        <p:spPr>
          <a:xfrm>
            <a:off x="5509216" y="2793815"/>
            <a:ext cx="357190" cy="369332"/>
          </a:xfrm>
          <a:prstGeom prst="rect">
            <a:avLst/>
          </a:prstGeom>
          <a:noFill/>
        </p:spPr>
        <p:txBody>
          <a:bodyPr wrap="square" rtlCol="0">
            <a:spAutoFit/>
          </a:bodyPr>
          <a:lstStyle/>
          <a:p>
            <a:r>
              <a:rPr lang="hi-IN" dirty="0"/>
              <a:t>II</a:t>
            </a:r>
            <a:endParaRPr lang="en-US" dirty="0"/>
          </a:p>
        </p:txBody>
      </p:sp>
      <p:sp>
        <p:nvSpPr>
          <p:cNvPr id="63" name="Oval 62">
            <a:extLst>
              <a:ext uri="{FF2B5EF4-FFF2-40B4-BE49-F238E27FC236}">
                <a16:creationId xmlns:a16="http://schemas.microsoft.com/office/drawing/2014/main" id="{D05A2CEF-9430-65F6-3E4D-0D88B081B21A}"/>
              </a:ext>
            </a:extLst>
          </p:cNvPr>
          <p:cNvSpPr/>
          <p:nvPr/>
        </p:nvSpPr>
        <p:spPr>
          <a:xfrm>
            <a:off x="5794968" y="2865253"/>
            <a:ext cx="214314" cy="214314"/>
          </a:xfrm>
          <a:prstGeom prst="ellipse">
            <a:avLst/>
          </a:prstGeom>
          <a:noFill/>
          <a:ln w="95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3F81B47D-1E2B-87EF-5D6A-640EC9573729}"/>
              </a:ext>
            </a:extLst>
          </p:cNvPr>
          <p:cNvSpPr txBox="1"/>
          <p:nvPr/>
        </p:nvSpPr>
        <p:spPr>
          <a:xfrm>
            <a:off x="6080720" y="2793815"/>
            <a:ext cx="642942" cy="369332"/>
          </a:xfrm>
          <a:prstGeom prst="rect">
            <a:avLst/>
          </a:prstGeom>
          <a:noFill/>
        </p:spPr>
        <p:txBody>
          <a:bodyPr wrap="square" rtlCol="0">
            <a:spAutoFit/>
          </a:bodyPr>
          <a:lstStyle/>
          <a:p>
            <a:r>
              <a:rPr lang="hi-IN" dirty="0"/>
              <a:t>III</a:t>
            </a:r>
            <a:endParaRPr lang="en-US" dirty="0"/>
          </a:p>
        </p:txBody>
      </p:sp>
      <p:sp>
        <p:nvSpPr>
          <p:cNvPr id="65" name="Oval 64">
            <a:extLst>
              <a:ext uri="{FF2B5EF4-FFF2-40B4-BE49-F238E27FC236}">
                <a16:creationId xmlns:a16="http://schemas.microsoft.com/office/drawing/2014/main" id="{266B81DA-F158-3840-8A4A-93AF59F638EB}"/>
              </a:ext>
            </a:extLst>
          </p:cNvPr>
          <p:cNvSpPr/>
          <p:nvPr/>
        </p:nvSpPr>
        <p:spPr>
          <a:xfrm>
            <a:off x="6509348" y="2865253"/>
            <a:ext cx="214314" cy="214314"/>
          </a:xfrm>
          <a:prstGeom prst="ellipse">
            <a:avLst/>
          </a:prstGeom>
          <a:noFill/>
          <a:ln w="95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3913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0-#ppt_w/2"/>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6" presetClass="emph" presetSubtype="0" fill="hold" grpId="0" nodeType="afterEffect">
                                  <p:stCondLst>
                                    <p:cond delay="0"/>
                                  </p:stCondLst>
                                  <p:childTnLst>
                                    <p:animEffect transition="out" filter="fade">
                                      <p:cBhvr>
                                        <p:cTn id="11" dur="500" tmFilter="0, 0; .2, .5; .8, .5; 1, 0"/>
                                        <p:tgtEl>
                                          <p:spTgt spid="34"/>
                                        </p:tgtEl>
                                      </p:cBhvr>
                                    </p:animEffect>
                                    <p:animScale>
                                      <p:cBhvr>
                                        <p:cTn id="12" dur="250" autoRev="1" fill="hold"/>
                                        <p:tgtEl>
                                          <p:spTgt spid="34"/>
                                        </p:tgtEl>
                                      </p:cBhvr>
                                      <p:by x="105000" y="105000"/>
                                    </p:animScale>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wipe(up)">
                                      <p:cBhvr>
                                        <p:cTn id="16" dur="500"/>
                                        <p:tgtEl>
                                          <p:spTgt spid="32"/>
                                        </p:tgtEl>
                                      </p:cBhvr>
                                    </p:animEffect>
                                  </p:childTnLst>
                                </p:cTn>
                              </p:par>
                            </p:childTnLst>
                          </p:cTn>
                        </p:par>
                        <p:par>
                          <p:cTn id="17" fill="hold">
                            <p:stCondLst>
                              <p:cond delay="1500"/>
                            </p:stCondLst>
                            <p:childTnLst>
                              <p:par>
                                <p:cTn id="18" presetID="0" presetClass="path" presetSubtype="0" accel="50000" decel="50000" fill="hold" nodeType="afterEffect">
                                  <p:stCondLst>
                                    <p:cond delay="0"/>
                                  </p:stCondLst>
                                  <p:childTnLst>
                                    <p:animMotion origin="layout" path="M -6.25E-7 0.00162 C -0.03607 0.02662 -0.07187 0.05231 -0.09531 0.06065 C -0.11875 0.06944 -0.13398 0.05324 -0.14154 0.05116 " pathEditMode="relative" rAng="0" ptsTypes="AAA">
                                      <p:cBhvr>
                                        <p:cTn id="19" dur="1000" fill="hold"/>
                                        <p:tgtEl>
                                          <p:spTgt spid="35"/>
                                        </p:tgtEl>
                                        <p:attrNameLst>
                                          <p:attrName>ppt_x</p:attrName>
                                          <p:attrName>ppt_y</p:attrName>
                                        </p:attrNameLst>
                                      </p:cBhvr>
                                      <p:rCtr x="-7083" y="3079"/>
                                    </p:animMotion>
                                  </p:childTnLst>
                                </p:cTn>
                              </p:par>
                            </p:childTnLst>
                          </p:cTn>
                        </p:par>
                        <p:par>
                          <p:cTn id="20" fill="hold">
                            <p:stCondLst>
                              <p:cond delay="2500"/>
                            </p:stCondLst>
                            <p:childTnLst>
                              <p:par>
                                <p:cTn id="21" presetID="22" presetClass="exit" presetSubtype="4" fill="hold" grpId="1" nodeType="afterEffect">
                                  <p:stCondLst>
                                    <p:cond delay="0"/>
                                  </p:stCondLst>
                                  <p:childTnLst>
                                    <p:animEffect transition="out" filter="wipe(down)">
                                      <p:cBhvr>
                                        <p:cTn id="22" dur="500"/>
                                        <p:tgtEl>
                                          <p:spTgt spid="32"/>
                                        </p:tgtEl>
                                      </p:cBhvr>
                                    </p:animEffect>
                                    <p:set>
                                      <p:cBhvr>
                                        <p:cTn id="23" dur="1" fill="hold">
                                          <p:stCondLst>
                                            <p:cond delay="499"/>
                                          </p:stCondLst>
                                        </p:cTn>
                                        <p:tgtEl>
                                          <p:spTgt spid="32"/>
                                        </p:tgtEl>
                                        <p:attrNameLst>
                                          <p:attrName>style.visibility</p:attrName>
                                        </p:attrNameLst>
                                      </p:cBhvr>
                                      <p:to>
                                        <p:strVal val="hidden"/>
                                      </p:to>
                                    </p:set>
                                  </p:childTnLst>
                                </p:cTn>
                              </p:par>
                            </p:childTnLst>
                          </p:cTn>
                        </p:par>
                        <p:par>
                          <p:cTn id="24" fill="hold">
                            <p:stCondLst>
                              <p:cond delay="3000"/>
                            </p:stCondLst>
                            <p:childTnLst>
                              <p:par>
                                <p:cTn id="25" presetID="22" presetClass="entr" presetSubtype="4" fill="hold" grpId="0" nodeType="after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down)">
                                      <p:cBhvr>
                                        <p:cTn id="27" dur="500"/>
                                        <p:tgtEl>
                                          <p:spTgt spid="33"/>
                                        </p:tgtEl>
                                      </p:cBhvr>
                                    </p:animEffect>
                                  </p:childTnLst>
                                </p:cTn>
                              </p:par>
                              <p:par>
                                <p:cTn id="28" presetID="9" presetClass="exit" presetSubtype="0" fill="hold" nodeType="withEffect">
                                  <p:stCondLst>
                                    <p:cond delay="0"/>
                                  </p:stCondLst>
                                  <p:childTnLst>
                                    <p:animEffect transition="out" filter="dissolve">
                                      <p:cBhvr>
                                        <p:cTn id="29" dur="500"/>
                                        <p:tgtEl>
                                          <p:spTgt spid="35"/>
                                        </p:tgtEl>
                                      </p:cBhvr>
                                    </p:animEffect>
                                    <p:set>
                                      <p:cBhvr>
                                        <p:cTn id="30" dur="1" fill="hold">
                                          <p:stCondLst>
                                            <p:cond delay="499"/>
                                          </p:stCondLst>
                                        </p:cTn>
                                        <p:tgtEl>
                                          <p:spTgt spid="35"/>
                                        </p:tgtEl>
                                        <p:attrNameLst>
                                          <p:attrName>style.visibility</p:attrName>
                                        </p:attrNameLst>
                                      </p:cBhvr>
                                      <p:to>
                                        <p:strVal val="hidden"/>
                                      </p:to>
                                    </p:set>
                                  </p:childTnLst>
                                </p:cTn>
                              </p:par>
                            </p:childTnLst>
                          </p:cTn>
                        </p:par>
                        <p:par>
                          <p:cTn id="31" fill="hold">
                            <p:stCondLst>
                              <p:cond delay="3500"/>
                            </p:stCondLst>
                            <p:childTnLst>
                              <p:par>
                                <p:cTn id="32" presetID="1" presetClass="emph" presetSubtype="1" nodeType="afterEffect">
                                  <p:stCondLst>
                                    <p:cond delay="0"/>
                                  </p:stCondLst>
                                  <p:childTnLst>
                                    <p:set>
                                      <p:cBhvr>
                                        <p:cTn id="33" dur="indefinite"/>
                                        <p:tgtEl>
                                          <p:spTgt spid="55"/>
                                        </p:tgtEl>
                                        <p:attrNameLst>
                                          <p:attrName>fillcolor</p:attrName>
                                        </p:attrNameLst>
                                      </p:cBhvr>
                                      <p:to>
                                        <p:clrVal>
                                          <a:srgbClr val="FF0000"/>
                                        </p:clrVal>
                                      </p:to>
                                    </p:set>
                                    <p:set>
                                      <p:cBhvr>
                                        <p:cTn id="34" dur="indefinite"/>
                                        <p:tgtEl>
                                          <p:spTgt spid="55"/>
                                        </p:tgtEl>
                                        <p:attrNameLst>
                                          <p:attrName>fill.type</p:attrName>
                                        </p:attrNameLst>
                                      </p:cBhvr>
                                      <p:to>
                                        <p:strVal val="solid"/>
                                      </p:to>
                                    </p:set>
                                    <p:set>
                                      <p:cBhvr>
                                        <p:cTn id="35" dur="indefinite"/>
                                        <p:tgtEl>
                                          <p:spTgt spid="55"/>
                                        </p:tgtEl>
                                        <p:attrNameLst>
                                          <p:attrName>fill.on</p:attrName>
                                        </p:attrNameLst>
                                      </p:cBhvr>
                                      <p:to>
                                        <p:strVal val="true"/>
                                      </p:to>
                                    </p:set>
                                  </p:childTnLst>
                                </p:cTn>
                              </p:par>
                            </p:childTnLst>
                          </p:cTn>
                        </p:par>
                        <p:par>
                          <p:cTn id="36" fill="hold">
                            <p:stCondLst>
                              <p:cond delay="3500"/>
                            </p:stCondLst>
                            <p:childTnLst>
                              <p:par>
                                <p:cTn id="37" presetID="2" presetClass="entr" presetSubtype="12" fill="hold" nodeType="afterEffect">
                                  <p:stCondLst>
                                    <p:cond delay="0"/>
                                  </p:stCondLst>
                                  <p:childTnLst>
                                    <p:set>
                                      <p:cBhvr>
                                        <p:cTn id="38" dur="1" fill="hold">
                                          <p:stCondLst>
                                            <p:cond delay="0"/>
                                          </p:stCondLst>
                                        </p:cTn>
                                        <p:tgtEl>
                                          <p:spTgt spid="51"/>
                                        </p:tgtEl>
                                        <p:attrNameLst>
                                          <p:attrName>style.visibility</p:attrName>
                                        </p:attrNameLst>
                                      </p:cBhvr>
                                      <p:to>
                                        <p:strVal val="visible"/>
                                      </p:to>
                                    </p:set>
                                    <p:anim calcmode="lin" valueType="num">
                                      <p:cBhvr additive="base">
                                        <p:cTn id="39" dur="500" fill="hold"/>
                                        <p:tgtEl>
                                          <p:spTgt spid="51"/>
                                        </p:tgtEl>
                                        <p:attrNameLst>
                                          <p:attrName>ppt_x</p:attrName>
                                        </p:attrNameLst>
                                      </p:cBhvr>
                                      <p:tavLst>
                                        <p:tav tm="0">
                                          <p:val>
                                            <p:strVal val="0-#ppt_w/2"/>
                                          </p:val>
                                        </p:tav>
                                        <p:tav tm="100000">
                                          <p:val>
                                            <p:strVal val="#ppt_x"/>
                                          </p:val>
                                        </p:tav>
                                      </p:tavLst>
                                    </p:anim>
                                    <p:anim calcmode="lin" valueType="num">
                                      <p:cBhvr additive="base">
                                        <p:cTn id="40" dur="500" fill="hold"/>
                                        <p:tgtEl>
                                          <p:spTgt spid="51"/>
                                        </p:tgtEl>
                                        <p:attrNameLst>
                                          <p:attrName>ppt_y</p:attrName>
                                        </p:attrNameLst>
                                      </p:cBhvr>
                                      <p:tavLst>
                                        <p:tav tm="0">
                                          <p:val>
                                            <p:strVal val="1+#ppt_h/2"/>
                                          </p:val>
                                        </p:tav>
                                        <p:tav tm="100000">
                                          <p:val>
                                            <p:strVal val="#ppt_y"/>
                                          </p:val>
                                        </p:tav>
                                      </p:tavLst>
                                    </p:anim>
                                  </p:childTnLst>
                                </p:cTn>
                              </p:par>
                            </p:childTnLst>
                          </p:cTn>
                        </p:par>
                        <p:par>
                          <p:cTn id="41" fill="hold">
                            <p:stCondLst>
                              <p:cond delay="4000"/>
                            </p:stCondLst>
                            <p:childTnLst>
                              <p:par>
                                <p:cTn id="42" presetID="26" presetClass="emph" presetSubtype="0" fill="hold" grpId="0" nodeType="afterEffect">
                                  <p:stCondLst>
                                    <p:cond delay="0"/>
                                  </p:stCondLst>
                                  <p:childTnLst>
                                    <p:animEffect transition="out" filter="fade">
                                      <p:cBhvr>
                                        <p:cTn id="43" dur="500" tmFilter="0, 0; .2, .5; .8, .5; 1, 0"/>
                                        <p:tgtEl>
                                          <p:spTgt spid="50"/>
                                        </p:tgtEl>
                                      </p:cBhvr>
                                    </p:animEffect>
                                    <p:animScale>
                                      <p:cBhvr>
                                        <p:cTn id="44" dur="250" autoRev="1" fill="hold"/>
                                        <p:tgtEl>
                                          <p:spTgt spid="50"/>
                                        </p:tgtEl>
                                      </p:cBhvr>
                                      <p:by x="105000" y="105000"/>
                                    </p:animScale>
                                  </p:childTnLst>
                                </p:cTn>
                              </p:par>
                            </p:childTnLst>
                          </p:cTn>
                        </p:par>
                        <p:par>
                          <p:cTn id="45" fill="hold">
                            <p:stCondLst>
                              <p:cond delay="4500"/>
                            </p:stCondLst>
                            <p:childTnLst>
                              <p:par>
                                <p:cTn id="46" presetID="22" presetClass="entr" presetSubtype="1" fill="hold" grpId="0" nodeType="after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wipe(up)">
                                      <p:cBhvr>
                                        <p:cTn id="48" dur="500"/>
                                        <p:tgtEl>
                                          <p:spTgt spid="48"/>
                                        </p:tgtEl>
                                      </p:cBhvr>
                                    </p:animEffect>
                                  </p:childTnLst>
                                </p:cTn>
                              </p:par>
                            </p:childTnLst>
                          </p:cTn>
                        </p:par>
                        <p:par>
                          <p:cTn id="49" fill="hold">
                            <p:stCondLst>
                              <p:cond delay="5000"/>
                            </p:stCondLst>
                            <p:childTnLst>
                              <p:par>
                                <p:cTn id="50" presetID="0" presetClass="path" presetSubtype="0" accel="50000" decel="50000" fill="hold" nodeType="afterEffect">
                                  <p:stCondLst>
                                    <p:cond delay="0"/>
                                  </p:stCondLst>
                                  <p:childTnLst>
                                    <p:animMotion origin="layout" path="M -2.70833E-6 0.04722 C -0.03606 0.07222 -0.07187 0.09792 -0.09531 0.10625 C -0.11875 0.11505 -0.13398 0.09884 -0.14153 0.09676 " pathEditMode="relative" rAng="0" ptsTypes="AAA">
                                      <p:cBhvr>
                                        <p:cTn id="51" dur="1000" fill="hold"/>
                                        <p:tgtEl>
                                          <p:spTgt spid="51"/>
                                        </p:tgtEl>
                                        <p:attrNameLst>
                                          <p:attrName>ppt_x</p:attrName>
                                          <p:attrName>ppt_y</p:attrName>
                                        </p:attrNameLst>
                                      </p:cBhvr>
                                      <p:rCtr x="-7083" y="3079"/>
                                    </p:animMotion>
                                  </p:childTnLst>
                                </p:cTn>
                              </p:par>
                            </p:childTnLst>
                          </p:cTn>
                        </p:par>
                        <p:par>
                          <p:cTn id="52" fill="hold">
                            <p:stCondLst>
                              <p:cond delay="6000"/>
                            </p:stCondLst>
                            <p:childTnLst>
                              <p:par>
                                <p:cTn id="53" presetID="22" presetClass="exit" presetSubtype="4" fill="hold" grpId="1" nodeType="afterEffect">
                                  <p:stCondLst>
                                    <p:cond delay="0"/>
                                  </p:stCondLst>
                                  <p:childTnLst>
                                    <p:animEffect transition="out" filter="wipe(down)">
                                      <p:cBhvr>
                                        <p:cTn id="54" dur="500"/>
                                        <p:tgtEl>
                                          <p:spTgt spid="48"/>
                                        </p:tgtEl>
                                      </p:cBhvr>
                                    </p:animEffect>
                                    <p:set>
                                      <p:cBhvr>
                                        <p:cTn id="55" dur="1" fill="hold">
                                          <p:stCondLst>
                                            <p:cond delay="499"/>
                                          </p:stCondLst>
                                        </p:cTn>
                                        <p:tgtEl>
                                          <p:spTgt spid="48"/>
                                        </p:tgtEl>
                                        <p:attrNameLst>
                                          <p:attrName>style.visibility</p:attrName>
                                        </p:attrNameLst>
                                      </p:cBhvr>
                                      <p:to>
                                        <p:strVal val="hidden"/>
                                      </p:to>
                                    </p:set>
                                  </p:childTnLst>
                                </p:cTn>
                              </p:par>
                            </p:childTnLst>
                          </p:cTn>
                        </p:par>
                        <p:par>
                          <p:cTn id="56" fill="hold">
                            <p:stCondLst>
                              <p:cond delay="6500"/>
                            </p:stCondLst>
                            <p:childTnLst>
                              <p:par>
                                <p:cTn id="57" presetID="22" presetClass="entr" presetSubtype="4" fill="hold" grpId="0" nodeType="afterEffect">
                                  <p:stCondLst>
                                    <p:cond delay="0"/>
                                  </p:stCondLst>
                                  <p:childTnLst>
                                    <p:set>
                                      <p:cBhvr>
                                        <p:cTn id="58" dur="1" fill="hold">
                                          <p:stCondLst>
                                            <p:cond delay="0"/>
                                          </p:stCondLst>
                                        </p:cTn>
                                        <p:tgtEl>
                                          <p:spTgt spid="49"/>
                                        </p:tgtEl>
                                        <p:attrNameLst>
                                          <p:attrName>style.visibility</p:attrName>
                                        </p:attrNameLst>
                                      </p:cBhvr>
                                      <p:to>
                                        <p:strVal val="visible"/>
                                      </p:to>
                                    </p:set>
                                    <p:animEffect transition="in" filter="wipe(down)">
                                      <p:cBhvr>
                                        <p:cTn id="59" dur="500"/>
                                        <p:tgtEl>
                                          <p:spTgt spid="49"/>
                                        </p:tgtEl>
                                      </p:cBhvr>
                                    </p:animEffect>
                                  </p:childTnLst>
                                </p:cTn>
                              </p:par>
                              <p:par>
                                <p:cTn id="60" presetID="9" presetClass="exit" presetSubtype="0" fill="hold" nodeType="withEffect">
                                  <p:stCondLst>
                                    <p:cond delay="0"/>
                                  </p:stCondLst>
                                  <p:childTnLst>
                                    <p:animEffect transition="out" filter="dissolve">
                                      <p:cBhvr>
                                        <p:cTn id="61" dur="500"/>
                                        <p:tgtEl>
                                          <p:spTgt spid="51"/>
                                        </p:tgtEl>
                                      </p:cBhvr>
                                    </p:animEffect>
                                    <p:set>
                                      <p:cBhvr>
                                        <p:cTn id="62" dur="1" fill="hold">
                                          <p:stCondLst>
                                            <p:cond delay="499"/>
                                          </p:stCondLst>
                                        </p:cTn>
                                        <p:tgtEl>
                                          <p:spTgt spid="51"/>
                                        </p:tgtEl>
                                        <p:attrNameLst>
                                          <p:attrName>style.visibility</p:attrName>
                                        </p:attrNameLst>
                                      </p:cBhvr>
                                      <p:to>
                                        <p:strVal val="hidden"/>
                                      </p:to>
                                    </p:set>
                                  </p:childTnLst>
                                </p:cTn>
                              </p:par>
                            </p:childTnLst>
                          </p:cTn>
                        </p:par>
                        <p:par>
                          <p:cTn id="63" fill="hold">
                            <p:stCondLst>
                              <p:cond delay="7000"/>
                            </p:stCondLst>
                            <p:childTnLst>
                              <p:par>
                                <p:cTn id="64" presetID="1" presetClass="emph" presetSubtype="1" nodeType="afterEffect">
                                  <p:stCondLst>
                                    <p:cond delay="0"/>
                                  </p:stCondLst>
                                  <p:childTnLst>
                                    <p:set>
                                      <p:cBhvr>
                                        <p:cTn id="65" dur="indefinite"/>
                                        <p:tgtEl>
                                          <p:spTgt spid="61"/>
                                        </p:tgtEl>
                                        <p:attrNameLst>
                                          <p:attrName>fillcolor</p:attrName>
                                        </p:attrNameLst>
                                      </p:cBhvr>
                                      <p:to>
                                        <p:clrVal>
                                          <a:srgbClr val="FF0000"/>
                                        </p:clrVal>
                                      </p:to>
                                    </p:set>
                                    <p:set>
                                      <p:cBhvr>
                                        <p:cTn id="66" dur="indefinite"/>
                                        <p:tgtEl>
                                          <p:spTgt spid="61"/>
                                        </p:tgtEl>
                                        <p:attrNameLst>
                                          <p:attrName>fill.type</p:attrName>
                                        </p:attrNameLst>
                                      </p:cBhvr>
                                      <p:to>
                                        <p:strVal val="solid"/>
                                      </p:to>
                                    </p:set>
                                    <p:set>
                                      <p:cBhvr>
                                        <p:cTn id="67" dur="indefinite"/>
                                        <p:tgtEl>
                                          <p:spTgt spid="61"/>
                                        </p:tgtEl>
                                        <p:attrNameLst>
                                          <p:attrName>fill.on</p:attrName>
                                        </p:attrNameLst>
                                      </p:cBhvr>
                                      <p:to>
                                        <p:strVal val="true"/>
                                      </p:to>
                                    </p:set>
                                  </p:childTnLst>
                                </p:cTn>
                              </p:par>
                            </p:childTnLst>
                          </p:cTn>
                        </p:par>
                        <p:par>
                          <p:cTn id="68" fill="hold">
                            <p:stCondLst>
                              <p:cond delay="7000"/>
                            </p:stCondLst>
                            <p:childTnLst>
                              <p:par>
                                <p:cTn id="69" presetID="2" presetClass="entr" presetSubtype="12" fill="hold" nodeType="afterEffect">
                                  <p:stCondLst>
                                    <p:cond delay="0"/>
                                  </p:stCondLst>
                                  <p:childTnLst>
                                    <p:set>
                                      <p:cBhvr>
                                        <p:cTn id="70" dur="1" fill="hold">
                                          <p:stCondLst>
                                            <p:cond delay="0"/>
                                          </p:stCondLst>
                                        </p:cTn>
                                        <p:tgtEl>
                                          <p:spTgt spid="43"/>
                                        </p:tgtEl>
                                        <p:attrNameLst>
                                          <p:attrName>style.visibility</p:attrName>
                                        </p:attrNameLst>
                                      </p:cBhvr>
                                      <p:to>
                                        <p:strVal val="visible"/>
                                      </p:to>
                                    </p:set>
                                    <p:anim calcmode="lin" valueType="num">
                                      <p:cBhvr additive="base">
                                        <p:cTn id="71" dur="500" fill="hold"/>
                                        <p:tgtEl>
                                          <p:spTgt spid="43"/>
                                        </p:tgtEl>
                                        <p:attrNameLst>
                                          <p:attrName>ppt_x</p:attrName>
                                        </p:attrNameLst>
                                      </p:cBhvr>
                                      <p:tavLst>
                                        <p:tav tm="0">
                                          <p:val>
                                            <p:strVal val="0-#ppt_w/2"/>
                                          </p:val>
                                        </p:tav>
                                        <p:tav tm="100000">
                                          <p:val>
                                            <p:strVal val="#ppt_x"/>
                                          </p:val>
                                        </p:tav>
                                      </p:tavLst>
                                    </p:anim>
                                    <p:anim calcmode="lin" valueType="num">
                                      <p:cBhvr additive="base">
                                        <p:cTn id="72" dur="500" fill="hold"/>
                                        <p:tgtEl>
                                          <p:spTgt spid="43"/>
                                        </p:tgtEl>
                                        <p:attrNameLst>
                                          <p:attrName>ppt_y</p:attrName>
                                        </p:attrNameLst>
                                      </p:cBhvr>
                                      <p:tavLst>
                                        <p:tav tm="0">
                                          <p:val>
                                            <p:strVal val="1+#ppt_h/2"/>
                                          </p:val>
                                        </p:tav>
                                        <p:tav tm="100000">
                                          <p:val>
                                            <p:strVal val="#ppt_y"/>
                                          </p:val>
                                        </p:tav>
                                      </p:tavLst>
                                    </p:anim>
                                  </p:childTnLst>
                                </p:cTn>
                              </p:par>
                            </p:childTnLst>
                          </p:cTn>
                        </p:par>
                        <p:par>
                          <p:cTn id="73" fill="hold">
                            <p:stCondLst>
                              <p:cond delay="7500"/>
                            </p:stCondLst>
                            <p:childTnLst>
                              <p:par>
                                <p:cTn id="74" presetID="26" presetClass="emph" presetSubtype="0" fill="hold" grpId="0" nodeType="afterEffect">
                                  <p:stCondLst>
                                    <p:cond delay="0"/>
                                  </p:stCondLst>
                                  <p:childTnLst>
                                    <p:animEffect transition="out" filter="fade">
                                      <p:cBhvr>
                                        <p:cTn id="75" dur="500" tmFilter="0, 0; .2, .5; .8, .5; 1, 0"/>
                                        <p:tgtEl>
                                          <p:spTgt spid="42"/>
                                        </p:tgtEl>
                                      </p:cBhvr>
                                    </p:animEffect>
                                    <p:animScale>
                                      <p:cBhvr>
                                        <p:cTn id="76" dur="250" autoRev="1" fill="hold"/>
                                        <p:tgtEl>
                                          <p:spTgt spid="42"/>
                                        </p:tgtEl>
                                      </p:cBhvr>
                                      <p:by x="105000" y="105000"/>
                                    </p:animScale>
                                  </p:childTnLst>
                                </p:cTn>
                              </p:par>
                            </p:childTnLst>
                          </p:cTn>
                        </p:par>
                        <p:par>
                          <p:cTn id="77" fill="hold">
                            <p:stCondLst>
                              <p:cond delay="8000"/>
                            </p:stCondLst>
                            <p:childTnLst>
                              <p:par>
                                <p:cTn id="78" presetID="22" presetClass="entr" presetSubtype="1" fill="hold" grpId="0" nodeType="afterEffect">
                                  <p:stCondLst>
                                    <p:cond delay="0"/>
                                  </p:stCondLst>
                                  <p:childTnLst>
                                    <p:set>
                                      <p:cBhvr>
                                        <p:cTn id="79" dur="1" fill="hold">
                                          <p:stCondLst>
                                            <p:cond delay="0"/>
                                          </p:stCondLst>
                                        </p:cTn>
                                        <p:tgtEl>
                                          <p:spTgt spid="40"/>
                                        </p:tgtEl>
                                        <p:attrNameLst>
                                          <p:attrName>style.visibility</p:attrName>
                                        </p:attrNameLst>
                                      </p:cBhvr>
                                      <p:to>
                                        <p:strVal val="visible"/>
                                      </p:to>
                                    </p:set>
                                    <p:animEffect transition="in" filter="wipe(up)">
                                      <p:cBhvr>
                                        <p:cTn id="80" dur="500"/>
                                        <p:tgtEl>
                                          <p:spTgt spid="40"/>
                                        </p:tgtEl>
                                      </p:cBhvr>
                                    </p:animEffect>
                                  </p:childTnLst>
                                </p:cTn>
                              </p:par>
                            </p:childTnLst>
                          </p:cTn>
                        </p:par>
                        <p:par>
                          <p:cTn id="81" fill="hold">
                            <p:stCondLst>
                              <p:cond delay="8500"/>
                            </p:stCondLst>
                            <p:childTnLst>
                              <p:par>
                                <p:cTn id="82" presetID="0" presetClass="path" presetSubtype="0" accel="50000" decel="50000" fill="hold" nodeType="afterEffect">
                                  <p:stCondLst>
                                    <p:cond delay="0"/>
                                  </p:stCondLst>
                                  <p:childTnLst>
                                    <p:animMotion origin="layout" path="M -4.375E-6 3.7037E-7 C -0.03606 0.025 -0.07187 0.05069 -0.09531 0.05903 C -0.11875 0.06782 -0.13398 0.05162 -0.14153 0.04954 " pathEditMode="relative" rAng="0" ptsTypes="AAA">
                                      <p:cBhvr>
                                        <p:cTn id="83" dur="1000" fill="hold"/>
                                        <p:tgtEl>
                                          <p:spTgt spid="43"/>
                                        </p:tgtEl>
                                        <p:attrNameLst>
                                          <p:attrName>ppt_x</p:attrName>
                                          <p:attrName>ppt_y</p:attrName>
                                        </p:attrNameLst>
                                      </p:cBhvr>
                                      <p:rCtr x="-7083" y="3079"/>
                                    </p:animMotion>
                                  </p:childTnLst>
                                </p:cTn>
                              </p:par>
                            </p:childTnLst>
                          </p:cTn>
                        </p:par>
                        <p:par>
                          <p:cTn id="84" fill="hold">
                            <p:stCondLst>
                              <p:cond delay="9500"/>
                            </p:stCondLst>
                            <p:childTnLst>
                              <p:par>
                                <p:cTn id="85" presetID="22" presetClass="exit" presetSubtype="4" fill="hold" grpId="1" nodeType="afterEffect">
                                  <p:stCondLst>
                                    <p:cond delay="0"/>
                                  </p:stCondLst>
                                  <p:childTnLst>
                                    <p:animEffect transition="out" filter="wipe(down)">
                                      <p:cBhvr>
                                        <p:cTn id="86" dur="500"/>
                                        <p:tgtEl>
                                          <p:spTgt spid="40"/>
                                        </p:tgtEl>
                                      </p:cBhvr>
                                    </p:animEffect>
                                    <p:set>
                                      <p:cBhvr>
                                        <p:cTn id="87" dur="1" fill="hold">
                                          <p:stCondLst>
                                            <p:cond delay="499"/>
                                          </p:stCondLst>
                                        </p:cTn>
                                        <p:tgtEl>
                                          <p:spTgt spid="40"/>
                                        </p:tgtEl>
                                        <p:attrNameLst>
                                          <p:attrName>style.visibility</p:attrName>
                                        </p:attrNameLst>
                                      </p:cBhvr>
                                      <p:to>
                                        <p:strVal val="hidden"/>
                                      </p:to>
                                    </p:set>
                                  </p:childTnLst>
                                </p:cTn>
                              </p:par>
                            </p:childTnLst>
                          </p:cTn>
                        </p:par>
                        <p:par>
                          <p:cTn id="88" fill="hold">
                            <p:stCondLst>
                              <p:cond delay="10000"/>
                            </p:stCondLst>
                            <p:childTnLst>
                              <p:par>
                                <p:cTn id="89" presetID="22" presetClass="entr" presetSubtype="4" fill="hold" grpId="0" nodeType="afterEffect">
                                  <p:stCondLst>
                                    <p:cond delay="0"/>
                                  </p:stCondLst>
                                  <p:childTnLst>
                                    <p:set>
                                      <p:cBhvr>
                                        <p:cTn id="90" dur="1" fill="hold">
                                          <p:stCondLst>
                                            <p:cond delay="0"/>
                                          </p:stCondLst>
                                        </p:cTn>
                                        <p:tgtEl>
                                          <p:spTgt spid="41"/>
                                        </p:tgtEl>
                                        <p:attrNameLst>
                                          <p:attrName>style.visibility</p:attrName>
                                        </p:attrNameLst>
                                      </p:cBhvr>
                                      <p:to>
                                        <p:strVal val="visible"/>
                                      </p:to>
                                    </p:set>
                                    <p:animEffect transition="in" filter="wipe(down)">
                                      <p:cBhvr>
                                        <p:cTn id="91" dur="500"/>
                                        <p:tgtEl>
                                          <p:spTgt spid="41"/>
                                        </p:tgtEl>
                                      </p:cBhvr>
                                    </p:animEffect>
                                  </p:childTnLst>
                                </p:cTn>
                              </p:par>
                              <p:par>
                                <p:cTn id="92" presetID="9" presetClass="exit" presetSubtype="0" fill="hold" nodeType="withEffect">
                                  <p:stCondLst>
                                    <p:cond delay="0"/>
                                  </p:stCondLst>
                                  <p:childTnLst>
                                    <p:animEffect transition="out" filter="dissolve">
                                      <p:cBhvr>
                                        <p:cTn id="93" dur="500"/>
                                        <p:tgtEl>
                                          <p:spTgt spid="43"/>
                                        </p:tgtEl>
                                      </p:cBhvr>
                                    </p:animEffect>
                                    <p:set>
                                      <p:cBhvr>
                                        <p:cTn id="94" dur="1" fill="hold">
                                          <p:stCondLst>
                                            <p:cond delay="499"/>
                                          </p:stCondLst>
                                        </p:cTn>
                                        <p:tgtEl>
                                          <p:spTgt spid="43"/>
                                        </p:tgtEl>
                                        <p:attrNameLst>
                                          <p:attrName>style.visibility</p:attrName>
                                        </p:attrNameLst>
                                      </p:cBhvr>
                                      <p:to>
                                        <p:strVal val="hidden"/>
                                      </p:to>
                                    </p:set>
                                  </p:childTnLst>
                                </p:cTn>
                              </p:par>
                            </p:childTnLst>
                          </p:cTn>
                        </p:par>
                        <p:par>
                          <p:cTn id="95" fill="hold">
                            <p:stCondLst>
                              <p:cond delay="10500"/>
                            </p:stCondLst>
                            <p:childTnLst>
                              <p:par>
                                <p:cTn id="96" presetID="2" presetClass="entr" presetSubtype="12" fill="hold" nodeType="afterEffect">
                                  <p:stCondLst>
                                    <p:cond delay="0"/>
                                  </p:stCondLst>
                                  <p:childTnLst>
                                    <p:set>
                                      <p:cBhvr>
                                        <p:cTn id="97" dur="1" fill="hold">
                                          <p:stCondLst>
                                            <p:cond delay="0"/>
                                          </p:stCondLst>
                                        </p:cTn>
                                        <p:tgtEl>
                                          <p:spTgt spid="38"/>
                                        </p:tgtEl>
                                        <p:attrNameLst>
                                          <p:attrName>style.visibility</p:attrName>
                                        </p:attrNameLst>
                                      </p:cBhvr>
                                      <p:to>
                                        <p:strVal val="visible"/>
                                      </p:to>
                                    </p:set>
                                    <p:anim calcmode="lin" valueType="num">
                                      <p:cBhvr additive="base">
                                        <p:cTn id="98" dur="500" fill="hold"/>
                                        <p:tgtEl>
                                          <p:spTgt spid="38"/>
                                        </p:tgtEl>
                                        <p:attrNameLst>
                                          <p:attrName>ppt_x</p:attrName>
                                        </p:attrNameLst>
                                      </p:cBhvr>
                                      <p:tavLst>
                                        <p:tav tm="0">
                                          <p:val>
                                            <p:strVal val="0-#ppt_w/2"/>
                                          </p:val>
                                        </p:tav>
                                        <p:tav tm="100000">
                                          <p:val>
                                            <p:strVal val="#ppt_x"/>
                                          </p:val>
                                        </p:tav>
                                      </p:tavLst>
                                    </p:anim>
                                    <p:anim calcmode="lin" valueType="num">
                                      <p:cBhvr additive="base">
                                        <p:cTn id="99" dur="500" fill="hold"/>
                                        <p:tgtEl>
                                          <p:spTgt spid="38"/>
                                        </p:tgtEl>
                                        <p:attrNameLst>
                                          <p:attrName>ppt_y</p:attrName>
                                        </p:attrNameLst>
                                      </p:cBhvr>
                                      <p:tavLst>
                                        <p:tav tm="0">
                                          <p:val>
                                            <p:strVal val="1+#ppt_h/2"/>
                                          </p:val>
                                        </p:tav>
                                        <p:tav tm="100000">
                                          <p:val>
                                            <p:strVal val="#ppt_y"/>
                                          </p:val>
                                        </p:tav>
                                      </p:tavLst>
                                    </p:anim>
                                  </p:childTnLst>
                                </p:cTn>
                              </p:par>
                            </p:childTnLst>
                          </p:cTn>
                        </p:par>
                        <p:par>
                          <p:cTn id="100" fill="hold">
                            <p:stCondLst>
                              <p:cond delay="11000"/>
                            </p:stCondLst>
                            <p:childTnLst>
                              <p:par>
                                <p:cTn id="101" presetID="0" presetClass="path" presetSubtype="0" accel="50000" decel="50000" fill="hold" nodeType="afterEffect">
                                  <p:stCondLst>
                                    <p:cond delay="0"/>
                                  </p:stCondLst>
                                  <p:childTnLst>
                                    <p:animMotion origin="layout" path="M 1.25E-6 2.59259E-6 C -0.02734 0.05046 -0.0543 0.10278 -0.07201 0.11944 C -0.08971 0.13773 -0.10117 0.10463 -0.10651 0.10046 " pathEditMode="relative" rAng="0" ptsTypes="AAA">
                                      <p:cBhvr>
                                        <p:cTn id="102" dur="1000" fill="hold"/>
                                        <p:tgtEl>
                                          <p:spTgt spid="38"/>
                                        </p:tgtEl>
                                        <p:attrNameLst>
                                          <p:attrName>ppt_x</p:attrName>
                                          <p:attrName>ppt_y</p:attrName>
                                        </p:attrNameLst>
                                      </p:cBhvr>
                                      <p:rCtr x="-5326" y="6227"/>
                                    </p:animMotion>
                                  </p:childTnLst>
                                </p:cTn>
                              </p:par>
                            </p:childTnLst>
                          </p:cTn>
                        </p:par>
                        <p:par>
                          <p:cTn id="103" fill="hold">
                            <p:stCondLst>
                              <p:cond delay="12000"/>
                            </p:stCondLst>
                            <p:childTnLst>
                              <p:par>
                                <p:cTn id="104" presetID="9" presetClass="exit" presetSubtype="0" fill="hold" nodeType="afterEffect">
                                  <p:stCondLst>
                                    <p:cond delay="0"/>
                                  </p:stCondLst>
                                  <p:childTnLst>
                                    <p:animEffect transition="out" filter="dissolve">
                                      <p:cBhvr>
                                        <p:cTn id="105" dur="500"/>
                                        <p:tgtEl>
                                          <p:spTgt spid="38"/>
                                        </p:tgtEl>
                                      </p:cBhvr>
                                    </p:animEffect>
                                    <p:set>
                                      <p:cBhvr>
                                        <p:cTn id="106" dur="1" fill="hold">
                                          <p:stCondLst>
                                            <p:cond delay="499"/>
                                          </p:stCondLst>
                                        </p:cTn>
                                        <p:tgtEl>
                                          <p:spTgt spid="38"/>
                                        </p:tgtEl>
                                        <p:attrNameLst>
                                          <p:attrName>style.visibility</p:attrName>
                                        </p:attrNameLst>
                                      </p:cBhvr>
                                      <p:to>
                                        <p:strVal val="hidden"/>
                                      </p:to>
                                    </p:set>
                                  </p:childTnLst>
                                </p:cTn>
                              </p:par>
                            </p:childTnLst>
                          </p:cTn>
                        </p:par>
                        <p:par>
                          <p:cTn id="107" fill="hold">
                            <p:stCondLst>
                              <p:cond delay="12500"/>
                            </p:stCondLst>
                            <p:childTnLst>
                              <p:par>
                                <p:cTn id="108" presetID="1" presetClass="emph" presetSubtype="1" nodeType="afterEffect">
                                  <p:stCondLst>
                                    <p:cond delay="0"/>
                                  </p:stCondLst>
                                  <p:childTnLst>
                                    <p:set>
                                      <p:cBhvr>
                                        <p:cTn id="109" dur="indefinite"/>
                                        <p:tgtEl>
                                          <p:spTgt spid="37"/>
                                        </p:tgtEl>
                                        <p:attrNameLst>
                                          <p:attrName>fillcolor</p:attrName>
                                        </p:attrNameLst>
                                      </p:cBhvr>
                                      <p:to>
                                        <p:clrVal>
                                          <a:srgbClr val="FF0000"/>
                                        </p:clrVal>
                                      </p:to>
                                    </p:set>
                                    <p:set>
                                      <p:cBhvr>
                                        <p:cTn id="110" dur="indefinite"/>
                                        <p:tgtEl>
                                          <p:spTgt spid="37"/>
                                        </p:tgtEl>
                                        <p:attrNameLst>
                                          <p:attrName>fill.type</p:attrName>
                                        </p:attrNameLst>
                                      </p:cBhvr>
                                      <p:to>
                                        <p:strVal val="solid"/>
                                      </p:to>
                                    </p:set>
                                    <p:set>
                                      <p:cBhvr>
                                        <p:cTn id="111" dur="indefinite"/>
                                        <p:tgtEl>
                                          <p:spTgt spid="37"/>
                                        </p:tgtEl>
                                        <p:attrNameLst>
                                          <p:attrName>fill.on</p:attrName>
                                        </p:attrNameLst>
                                      </p:cBhvr>
                                      <p:to>
                                        <p:strVal val="true"/>
                                      </p:to>
                                    </p:set>
                                  </p:childTnLst>
                                </p:cTn>
                              </p:par>
                            </p:childTnLst>
                          </p:cTn>
                        </p:par>
                        <p:par>
                          <p:cTn id="112" fill="hold">
                            <p:stCondLst>
                              <p:cond delay="12500"/>
                            </p:stCondLst>
                            <p:childTnLst>
                              <p:par>
                                <p:cTn id="113" presetID="1" presetClass="entr" presetSubtype="0" fill="hold" grpId="0" nodeType="afterEffect">
                                  <p:stCondLst>
                                    <p:cond delay="0"/>
                                  </p:stCondLst>
                                  <p:childTnLst>
                                    <p:set>
                                      <p:cBhvr>
                                        <p:cTn id="114" dur="1" fill="hold">
                                          <p:stCondLst>
                                            <p:cond delay="0"/>
                                          </p:stCondLst>
                                        </p:cTn>
                                        <p:tgtEl>
                                          <p:spTgt spid="29"/>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30"/>
                                        </p:tgtEl>
                                        <p:attrNameLst>
                                          <p:attrName>style.visibility</p:attrName>
                                        </p:attrNameLst>
                                      </p:cBhvr>
                                      <p:to>
                                        <p:strVal val="visible"/>
                                      </p:to>
                                    </p:set>
                                  </p:childTnLst>
                                </p:cTn>
                              </p:par>
                              <p:par>
                                <p:cTn id="117" presetID="1" presetClass="entr" presetSubtype="0" fill="hold" grpId="0" nodeType="withEffect">
                                  <p:stCondLst>
                                    <p:cond delay="0"/>
                                  </p:stCondLst>
                                  <p:iterate type="lt">
                                    <p:tmAbs val="0"/>
                                  </p:iterate>
                                  <p:childTnLst>
                                    <p:set>
                                      <p:cBhvr>
                                        <p:cTn id="118" dur="1" fill="hold">
                                          <p:stCondLst>
                                            <p:cond delay="0"/>
                                          </p:stCondLst>
                                        </p:cTn>
                                        <p:tgtEl>
                                          <p:spTgt spid="28"/>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27"/>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26" presetClass="emph" presetSubtype="0" fill="hold" grpId="1" nodeType="clickEffect">
                                  <p:stCondLst>
                                    <p:cond delay="0"/>
                                  </p:stCondLst>
                                  <p:iterate type="lt">
                                    <p:tmPct val="0"/>
                                  </p:iterate>
                                  <p:childTnLst>
                                    <p:animEffect transition="out" filter="fade">
                                      <p:cBhvr>
                                        <p:cTn id="124" dur="500" tmFilter="0, 0; .2, .5; .8, .5; 1, 0"/>
                                        <p:tgtEl>
                                          <p:spTgt spid="28"/>
                                        </p:tgtEl>
                                      </p:cBhvr>
                                    </p:animEffect>
                                    <p:animScale>
                                      <p:cBhvr>
                                        <p:cTn id="125" dur="250" autoRev="1" fill="hold"/>
                                        <p:tgtEl>
                                          <p:spTgt spid="28"/>
                                        </p:tgtEl>
                                      </p:cBhvr>
                                      <p:by x="105000" y="105000"/>
                                    </p:animScale>
                                  </p:childTnLst>
                                </p:cTn>
                              </p:par>
                            </p:childTnLst>
                          </p:cTn>
                        </p:par>
                      </p:childTnLst>
                    </p:cTn>
                  </p:par>
                  <p:par>
                    <p:cTn id="126" fill="hold">
                      <p:stCondLst>
                        <p:cond delay="indefinite"/>
                      </p:stCondLst>
                      <p:childTnLst>
                        <p:par>
                          <p:cTn id="127" fill="hold">
                            <p:stCondLst>
                              <p:cond delay="0"/>
                            </p:stCondLst>
                            <p:childTnLst>
                              <p:par>
                                <p:cTn id="128" presetID="26" presetClass="emph" presetSubtype="0" fill="hold" grpId="1" nodeType="clickEffect">
                                  <p:stCondLst>
                                    <p:cond delay="0"/>
                                  </p:stCondLst>
                                  <p:childTnLst>
                                    <p:animEffect transition="out" filter="fade">
                                      <p:cBhvr>
                                        <p:cTn id="129" dur="500" tmFilter="0, 0; .2, .5; .8, .5; 1, 0"/>
                                        <p:tgtEl>
                                          <p:spTgt spid="27"/>
                                        </p:tgtEl>
                                      </p:cBhvr>
                                    </p:animEffect>
                                    <p:animScale>
                                      <p:cBhvr>
                                        <p:cTn id="130" dur="250" autoRev="1" fill="hold"/>
                                        <p:tgtEl>
                                          <p:spTgt spid="2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7" grpId="1" animBg="1"/>
      <p:bldP spid="28" grpId="0" animBg="1"/>
      <p:bldP spid="28" grpId="1" animBg="1"/>
      <p:bldP spid="29" grpId="0" animBg="1"/>
      <p:bldP spid="30" grpId="0" animBg="1"/>
      <p:bldP spid="32" grpId="0" animBg="1"/>
      <p:bldP spid="32" grpId="1" animBg="1"/>
      <p:bldP spid="33" grpId="0" animBg="1"/>
      <p:bldP spid="34" grpId="0" animBg="1"/>
      <p:bldP spid="40" grpId="0" animBg="1"/>
      <p:bldP spid="40" grpId="1" animBg="1"/>
      <p:bldP spid="41" grpId="0" animBg="1"/>
      <p:bldP spid="42" grpId="0" animBg="1"/>
      <p:bldP spid="48" grpId="0" animBg="1"/>
      <p:bldP spid="48" grpId="1" animBg="1"/>
      <p:bldP spid="49" grpId="0" animBg="1"/>
      <p:bldP spid="5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E76D1-B465-43FD-308A-56740EE53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5176A5-05DE-D58D-271C-2E4C0994FA35}"/>
              </a:ext>
            </a:extLst>
          </p:cNvPr>
          <p:cNvSpPr>
            <a:spLocks noGrp="1"/>
          </p:cNvSpPr>
          <p:nvPr>
            <p:ph type="title"/>
          </p:nvPr>
        </p:nvSpPr>
        <p:spPr>
          <a:xfrm>
            <a:off x="0" y="1399032"/>
            <a:ext cx="3048000" cy="1682749"/>
          </a:xfrm>
        </p:spPr>
        <p:txBody>
          <a:bodyPr/>
          <a:lstStyle/>
          <a:p>
            <a:pPr algn="ctr">
              <a:lnSpc>
                <a:spcPct val="150000"/>
              </a:lnSpc>
            </a:pPr>
            <a:r>
              <a:rPr lang="hi-IN" sz="2400" b="1" dirty="0">
                <a:effectLst>
                  <a:outerShdw blurRad="38100" dist="38100" dir="2700000" algn="tl">
                    <a:srgbClr val="000000">
                      <a:alpha val="43137"/>
                    </a:srgbClr>
                  </a:outerShdw>
                </a:effectLst>
              </a:rPr>
              <a:t>DPC PROPOSAL BY AUTHORISED OFFICER</a:t>
            </a:r>
            <a:br>
              <a:rPr lang="hi-IN" sz="2400" b="1" dirty="0">
                <a:effectLst>
                  <a:outerShdw blurRad="38100" dist="38100" dir="2700000" algn="tl">
                    <a:srgbClr val="000000">
                      <a:alpha val="43137"/>
                    </a:srgbClr>
                  </a:outerShdw>
                </a:effectLst>
              </a:rPr>
            </a:br>
            <a:r>
              <a:rPr lang="hi-IN" sz="2400" b="1" dirty="0">
                <a:solidFill>
                  <a:schemeClr val="accent3">
                    <a:lumMod val="50000"/>
                  </a:schemeClr>
                </a:solidFill>
                <a:effectLst>
                  <a:outerShdw blurRad="38100" dist="38100" dir="2700000" algn="tl">
                    <a:srgbClr val="000000">
                      <a:alpha val="43137"/>
                    </a:srgbClr>
                  </a:outerShdw>
                </a:effectLst>
              </a:rPr>
              <a:t>DPC COMMITEE</a:t>
            </a:r>
            <a:br>
              <a:rPr lang="en-US" sz="2400" b="1" dirty="0">
                <a:solidFill>
                  <a:schemeClr val="accent3">
                    <a:lumMod val="50000"/>
                  </a:schemeClr>
                </a:solidFill>
                <a:effectLst>
                  <a:outerShdw blurRad="38100" dist="38100" dir="2700000" algn="tl">
                    <a:srgbClr val="000000">
                      <a:alpha val="43137"/>
                    </a:srgbClr>
                  </a:outerShdw>
                </a:effectLst>
              </a:rPr>
            </a:br>
            <a:endParaRPr lang="en-US" sz="2400" b="1" dirty="0">
              <a:solidFill>
                <a:schemeClr val="accent3">
                  <a:lumMod val="50000"/>
                </a:schemeClr>
              </a:solidFill>
              <a:effectLst>
                <a:outerShdw blurRad="38100" dist="38100" dir="2700000" algn="tl">
                  <a:srgbClr val="000000">
                    <a:alpha val="43137"/>
                  </a:srgbClr>
                </a:outerShdw>
              </a:effectLst>
            </a:endParaRPr>
          </a:p>
        </p:txBody>
      </p:sp>
      <p:sp>
        <p:nvSpPr>
          <p:cNvPr id="12" name="Footer Placeholder 11">
            <a:extLst>
              <a:ext uri="{FF2B5EF4-FFF2-40B4-BE49-F238E27FC236}">
                <a16:creationId xmlns:a16="http://schemas.microsoft.com/office/drawing/2014/main" id="{B53B0833-B321-CFB1-ED7B-EB57FD6D4F5E}"/>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BF102780-9685-D3A9-BD08-C3157C5FE7A8}"/>
              </a:ext>
            </a:extLst>
          </p:cNvPr>
          <p:cNvSpPr>
            <a:spLocks noGrp="1"/>
          </p:cNvSpPr>
          <p:nvPr>
            <p:ph type="sldNum" sz="quarter" idx="12"/>
          </p:nvPr>
        </p:nvSpPr>
        <p:spPr/>
        <p:txBody>
          <a:bodyPr/>
          <a:lstStyle/>
          <a:p>
            <a:fld id="{5BFCF61C-3B18-4C03-8326-CC3B32D710C9}" type="slidenum">
              <a:rPr lang="en-US" smtClean="0"/>
              <a:pPr/>
              <a:t>15</a:t>
            </a:fld>
            <a:endParaRPr lang="en-US"/>
          </a:p>
        </p:txBody>
      </p:sp>
      <p:sp>
        <p:nvSpPr>
          <p:cNvPr id="3" name="Rectangle 2">
            <a:extLst>
              <a:ext uri="{FF2B5EF4-FFF2-40B4-BE49-F238E27FC236}">
                <a16:creationId xmlns:a16="http://schemas.microsoft.com/office/drawing/2014/main" id="{4475C1F2-DB10-B395-BD67-4AD0D260CE3B}"/>
              </a:ext>
            </a:extLst>
          </p:cNvPr>
          <p:cNvSpPr/>
          <p:nvPr/>
        </p:nvSpPr>
        <p:spPr>
          <a:xfrm>
            <a:off x="3366076" y="1152933"/>
            <a:ext cx="8429684" cy="5072098"/>
          </a:xfrm>
          <a:prstGeom prst="rect">
            <a:avLst/>
          </a:prstGeom>
          <a:ln/>
        </p:spPr>
        <p:style>
          <a:lnRef idx="0">
            <a:schemeClr val="accent5"/>
          </a:lnRef>
          <a:fillRef idx="3">
            <a:schemeClr val="accent5"/>
          </a:fillRef>
          <a:effectRef idx="3">
            <a:schemeClr val="accent5"/>
          </a:effectRef>
          <a:fontRef idx="minor">
            <a:schemeClr val="lt1"/>
          </a:fontRef>
        </p:style>
        <p:txBody>
          <a:bodyPr rtlCol="0" anchor="t"/>
          <a:lstStyle/>
          <a:p>
            <a:pPr algn="just"/>
            <a:endParaRPr lang="en-US" dirty="0">
              <a:solidFill>
                <a:srgbClr val="0070C0"/>
              </a:solidFill>
            </a:endParaRPr>
          </a:p>
        </p:txBody>
      </p:sp>
      <p:sp>
        <p:nvSpPr>
          <p:cNvPr id="4" name="Rounded Rectangle 12">
            <a:extLst>
              <a:ext uri="{FF2B5EF4-FFF2-40B4-BE49-F238E27FC236}">
                <a16:creationId xmlns:a16="http://schemas.microsoft.com/office/drawing/2014/main" id="{19FE26F3-5E13-B6D5-25C3-5E6D63B78706}"/>
              </a:ext>
            </a:extLst>
          </p:cNvPr>
          <p:cNvSpPr/>
          <p:nvPr/>
        </p:nvSpPr>
        <p:spPr>
          <a:xfrm>
            <a:off x="9097701" y="5582089"/>
            <a:ext cx="2197993"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i-IN" b="1" dirty="0">
                <a:effectLst>
                  <a:outerShdw blurRad="38100" dist="38100" dir="2700000" algn="tl">
                    <a:srgbClr val="000000">
                      <a:alpha val="43137"/>
                    </a:srgbClr>
                  </a:outerShdw>
                </a:effectLst>
              </a:rPr>
              <a:t>SAVE AND NEXT</a:t>
            </a:r>
            <a:endParaRPr lang="en-IN" b="1"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E30FF336-4A08-5FD5-8934-1A1D1EB68CD0}"/>
              </a:ext>
            </a:extLst>
          </p:cNvPr>
          <p:cNvSpPr txBox="1"/>
          <p:nvPr/>
        </p:nvSpPr>
        <p:spPr>
          <a:xfrm>
            <a:off x="3508952" y="1295809"/>
            <a:ext cx="8143932" cy="369332"/>
          </a:xfrm>
          <a:prstGeom prst="rect">
            <a:avLst/>
          </a:prstGeom>
          <a:noFill/>
        </p:spPr>
        <p:txBody>
          <a:bodyPr wrap="square" rtlCol="0">
            <a:spAutoFit/>
          </a:bodyPr>
          <a:lstStyle/>
          <a:p>
            <a:r>
              <a:rPr lang="en-US" dirty="0" err="1">
                <a:solidFill>
                  <a:schemeClr val="accent1"/>
                </a:solidFill>
                <a:latin typeface="Arial Black" pitchFamily="34" charset="0"/>
              </a:rPr>
              <a:t>DPC</a:t>
            </a:r>
            <a:r>
              <a:rPr lang="hi-IN" dirty="0">
                <a:solidFill>
                  <a:schemeClr val="accent1"/>
                </a:solidFill>
                <a:latin typeface="Arial Black" pitchFamily="34" charset="0"/>
              </a:rPr>
              <a:t> </a:t>
            </a:r>
            <a:r>
              <a:rPr lang="en-US" dirty="0">
                <a:solidFill>
                  <a:schemeClr val="accent1"/>
                </a:solidFill>
                <a:latin typeface="Arial Black" pitchFamily="34" charset="0"/>
              </a:rPr>
              <a:t>PROPOSAL </a:t>
            </a:r>
            <a:r>
              <a:rPr lang="hi-IN" dirty="0">
                <a:solidFill>
                  <a:schemeClr val="accent1"/>
                </a:solidFill>
                <a:latin typeface="Arial Black" pitchFamily="34" charset="0"/>
              </a:rPr>
              <a:t>DATE –  </a:t>
            </a:r>
            <a:r>
              <a:rPr lang="en-IN" dirty="0">
                <a:solidFill>
                  <a:schemeClr val="accent1"/>
                </a:solidFill>
                <a:latin typeface="Arial Black" pitchFamily="34" charset="0"/>
              </a:rPr>
              <a:t>25</a:t>
            </a:r>
            <a:r>
              <a:rPr lang="hi-IN" dirty="0">
                <a:solidFill>
                  <a:schemeClr val="accent1"/>
                </a:solidFill>
                <a:latin typeface="Arial Black" pitchFamily="34" charset="0"/>
              </a:rPr>
              <a:t>/</a:t>
            </a:r>
            <a:r>
              <a:rPr lang="en-IN" dirty="0">
                <a:solidFill>
                  <a:schemeClr val="accent1"/>
                </a:solidFill>
                <a:latin typeface="Arial Black" pitchFamily="34" charset="0"/>
              </a:rPr>
              <a:t>06</a:t>
            </a:r>
            <a:r>
              <a:rPr lang="hi-IN" dirty="0">
                <a:solidFill>
                  <a:schemeClr val="accent1"/>
                </a:solidFill>
                <a:latin typeface="Arial Black" pitchFamily="34" charset="0"/>
              </a:rPr>
              <a:t>/</a:t>
            </a:r>
            <a:r>
              <a:rPr lang="en-IN" dirty="0">
                <a:solidFill>
                  <a:schemeClr val="accent1"/>
                </a:solidFill>
                <a:latin typeface="Arial Black" pitchFamily="34" charset="0"/>
              </a:rPr>
              <a:t>2026</a:t>
            </a:r>
            <a:r>
              <a:rPr lang="hi-IN" dirty="0">
                <a:solidFill>
                  <a:schemeClr val="accent1"/>
                </a:solidFill>
                <a:latin typeface="Arial Black" pitchFamily="34" charset="0"/>
              </a:rPr>
              <a:t>  </a:t>
            </a:r>
          </a:p>
        </p:txBody>
      </p:sp>
      <p:graphicFrame>
        <p:nvGraphicFramePr>
          <p:cNvPr id="6" name="Table 5">
            <a:extLst>
              <a:ext uri="{FF2B5EF4-FFF2-40B4-BE49-F238E27FC236}">
                <a16:creationId xmlns:a16="http://schemas.microsoft.com/office/drawing/2014/main" id="{0CB3461E-9C66-33F7-D64A-BD1B138168A1}"/>
              </a:ext>
            </a:extLst>
          </p:cNvPr>
          <p:cNvGraphicFramePr>
            <a:graphicFrameLocks noGrp="1"/>
          </p:cNvGraphicFramePr>
          <p:nvPr>
            <p:extLst>
              <p:ext uri="{D42A27DB-BD31-4B8C-83A1-F6EECF244321}">
                <p14:modId xmlns:p14="http://schemas.microsoft.com/office/powerpoint/2010/main" val="1867574753"/>
              </p:ext>
            </p:extLst>
          </p:nvPr>
        </p:nvGraphicFramePr>
        <p:xfrm>
          <a:off x="3533740" y="1867313"/>
          <a:ext cx="7990336" cy="2311400"/>
        </p:xfrm>
        <a:graphic>
          <a:graphicData uri="http://schemas.openxmlformats.org/drawingml/2006/table">
            <a:tbl>
              <a:tblPr firstRow="1" bandRow="1">
                <a:tableStyleId>{5C22544A-7EE6-4342-B048-85BDC9FD1C3A}</a:tableStyleId>
              </a:tblPr>
              <a:tblGrid>
                <a:gridCol w="500066">
                  <a:extLst>
                    <a:ext uri="{9D8B030D-6E8A-4147-A177-3AD203B41FA5}">
                      <a16:colId xmlns:a16="http://schemas.microsoft.com/office/drawing/2014/main" val="20000"/>
                    </a:ext>
                  </a:extLst>
                </a:gridCol>
                <a:gridCol w="1697355">
                  <a:extLst>
                    <a:ext uri="{9D8B030D-6E8A-4147-A177-3AD203B41FA5}">
                      <a16:colId xmlns:a16="http://schemas.microsoft.com/office/drawing/2014/main" val="20001"/>
                    </a:ext>
                  </a:extLst>
                </a:gridCol>
                <a:gridCol w="1573530">
                  <a:extLst>
                    <a:ext uri="{9D8B030D-6E8A-4147-A177-3AD203B41FA5}">
                      <a16:colId xmlns:a16="http://schemas.microsoft.com/office/drawing/2014/main" val="20002"/>
                    </a:ext>
                  </a:extLst>
                </a:gridCol>
                <a:gridCol w="1240155">
                  <a:extLst>
                    <a:ext uri="{9D8B030D-6E8A-4147-A177-3AD203B41FA5}">
                      <a16:colId xmlns:a16="http://schemas.microsoft.com/office/drawing/2014/main" val="20003"/>
                    </a:ext>
                  </a:extLst>
                </a:gridCol>
                <a:gridCol w="1637475">
                  <a:extLst>
                    <a:ext uri="{9D8B030D-6E8A-4147-A177-3AD203B41FA5}">
                      <a16:colId xmlns:a16="http://schemas.microsoft.com/office/drawing/2014/main" val="20004"/>
                    </a:ext>
                  </a:extLst>
                </a:gridCol>
                <a:gridCol w="1341755">
                  <a:extLst>
                    <a:ext uri="{9D8B030D-6E8A-4147-A177-3AD203B41FA5}">
                      <a16:colId xmlns:a16="http://schemas.microsoft.com/office/drawing/2014/main" val="20005"/>
                    </a:ext>
                  </a:extLst>
                </a:gridCol>
              </a:tblGrid>
              <a:tr h="370840">
                <a:tc gridSpan="6">
                  <a:txBody>
                    <a:bodyPr/>
                    <a:lstStyle/>
                    <a:p>
                      <a:pPr algn="ctr"/>
                      <a:r>
                        <a:rPr lang="hi-IN" sz="2400" b="1" dirty="0">
                          <a:latin typeface="Kokila" panose="020B0604020202020204" pitchFamily="34" charset="0"/>
                          <a:cs typeface="Kokila" panose="020B0604020202020204" pitchFamily="34" charset="0"/>
                        </a:rPr>
                        <a:t>विभागीय पदोन्नति समिति का विवरण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kumimoji="0" lang="hi-IN" sz="1400" b="1" kern="1200" dirty="0">
                          <a:solidFill>
                            <a:schemeClr val="dk1"/>
                          </a:solidFill>
                          <a:latin typeface="Arial Narrow" pitchFamily="34" charset="0"/>
                          <a:ea typeface="+mn-ea"/>
                          <a:cs typeface="+mn-cs"/>
                        </a:rPr>
                        <a:t>SN</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dk1"/>
                          </a:solidFill>
                          <a:latin typeface="Arial Narrow" pitchFamily="34" charset="0"/>
                          <a:ea typeface="+mn-ea"/>
                          <a:cs typeface="+mn-cs"/>
                        </a:rPr>
                        <a:t>NAME</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dk1"/>
                          </a:solidFill>
                          <a:latin typeface="Arial Narrow" pitchFamily="34" charset="0"/>
                          <a:ea typeface="+mn-ea"/>
                          <a:cs typeface="+mn-cs"/>
                        </a:rPr>
                        <a:t>DESIGNATION</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dk1"/>
                          </a:solidFill>
                          <a:latin typeface="Arial Narrow" pitchFamily="34" charset="0"/>
                          <a:ea typeface="+mn-ea"/>
                          <a:cs typeface="+mn-cs"/>
                        </a:rPr>
                        <a:t>MO. NO.</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dk1"/>
                          </a:solidFill>
                          <a:latin typeface="Arial Narrow" pitchFamily="34" charset="0"/>
                          <a:ea typeface="+mn-ea"/>
                          <a:cs typeface="+mn-cs"/>
                        </a:rPr>
                        <a:t>EMAIL</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dk1"/>
                          </a:solidFill>
                          <a:latin typeface="Arial Narrow" pitchFamily="34" charset="0"/>
                          <a:ea typeface="+mn-ea"/>
                          <a:cs typeface="+mn-cs"/>
                        </a:rPr>
                        <a:t>CAPACITY</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kumimoji="0" lang="hi-IN" sz="1400" b="1" kern="1200" dirty="0">
                          <a:solidFill>
                            <a:schemeClr val="dk1"/>
                          </a:solidFill>
                          <a:latin typeface="Arial Narrow" pitchFamily="34" charset="0"/>
                          <a:ea typeface="+mn-ea"/>
                          <a:cs typeface="+mn-cs"/>
                        </a:rPr>
                        <a:t>1 </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bg1">
                              <a:lumMod val="50000"/>
                            </a:schemeClr>
                          </a:solidFill>
                          <a:latin typeface="Arial Narrow" pitchFamily="34" charset="0"/>
                          <a:ea typeface="+mn-ea"/>
                          <a:cs typeface="+mn-cs"/>
                        </a:rPr>
                        <a:t>HON’BLE K.R. PISDA</a:t>
                      </a:r>
                      <a:endParaRPr kumimoji="0" lang="en-US" sz="1400" b="1" kern="1200" dirty="0">
                        <a:solidFill>
                          <a:schemeClr val="bg1">
                            <a:lumMod val="50000"/>
                          </a:schemeClr>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bg1">
                              <a:lumMod val="50000"/>
                            </a:schemeClr>
                          </a:solidFill>
                          <a:latin typeface="Arial Narrow" pitchFamily="34" charset="0"/>
                          <a:ea typeface="+mn-ea"/>
                          <a:cs typeface="+mn-cs"/>
                        </a:rPr>
                        <a:t>CHAIRMAN,CGPSC</a:t>
                      </a:r>
                      <a:endParaRPr kumimoji="0" lang="en-US" sz="1400" b="1" kern="1200" dirty="0">
                        <a:solidFill>
                          <a:schemeClr val="bg1">
                            <a:lumMod val="50000"/>
                          </a:schemeClr>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bg1">
                              <a:lumMod val="50000"/>
                            </a:schemeClr>
                          </a:solidFill>
                          <a:latin typeface="Arial Narrow" pitchFamily="34" charset="0"/>
                          <a:ea typeface="+mn-ea"/>
                          <a:cs typeface="+mn-cs"/>
                        </a:rPr>
                        <a:t>-</a:t>
                      </a:r>
                      <a:endParaRPr kumimoji="0" lang="en-US" sz="1400" b="1" kern="1200" dirty="0">
                        <a:solidFill>
                          <a:schemeClr val="bg1">
                            <a:lumMod val="50000"/>
                          </a:schemeClr>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bg1">
                              <a:lumMod val="50000"/>
                            </a:schemeClr>
                          </a:solidFill>
                          <a:latin typeface="Arial Narrow" pitchFamily="34" charset="0"/>
                          <a:ea typeface="+mn-ea"/>
                          <a:cs typeface="+mn-cs"/>
                        </a:rPr>
                        <a:t>-</a:t>
                      </a:r>
                      <a:endParaRPr kumimoji="0" lang="en-US" sz="1400" b="1" kern="1200" dirty="0">
                        <a:solidFill>
                          <a:schemeClr val="bg1">
                            <a:lumMod val="50000"/>
                          </a:schemeClr>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bg1">
                              <a:lumMod val="50000"/>
                            </a:schemeClr>
                          </a:solidFill>
                          <a:latin typeface="Arial Narrow" pitchFamily="34" charset="0"/>
                          <a:ea typeface="+mn-ea"/>
                          <a:cs typeface="+mn-cs"/>
                        </a:rPr>
                        <a:t>CHAIRMAN</a:t>
                      </a:r>
                      <a:endParaRPr kumimoji="0" lang="en-US" sz="1400" b="1" kern="1200" dirty="0">
                        <a:solidFill>
                          <a:schemeClr val="bg1">
                            <a:lumMod val="50000"/>
                          </a:schemeClr>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kumimoji="0" lang="hi-IN" sz="1400" b="1" kern="1200" dirty="0">
                          <a:solidFill>
                            <a:schemeClr val="dk1"/>
                          </a:solidFill>
                          <a:latin typeface="Arial Narrow" pitchFamily="34" charset="0"/>
                          <a:ea typeface="+mn-ea"/>
                          <a:cs typeface="+mn-cs"/>
                        </a:rPr>
                        <a:t>2 </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kumimoji="0" lang="hi-IN" sz="1400" b="1" kern="1200" dirty="0">
                          <a:solidFill>
                            <a:schemeClr val="dk1"/>
                          </a:solidFill>
                          <a:latin typeface="Arial Narrow" pitchFamily="34" charset="0"/>
                          <a:ea typeface="+mn-ea"/>
                          <a:cs typeface="+mn-cs"/>
                        </a:rPr>
                        <a:t>3 </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kumimoji="0" lang="hi-IN" sz="1400" b="1" kern="1200" dirty="0">
                          <a:solidFill>
                            <a:schemeClr val="dk1"/>
                          </a:solidFill>
                          <a:latin typeface="Arial Narrow" pitchFamily="34" charset="0"/>
                          <a:ea typeface="+mn-ea"/>
                          <a:cs typeface="+mn-cs"/>
                        </a:rPr>
                        <a:t>4 </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7" name="Picture 6" descr="Picture2.png">
            <a:extLst>
              <a:ext uri="{FF2B5EF4-FFF2-40B4-BE49-F238E27FC236}">
                <a16:creationId xmlns:a16="http://schemas.microsoft.com/office/drawing/2014/main" id="{8B3DF86B-BD4D-47CC-CEA6-BD5CEA5ADC17}"/>
              </a:ext>
            </a:extLst>
          </p:cNvPr>
          <p:cNvPicPr>
            <a:picLocks noChangeAspect="1"/>
          </p:cNvPicPr>
          <p:nvPr/>
        </p:nvPicPr>
        <p:blipFill>
          <a:blip r:embed="rId2">
            <a:duotone>
              <a:prstClr val="black"/>
              <a:schemeClr val="accent3">
                <a:tint val="45000"/>
                <a:satMod val="400000"/>
              </a:schemeClr>
            </a:duotone>
          </a:blip>
          <a:srcRect l="6984" t="50000"/>
          <a:stretch>
            <a:fillRect/>
          </a:stretch>
        </p:blipFill>
        <p:spPr>
          <a:xfrm>
            <a:off x="4038252" y="3065833"/>
            <a:ext cx="7560000" cy="1184132"/>
          </a:xfrm>
          <a:prstGeom prst="rect">
            <a:avLst/>
          </a:prstGeom>
          <a:ln>
            <a:noFill/>
          </a:ln>
        </p:spPr>
      </p:pic>
    </p:spTree>
    <p:extLst>
      <p:ext uri="{BB962C8B-B14F-4D97-AF65-F5344CB8AC3E}">
        <p14:creationId xmlns:p14="http://schemas.microsoft.com/office/powerpoint/2010/main" val="326726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4"/>
                                        </p:tgtEl>
                                      </p:cBhvr>
                                    </p:animEffect>
                                    <p:animScale>
                                      <p:cBhvr>
                                        <p:cTn id="12"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F0854-5198-0A02-FC66-18DF1E226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F3B35-BCEE-7AC3-594B-FF64127226E2}"/>
              </a:ext>
            </a:extLst>
          </p:cNvPr>
          <p:cNvSpPr>
            <a:spLocks noGrp="1"/>
          </p:cNvSpPr>
          <p:nvPr>
            <p:ph type="title"/>
          </p:nvPr>
        </p:nvSpPr>
        <p:spPr>
          <a:xfrm>
            <a:off x="0" y="1399032"/>
            <a:ext cx="3048000" cy="3647530"/>
          </a:xfrm>
        </p:spPr>
        <p:txBody>
          <a:bodyPr/>
          <a:lstStyle/>
          <a:p>
            <a:pPr algn="ctr">
              <a:lnSpc>
                <a:spcPct val="150000"/>
              </a:lnSpc>
            </a:pPr>
            <a:r>
              <a:rPr lang="hi-IN" sz="2400" b="1" dirty="0">
                <a:effectLst>
                  <a:outerShdw blurRad="38100" dist="38100" dir="2700000" algn="tl">
                    <a:srgbClr val="000000">
                      <a:alpha val="43137"/>
                    </a:srgbClr>
                  </a:outerShdw>
                </a:effectLst>
              </a:rPr>
              <a:t>DPC PROPOSAL BY AUTHORISED OFFICER</a:t>
            </a:r>
            <a:br>
              <a:rPr lang="hi-IN" sz="2400" b="1" dirty="0">
                <a:effectLst>
                  <a:outerShdw blurRad="38100" dist="38100" dir="2700000" algn="tl">
                    <a:srgbClr val="000000">
                      <a:alpha val="43137"/>
                    </a:srgbClr>
                  </a:outerShdw>
                </a:effectLst>
              </a:rPr>
            </a:br>
            <a:r>
              <a:rPr lang="hi-IN" sz="2400" b="1" dirty="0">
                <a:solidFill>
                  <a:schemeClr val="accent3">
                    <a:lumMod val="50000"/>
                  </a:schemeClr>
                </a:solidFill>
                <a:effectLst>
                  <a:outerShdw blurRad="38100" dist="38100" dir="2700000" algn="tl">
                    <a:srgbClr val="000000">
                      <a:alpha val="43137"/>
                    </a:srgbClr>
                  </a:outerShdw>
                </a:effectLst>
              </a:rPr>
              <a:t>UPLOADING OFFICERS UNDER CONSIDERATION</a:t>
            </a:r>
            <a:br>
              <a:rPr lang="en-US" sz="3200" dirty="0"/>
            </a:br>
            <a:endParaRPr lang="en-US" sz="3200" dirty="0"/>
          </a:p>
        </p:txBody>
      </p:sp>
      <p:sp>
        <p:nvSpPr>
          <p:cNvPr id="12" name="Footer Placeholder 11">
            <a:extLst>
              <a:ext uri="{FF2B5EF4-FFF2-40B4-BE49-F238E27FC236}">
                <a16:creationId xmlns:a16="http://schemas.microsoft.com/office/drawing/2014/main" id="{FCAA320E-26F8-4DB2-F513-F43B6A038569}"/>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87A0982B-69CA-559C-8FFF-94BFF5B011E9}"/>
              </a:ext>
            </a:extLst>
          </p:cNvPr>
          <p:cNvSpPr>
            <a:spLocks noGrp="1"/>
          </p:cNvSpPr>
          <p:nvPr>
            <p:ph type="sldNum" sz="quarter" idx="12"/>
          </p:nvPr>
        </p:nvSpPr>
        <p:spPr/>
        <p:txBody>
          <a:bodyPr/>
          <a:lstStyle/>
          <a:p>
            <a:fld id="{5BFCF61C-3B18-4C03-8326-CC3B32D710C9}" type="slidenum">
              <a:rPr lang="en-US" smtClean="0"/>
              <a:pPr/>
              <a:t>16</a:t>
            </a:fld>
            <a:endParaRPr lang="en-US"/>
          </a:p>
        </p:txBody>
      </p:sp>
      <p:sp>
        <p:nvSpPr>
          <p:cNvPr id="3" name="Rectangle 2">
            <a:extLst>
              <a:ext uri="{FF2B5EF4-FFF2-40B4-BE49-F238E27FC236}">
                <a16:creationId xmlns:a16="http://schemas.microsoft.com/office/drawing/2014/main" id="{1FFBF239-2473-2424-436C-CE98EC5699B0}"/>
              </a:ext>
            </a:extLst>
          </p:cNvPr>
          <p:cNvSpPr/>
          <p:nvPr/>
        </p:nvSpPr>
        <p:spPr>
          <a:xfrm>
            <a:off x="3476628" y="1025612"/>
            <a:ext cx="8429684" cy="5072098"/>
          </a:xfrm>
          <a:prstGeom prst="rect">
            <a:avLst/>
          </a:prstGeom>
          <a:ln/>
        </p:spPr>
        <p:style>
          <a:lnRef idx="0">
            <a:schemeClr val="accent5"/>
          </a:lnRef>
          <a:fillRef idx="3">
            <a:schemeClr val="accent5"/>
          </a:fillRef>
          <a:effectRef idx="3">
            <a:schemeClr val="accent5"/>
          </a:effectRef>
          <a:fontRef idx="minor">
            <a:schemeClr val="lt1"/>
          </a:fontRef>
        </p:style>
        <p:txBody>
          <a:bodyPr rtlCol="0" anchor="t"/>
          <a:lstStyle/>
          <a:p>
            <a:pPr algn="just"/>
            <a:endParaRPr lang="en-US" dirty="0">
              <a:solidFill>
                <a:srgbClr val="0070C0"/>
              </a:solidFill>
            </a:endParaRPr>
          </a:p>
        </p:txBody>
      </p:sp>
      <p:sp>
        <p:nvSpPr>
          <p:cNvPr id="4" name="TextBox 3">
            <a:extLst>
              <a:ext uri="{FF2B5EF4-FFF2-40B4-BE49-F238E27FC236}">
                <a16:creationId xmlns:a16="http://schemas.microsoft.com/office/drawing/2014/main" id="{30EF6AD3-A3A5-2107-FEF0-9A6C8AD0F39F}"/>
              </a:ext>
            </a:extLst>
          </p:cNvPr>
          <p:cNvSpPr txBox="1"/>
          <p:nvPr/>
        </p:nvSpPr>
        <p:spPr>
          <a:xfrm>
            <a:off x="4405322" y="4168884"/>
            <a:ext cx="6715172" cy="1600438"/>
          </a:xfrm>
          <a:prstGeom prst="rect">
            <a:avLst/>
          </a:prstGeom>
          <a:noFill/>
        </p:spPr>
        <p:txBody>
          <a:bodyPr wrap="square" rtlCol="0">
            <a:spAutoFit/>
          </a:bodyPr>
          <a:lstStyle/>
          <a:p>
            <a:r>
              <a:rPr lang="hi-IN" sz="2000" b="1" dirty="0">
                <a:latin typeface="Kokila" panose="020B0604020202020204" pitchFamily="34" charset="0"/>
                <a:cs typeface="Kokila" panose="020B0604020202020204" pitchFamily="34" charset="0"/>
              </a:rPr>
              <a:t>स्पष्ट रिक्ति – </a:t>
            </a:r>
            <a:r>
              <a:rPr lang="en-IN" sz="2000" b="1" dirty="0">
                <a:solidFill>
                  <a:srgbClr val="FF0000"/>
                </a:solidFill>
                <a:latin typeface="Kokila" panose="020B0604020202020204" pitchFamily="34" charset="0"/>
                <a:cs typeface="Kokila" panose="020B0604020202020204" pitchFamily="34" charset="0"/>
              </a:rPr>
              <a:t>01 (UR-1)</a:t>
            </a:r>
            <a:endParaRPr lang="hi-IN" sz="2000" b="1" dirty="0">
              <a:latin typeface="Kokila" panose="020B0604020202020204" pitchFamily="34" charset="0"/>
              <a:cs typeface="Kokila" panose="020B0604020202020204" pitchFamily="34" charset="0"/>
            </a:endParaRPr>
          </a:p>
          <a:p>
            <a:r>
              <a:rPr lang="hi-IN" sz="2000" b="1" dirty="0">
                <a:latin typeface="Kokila" panose="020B0604020202020204" pitchFamily="34" charset="0"/>
                <a:cs typeface="Kokila" panose="020B0604020202020204" pitchFamily="34" charset="0"/>
              </a:rPr>
              <a:t>पदोन्नति से संभावित रिक्ति – </a:t>
            </a:r>
            <a:r>
              <a:rPr lang="en-IN" sz="2000" b="1" dirty="0">
                <a:solidFill>
                  <a:srgbClr val="FF0000"/>
                </a:solidFill>
                <a:latin typeface="Kokila" panose="020B0604020202020204" pitchFamily="34" charset="0"/>
                <a:cs typeface="Kokila" panose="020B0604020202020204" pitchFamily="34" charset="0"/>
              </a:rPr>
              <a:t>0</a:t>
            </a:r>
            <a:endParaRPr lang="hi-IN" sz="2000" b="1" dirty="0">
              <a:solidFill>
                <a:srgbClr val="FF0000"/>
              </a:solidFill>
              <a:latin typeface="Kokila" panose="020B0604020202020204" pitchFamily="34" charset="0"/>
              <a:cs typeface="Kokila" panose="020B0604020202020204" pitchFamily="34" charset="0"/>
            </a:endParaRPr>
          </a:p>
          <a:p>
            <a:r>
              <a:rPr lang="hi-IN" sz="2000" b="1" dirty="0">
                <a:latin typeface="Kokila" panose="020B0604020202020204" pitchFamily="34" charset="0"/>
                <a:cs typeface="Kokila" panose="020B0604020202020204" pitchFamily="34" charset="0"/>
              </a:rPr>
              <a:t>सेवानिवृत्ति से संभावित रिक्ति –  </a:t>
            </a:r>
            <a:r>
              <a:rPr lang="en-IN" sz="2000" b="1" dirty="0">
                <a:solidFill>
                  <a:srgbClr val="FF0000"/>
                </a:solidFill>
                <a:latin typeface="Kokila" panose="020B0604020202020204" pitchFamily="34" charset="0"/>
                <a:cs typeface="Kokila" panose="020B0604020202020204" pitchFamily="34" charset="0"/>
              </a:rPr>
              <a:t>01 </a:t>
            </a:r>
            <a:r>
              <a:rPr lang="en-IN" sz="2000" b="1" dirty="0">
                <a:latin typeface="Kokila" panose="020B0604020202020204" pitchFamily="34" charset="0"/>
                <a:cs typeface="Kokila" panose="020B0604020202020204" pitchFamily="34" charset="0"/>
              </a:rPr>
              <a:t>(</a:t>
            </a:r>
            <a:r>
              <a:rPr lang="en-US" sz="2000" b="1" dirty="0">
                <a:solidFill>
                  <a:srgbClr val="00B050"/>
                </a:solidFill>
                <a:latin typeface="Kokila" panose="020B0604020202020204" pitchFamily="34" charset="0"/>
                <a:cs typeface="Kokila" panose="020B0604020202020204" pitchFamily="34" charset="0"/>
              </a:rPr>
              <a:t>ST-1</a:t>
            </a:r>
            <a:r>
              <a:rPr lang="en-US" sz="2000" b="1" dirty="0">
                <a:latin typeface="Kokila" panose="020B0604020202020204" pitchFamily="34" charset="0"/>
                <a:cs typeface="Kokila" panose="020B0604020202020204" pitchFamily="34" charset="0"/>
              </a:rPr>
              <a:t>)</a:t>
            </a:r>
            <a:endParaRPr lang="hi-IN" sz="2000" b="1" dirty="0">
              <a:latin typeface="Kokila" panose="020B0604020202020204" pitchFamily="34" charset="0"/>
              <a:cs typeface="Kokila" panose="020B0604020202020204" pitchFamily="34" charset="0"/>
            </a:endParaRPr>
          </a:p>
          <a:p>
            <a:r>
              <a:rPr lang="hi-IN" sz="2000" b="1" dirty="0">
                <a:latin typeface="Kokila" panose="020B0604020202020204" pitchFamily="34" charset="0"/>
                <a:cs typeface="Kokila" panose="020B0604020202020204" pitchFamily="34" charset="0"/>
              </a:rPr>
              <a:t>प्रतिनियुक्ति से संभावित रिक्ति – </a:t>
            </a:r>
            <a:r>
              <a:rPr lang="en-IN" sz="2000" b="1" dirty="0">
                <a:solidFill>
                  <a:srgbClr val="FF0000"/>
                </a:solidFill>
                <a:latin typeface="Kokila" panose="020B0604020202020204" pitchFamily="34" charset="0"/>
                <a:cs typeface="Kokila" panose="020B0604020202020204" pitchFamily="34" charset="0"/>
              </a:rPr>
              <a:t>0</a:t>
            </a:r>
            <a:r>
              <a:rPr lang="hi-IN" sz="2000" b="1" dirty="0">
                <a:latin typeface="Kokila" panose="020B0604020202020204" pitchFamily="34" charset="0"/>
                <a:cs typeface="Kokila" panose="020B0604020202020204" pitchFamily="34" charset="0"/>
              </a:rPr>
              <a:t>   </a:t>
            </a:r>
          </a:p>
          <a:p>
            <a:endParaRPr lang="en-IN" dirty="0"/>
          </a:p>
        </p:txBody>
      </p:sp>
      <p:sp>
        <p:nvSpPr>
          <p:cNvPr id="6" name="TextBox 5">
            <a:extLst>
              <a:ext uri="{FF2B5EF4-FFF2-40B4-BE49-F238E27FC236}">
                <a16:creationId xmlns:a16="http://schemas.microsoft.com/office/drawing/2014/main" id="{DC0091A5-17D7-A0BE-2E58-CF4FA5E1EAC1}"/>
              </a:ext>
            </a:extLst>
          </p:cNvPr>
          <p:cNvSpPr txBox="1"/>
          <p:nvPr/>
        </p:nvSpPr>
        <p:spPr>
          <a:xfrm>
            <a:off x="4096358" y="1025612"/>
            <a:ext cx="7000924" cy="830997"/>
          </a:xfrm>
          <a:prstGeom prst="rect">
            <a:avLst/>
          </a:prstGeom>
          <a:noFill/>
        </p:spPr>
        <p:txBody>
          <a:bodyPr wrap="square" rtlCol="0">
            <a:spAutoFit/>
          </a:bodyPr>
          <a:lstStyle/>
          <a:p>
            <a:pPr algn="ctr"/>
            <a:r>
              <a:rPr lang="hi-IN" sz="2400" b="1" dirty="0">
                <a:latin typeface="Kokila" panose="020B0604020202020204" pitchFamily="34" charset="0"/>
                <a:cs typeface="Kokila" panose="020B0604020202020204" pitchFamily="34" charset="0"/>
              </a:rPr>
              <a:t>2026 की स्थिति में उप सचिव पद पर कार्यरत अधिकारीयों का विवरण प्रविष्ट करें अथवा विवरण अपलोड करें </a:t>
            </a:r>
            <a:endParaRPr lang="en-IN" sz="2400" b="1" dirty="0">
              <a:latin typeface="Kokila" panose="020B0604020202020204" pitchFamily="34" charset="0"/>
              <a:cs typeface="Kokila" panose="020B0604020202020204" pitchFamily="34" charset="0"/>
            </a:endParaRPr>
          </a:p>
        </p:txBody>
      </p:sp>
      <p:sp>
        <p:nvSpPr>
          <p:cNvPr id="7" name="Rounded Rectangle 12">
            <a:extLst>
              <a:ext uri="{FF2B5EF4-FFF2-40B4-BE49-F238E27FC236}">
                <a16:creationId xmlns:a16="http://schemas.microsoft.com/office/drawing/2014/main" id="{D8140A9F-114C-480F-D727-1DC9CEA0E3BE}"/>
              </a:ext>
            </a:extLst>
          </p:cNvPr>
          <p:cNvSpPr/>
          <p:nvPr/>
        </p:nvSpPr>
        <p:spPr>
          <a:xfrm>
            <a:off x="9834610" y="5454768"/>
            <a:ext cx="1571636"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sz="1200" b="1" dirty="0"/>
              <a:t>SAVE AND NEXT</a:t>
            </a:r>
            <a:endParaRPr lang="en-IN" sz="1200" b="1" dirty="0"/>
          </a:p>
        </p:txBody>
      </p:sp>
      <p:sp>
        <p:nvSpPr>
          <p:cNvPr id="8" name="Rounded Rectangle 13">
            <a:extLst>
              <a:ext uri="{FF2B5EF4-FFF2-40B4-BE49-F238E27FC236}">
                <a16:creationId xmlns:a16="http://schemas.microsoft.com/office/drawing/2014/main" id="{FF26EE0A-1051-CB58-E2ED-96441F8CF16B}"/>
              </a:ext>
            </a:extLst>
          </p:cNvPr>
          <p:cNvSpPr/>
          <p:nvPr/>
        </p:nvSpPr>
        <p:spPr>
          <a:xfrm>
            <a:off x="7905784" y="5454768"/>
            <a:ext cx="1571636" cy="571504"/>
          </a:xfrm>
          <a:prstGeom prst="round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sz="1600" b="1" dirty="0"/>
              <a:t>CALCULATE</a:t>
            </a:r>
            <a:endParaRPr lang="en-IN" sz="1600" b="1" dirty="0"/>
          </a:p>
        </p:txBody>
      </p:sp>
      <p:sp>
        <p:nvSpPr>
          <p:cNvPr id="9" name="Rounded Rectangle 14">
            <a:extLst>
              <a:ext uri="{FF2B5EF4-FFF2-40B4-BE49-F238E27FC236}">
                <a16:creationId xmlns:a16="http://schemas.microsoft.com/office/drawing/2014/main" id="{8804A464-81B9-8984-895E-1E89EC6B6BCE}"/>
              </a:ext>
            </a:extLst>
          </p:cNvPr>
          <p:cNvSpPr/>
          <p:nvPr/>
        </p:nvSpPr>
        <p:spPr>
          <a:xfrm>
            <a:off x="5905520" y="5454768"/>
            <a:ext cx="1571636"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CLEAR </a:t>
            </a:r>
          </a:p>
        </p:txBody>
      </p:sp>
      <p:sp>
        <p:nvSpPr>
          <p:cNvPr id="10" name="TextBox 9">
            <a:extLst>
              <a:ext uri="{FF2B5EF4-FFF2-40B4-BE49-F238E27FC236}">
                <a16:creationId xmlns:a16="http://schemas.microsoft.com/office/drawing/2014/main" id="{E82D84AB-5A54-F605-8429-18049F217323}"/>
              </a:ext>
            </a:extLst>
          </p:cNvPr>
          <p:cNvSpPr txBox="1"/>
          <p:nvPr/>
        </p:nvSpPr>
        <p:spPr>
          <a:xfrm>
            <a:off x="4333884" y="3740256"/>
            <a:ext cx="5643602" cy="461665"/>
          </a:xfrm>
          <a:prstGeom prst="rect">
            <a:avLst/>
          </a:prstGeom>
          <a:noFill/>
        </p:spPr>
        <p:txBody>
          <a:bodyPr wrap="square" rtlCol="0">
            <a:spAutoFit/>
          </a:bodyPr>
          <a:lstStyle/>
          <a:p>
            <a:r>
              <a:rPr lang="hi-IN" sz="2400" b="1" dirty="0">
                <a:latin typeface="Kokila" panose="020B0604020202020204" pitchFamily="34" charset="0"/>
                <a:cs typeface="Kokila" panose="020B0604020202020204" pitchFamily="34" charset="0"/>
              </a:rPr>
              <a:t>2026 की स्थिति में स्वीकृत उप सचिव पद संख्या - </a:t>
            </a:r>
            <a:endParaRPr lang="en-IN" sz="2400" b="1" dirty="0">
              <a:latin typeface="Kokila" panose="020B0604020202020204" pitchFamily="34" charset="0"/>
              <a:cs typeface="Kokila" panose="020B0604020202020204" pitchFamily="34" charset="0"/>
            </a:endParaRPr>
          </a:p>
        </p:txBody>
      </p:sp>
      <p:sp>
        <p:nvSpPr>
          <p:cNvPr id="11" name="TextBox 10">
            <a:extLst>
              <a:ext uri="{FF2B5EF4-FFF2-40B4-BE49-F238E27FC236}">
                <a16:creationId xmlns:a16="http://schemas.microsoft.com/office/drawing/2014/main" id="{461DEE5F-2B8B-9013-FA73-5D7CF2CA01C0}"/>
              </a:ext>
            </a:extLst>
          </p:cNvPr>
          <p:cNvSpPr txBox="1"/>
          <p:nvPr/>
        </p:nvSpPr>
        <p:spPr>
          <a:xfrm>
            <a:off x="10048924" y="3740256"/>
            <a:ext cx="1071570" cy="369332"/>
          </a:xfrm>
          <a:prstGeom prst="rect">
            <a:avLst/>
          </a:prstGeom>
          <a:noFill/>
          <a:ln>
            <a:solidFill>
              <a:schemeClr val="tx1"/>
            </a:solidFill>
          </a:ln>
        </p:spPr>
        <p:txBody>
          <a:bodyPr wrap="square" rtlCol="0">
            <a:spAutoFit/>
          </a:bodyPr>
          <a:lstStyle/>
          <a:p>
            <a:r>
              <a:rPr lang="hi-IN" dirty="0">
                <a:solidFill>
                  <a:schemeClr val="bg1"/>
                </a:solidFill>
              </a:rPr>
              <a:t>4</a:t>
            </a:r>
            <a:endParaRPr lang="en-IN" dirty="0">
              <a:solidFill>
                <a:schemeClr val="bg1"/>
              </a:solidFill>
            </a:endParaRPr>
          </a:p>
        </p:txBody>
      </p:sp>
      <p:sp>
        <p:nvSpPr>
          <p:cNvPr id="14" name="Rounded Rectangle 19">
            <a:extLst>
              <a:ext uri="{FF2B5EF4-FFF2-40B4-BE49-F238E27FC236}">
                <a16:creationId xmlns:a16="http://schemas.microsoft.com/office/drawing/2014/main" id="{1DF44C96-A912-A27C-D617-D34F9BCA83EC}"/>
              </a:ext>
            </a:extLst>
          </p:cNvPr>
          <p:cNvSpPr/>
          <p:nvPr/>
        </p:nvSpPr>
        <p:spPr>
          <a:xfrm>
            <a:off x="3905256" y="5454768"/>
            <a:ext cx="1571636"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b="1" dirty="0"/>
              <a:t>UPLOAD</a:t>
            </a:r>
            <a:endParaRPr lang="en-IN" b="1" dirty="0"/>
          </a:p>
        </p:txBody>
      </p:sp>
      <p:graphicFrame>
        <p:nvGraphicFramePr>
          <p:cNvPr id="15" name="Table 14">
            <a:extLst>
              <a:ext uri="{FF2B5EF4-FFF2-40B4-BE49-F238E27FC236}">
                <a16:creationId xmlns:a16="http://schemas.microsoft.com/office/drawing/2014/main" id="{C3D02013-9C50-1E15-034D-C3BCDBAAF1F7}"/>
              </a:ext>
            </a:extLst>
          </p:cNvPr>
          <p:cNvGraphicFramePr>
            <a:graphicFrameLocks noGrp="1"/>
          </p:cNvGraphicFramePr>
          <p:nvPr>
            <p:extLst>
              <p:ext uri="{D42A27DB-BD31-4B8C-83A1-F6EECF244321}">
                <p14:modId xmlns:p14="http://schemas.microsoft.com/office/powerpoint/2010/main" val="1958216882"/>
              </p:ext>
            </p:extLst>
          </p:nvPr>
        </p:nvGraphicFramePr>
        <p:xfrm>
          <a:off x="3786214" y="1739992"/>
          <a:ext cx="7691470" cy="1762125"/>
        </p:xfrm>
        <a:graphic>
          <a:graphicData uri="http://schemas.openxmlformats.org/drawingml/2006/table">
            <a:tbl>
              <a:tblPr firstRow="1" bandRow="1">
                <a:tableStyleId>{5C22544A-7EE6-4342-B048-85BDC9FD1C3A}</a:tableStyleId>
              </a:tblPr>
              <a:tblGrid>
                <a:gridCol w="355600">
                  <a:extLst>
                    <a:ext uri="{9D8B030D-6E8A-4147-A177-3AD203B41FA5}">
                      <a16:colId xmlns:a16="http://schemas.microsoft.com/office/drawing/2014/main" val="20000"/>
                    </a:ext>
                  </a:extLst>
                </a:gridCol>
                <a:gridCol w="692136">
                  <a:extLst>
                    <a:ext uri="{9D8B030D-6E8A-4147-A177-3AD203B41FA5}">
                      <a16:colId xmlns:a16="http://schemas.microsoft.com/office/drawing/2014/main" val="20001"/>
                    </a:ext>
                  </a:extLst>
                </a:gridCol>
                <a:gridCol w="1143008">
                  <a:extLst>
                    <a:ext uri="{9D8B030D-6E8A-4147-A177-3AD203B41FA5}">
                      <a16:colId xmlns:a16="http://schemas.microsoft.com/office/drawing/2014/main" val="20002"/>
                    </a:ext>
                  </a:extLst>
                </a:gridCol>
                <a:gridCol w="582620">
                  <a:extLst>
                    <a:ext uri="{9D8B030D-6E8A-4147-A177-3AD203B41FA5}">
                      <a16:colId xmlns:a16="http://schemas.microsoft.com/office/drawing/2014/main" val="20003"/>
                    </a:ext>
                  </a:extLst>
                </a:gridCol>
                <a:gridCol w="1131892">
                  <a:extLst>
                    <a:ext uri="{9D8B030D-6E8A-4147-A177-3AD203B41FA5}">
                      <a16:colId xmlns:a16="http://schemas.microsoft.com/office/drawing/2014/main" val="20004"/>
                    </a:ext>
                  </a:extLst>
                </a:gridCol>
                <a:gridCol w="1143008">
                  <a:extLst>
                    <a:ext uri="{9D8B030D-6E8A-4147-A177-3AD203B41FA5}">
                      <a16:colId xmlns:a16="http://schemas.microsoft.com/office/drawing/2014/main" val="20005"/>
                    </a:ext>
                  </a:extLst>
                </a:gridCol>
                <a:gridCol w="642942">
                  <a:extLst>
                    <a:ext uri="{9D8B030D-6E8A-4147-A177-3AD203B41FA5}">
                      <a16:colId xmlns:a16="http://schemas.microsoft.com/office/drawing/2014/main" val="20006"/>
                    </a:ext>
                  </a:extLst>
                </a:gridCol>
                <a:gridCol w="1000132">
                  <a:extLst>
                    <a:ext uri="{9D8B030D-6E8A-4147-A177-3AD203B41FA5}">
                      <a16:colId xmlns:a16="http://schemas.microsoft.com/office/drawing/2014/main" val="20007"/>
                    </a:ext>
                  </a:extLst>
                </a:gridCol>
                <a:gridCol w="1000132">
                  <a:extLst>
                    <a:ext uri="{9D8B030D-6E8A-4147-A177-3AD203B41FA5}">
                      <a16:colId xmlns:a16="http://schemas.microsoft.com/office/drawing/2014/main" val="20008"/>
                    </a:ext>
                  </a:extLst>
                </a:gridCol>
              </a:tblGrid>
              <a:tr h="370840">
                <a:tc>
                  <a:txBody>
                    <a:bodyPr/>
                    <a:lstStyle/>
                    <a:p>
                      <a:pPr algn="ctr" fontAlgn="ctr"/>
                      <a:r>
                        <a:rPr lang="en-US" sz="1400" b="1" i="0" u="none" strike="noStrike" dirty="0" err="1">
                          <a:solidFill>
                            <a:srgbClr val="000000"/>
                          </a:solidFill>
                          <a:latin typeface="Calibri"/>
                        </a:rPr>
                        <a:t>S.N.</a:t>
                      </a:r>
                      <a:endParaRPr lang="en-US" sz="1400" b="1" i="0" u="none" strike="noStrike" dirty="0">
                        <a:solidFill>
                          <a:srgbClr val="000000"/>
                        </a:solidFill>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dirty="0">
                          <a:solidFill>
                            <a:srgbClr val="000000"/>
                          </a:solidFill>
                          <a:latin typeface="Calibri"/>
                        </a:rPr>
                        <a:t>NAME OF DS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a:solidFill>
                            <a:srgbClr val="000000"/>
                          </a:solidFill>
                          <a:latin typeface="Calibri"/>
                        </a:rPr>
                        <a:t>DOB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dirty="0">
                          <a:solidFill>
                            <a:srgbClr val="000000"/>
                          </a:solidFill>
                          <a:latin typeface="Calibri"/>
                        </a:rPr>
                        <a:t>QUAL.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dirty="0">
                          <a:solidFill>
                            <a:srgbClr val="000000"/>
                          </a:solidFill>
                          <a:latin typeface="Calibri"/>
                        </a:rPr>
                        <a:t>DATE OF JOINING IN SERVICE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a:solidFill>
                            <a:srgbClr val="000000"/>
                          </a:solidFill>
                          <a:latin typeface="Calibri"/>
                        </a:rPr>
                        <a:t>DATE OF POSTING ON DS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a:solidFill>
                            <a:srgbClr val="000000"/>
                          </a:solidFill>
                          <a:latin typeface="Calibri"/>
                        </a:rPr>
                        <a:t>CAT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a:solidFill>
                            <a:srgbClr val="000000"/>
                          </a:solidFill>
                          <a:latin typeface="Calibri"/>
                        </a:rPr>
                        <a:t>ROSTER POSITION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dirty="0">
                          <a:solidFill>
                            <a:srgbClr val="000000"/>
                          </a:solidFill>
                          <a:latin typeface="Calibri"/>
                        </a:rPr>
                        <a:t>DEPUTATION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algn="ctr" fontAlgn="ctr"/>
                      <a:r>
                        <a:rPr lang="en-US" sz="1400" b="0" i="0" u="none" strike="noStrike">
                          <a:solidFill>
                            <a:srgbClr val="000000"/>
                          </a:solidFill>
                          <a:latin typeface="Calibri"/>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DS1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20-03-1972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err="1">
                          <a:solidFill>
                            <a:srgbClr val="000000"/>
                          </a:solidFill>
                          <a:latin typeface="Calibri"/>
                        </a:rPr>
                        <a:t>BSC</a:t>
                      </a:r>
                      <a:endParaRPr lang="en-US" sz="1400" b="0" i="0" u="none" strike="noStrike" dirty="0">
                        <a:solidFill>
                          <a:srgbClr val="000000"/>
                        </a:solidFill>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01-04-1993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a:solidFill>
                            <a:srgbClr val="000000"/>
                          </a:solidFill>
                          <a:latin typeface="Calibri"/>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a:solidFill>
                            <a:srgbClr val="000000"/>
                          </a:solidFill>
                          <a:latin typeface="Calibri"/>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pPr algn="ctr" fontAlgn="ctr"/>
                      <a:r>
                        <a:rPr lang="en-US" sz="1400" b="0" i="0" u="none" strike="noStrike">
                          <a:solidFill>
                            <a:srgbClr val="000000"/>
                          </a:solidFill>
                          <a:latin typeface="Calibri"/>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a:solidFill>
                            <a:srgbClr val="000000"/>
                          </a:solidFill>
                          <a:latin typeface="Calibri"/>
                        </a:rPr>
                        <a:t>DS2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12-05-1976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err="1">
                          <a:solidFill>
                            <a:srgbClr val="000000"/>
                          </a:solidFill>
                          <a:latin typeface="Calibri"/>
                        </a:rPr>
                        <a:t>BCOM</a:t>
                      </a:r>
                      <a:endParaRPr lang="en-US" sz="1400" b="0" i="0" u="none" strike="noStrike" dirty="0">
                        <a:solidFill>
                          <a:srgbClr val="000000"/>
                        </a:solidFill>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13-03-1994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dirty="0">
                          <a:solidFill>
                            <a:srgbClr val="FF0000"/>
                          </a:solidFill>
                          <a:latin typeface="Calibri"/>
                        </a:rPr>
                        <a:t>15-11-2025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pPr algn="ctr" fontAlgn="ctr"/>
                      <a:r>
                        <a:rPr lang="en-US" sz="1400" b="0" i="0" u="none" strike="noStrike">
                          <a:solidFill>
                            <a:srgbClr val="000000"/>
                          </a:solidFill>
                          <a:latin typeface="Calibri"/>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a:solidFill>
                            <a:srgbClr val="000000"/>
                          </a:solidFill>
                          <a:latin typeface="Calibri"/>
                        </a:rPr>
                        <a:t>DS3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dirty="0">
                          <a:solidFill>
                            <a:srgbClr val="FF0000"/>
                          </a:solidFill>
                          <a:latin typeface="Calibri"/>
                        </a:rPr>
                        <a:t>09-04-1969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a:solidFill>
                            <a:srgbClr val="000000"/>
                          </a:solidFill>
                          <a:latin typeface="Calibri"/>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04-07-1994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pic>
        <p:nvPicPr>
          <p:cNvPr id="16" name="Picture 15" descr="E1.PNG">
            <a:extLst>
              <a:ext uri="{FF2B5EF4-FFF2-40B4-BE49-F238E27FC236}">
                <a16:creationId xmlns:a16="http://schemas.microsoft.com/office/drawing/2014/main" id="{4FD2BAF9-F7FD-0F66-4DAF-D077B0CFD10D}"/>
              </a:ext>
            </a:extLst>
          </p:cNvPr>
          <p:cNvPicPr>
            <a:picLocks noChangeAspect="1"/>
          </p:cNvPicPr>
          <p:nvPr/>
        </p:nvPicPr>
        <p:blipFill>
          <a:blip r:embed="rId2"/>
          <a:stretch>
            <a:fillRect/>
          </a:stretch>
        </p:blipFill>
        <p:spPr>
          <a:xfrm>
            <a:off x="4453130" y="1707518"/>
            <a:ext cx="6426029" cy="360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7" name="Picture 16" descr="E2.PNG">
            <a:extLst>
              <a:ext uri="{FF2B5EF4-FFF2-40B4-BE49-F238E27FC236}">
                <a16:creationId xmlns:a16="http://schemas.microsoft.com/office/drawing/2014/main" id="{717866B8-446F-A4B7-7190-51083FA54682}"/>
              </a:ext>
            </a:extLst>
          </p:cNvPr>
          <p:cNvPicPr>
            <a:picLocks noChangeAspect="1"/>
          </p:cNvPicPr>
          <p:nvPr/>
        </p:nvPicPr>
        <p:blipFill>
          <a:blip r:embed="rId3"/>
          <a:stretch>
            <a:fillRect/>
          </a:stretch>
        </p:blipFill>
        <p:spPr>
          <a:xfrm>
            <a:off x="4457362" y="1707518"/>
            <a:ext cx="6436364" cy="360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8" name="Picture 17" descr="E4.PNG">
            <a:extLst>
              <a:ext uri="{FF2B5EF4-FFF2-40B4-BE49-F238E27FC236}">
                <a16:creationId xmlns:a16="http://schemas.microsoft.com/office/drawing/2014/main" id="{7C527147-D934-F7C4-5FD0-AD73EEA863E7}"/>
              </a:ext>
            </a:extLst>
          </p:cNvPr>
          <p:cNvPicPr>
            <a:picLocks noChangeAspect="1"/>
          </p:cNvPicPr>
          <p:nvPr/>
        </p:nvPicPr>
        <p:blipFill>
          <a:blip r:embed="rId4"/>
          <a:stretch>
            <a:fillRect/>
          </a:stretch>
        </p:blipFill>
        <p:spPr>
          <a:xfrm>
            <a:off x="4453130" y="1707518"/>
            <a:ext cx="6330677" cy="360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9" name="Picture 18" descr="E3_1.PNG">
            <a:extLst>
              <a:ext uri="{FF2B5EF4-FFF2-40B4-BE49-F238E27FC236}">
                <a16:creationId xmlns:a16="http://schemas.microsoft.com/office/drawing/2014/main" id="{23C85205-773C-4B21-4B2F-3DB6BE8F597B}"/>
              </a:ext>
            </a:extLst>
          </p:cNvPr>
          <p:cNvPicPr>
            <a:picLocks noChangeAspect="1"/>
          </p:cNvPicPr>
          <p:nvPr/>
        </p:nvPicPr>
        <p:blipFill>
          <a:blip r:embed="rId5"/>
          <a:stretch>
            <a:fillRect/>
          </a:stretch>
        </p:blipFill>
        <p:spPr>
          <a:xfrm>
            <a:off x="4490863" y="1739992"/>
            <a:ext cx="6432169" cy="3600000"/>
          </a:xfrm>
          <a:prstGeom prst="rect">
            <a:avLst/>
          </a:prstGeom>
          <a:ln w="31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1585652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4"/>
                                        </p:tgtEl>
                                      </p:cBhvr>
                                    </p:animEffect>
                                    <p:animScale>
                                      <p:cBhvr>
                                        <p:cTn id="7" dur="250" autoRev="1" fill="hold"/>
                                        <p:tgtEl>
                                          <p:spTgt spid="14"/>
                                        </p:tgtEl>
                                      </p:cBhvr>
                                      <p:by x="105000" y="105000"/>
                                    </p:animScale>
                                  </p:childTnLst>
                                </p:cTn>
                              </p:par>
                            </p:childTnLst>
                          </p:cTn>
                        </p:par>
                        <p:par>
                          <p:cTn id="8" fill="hold">
                            <p:stCondLst>
                              <p:cond delay="500"/>
                            </p:stCondLst>
                            <p:childTnLst>
                              <p:par>
                                <p:cTn id="9" presetID="1" presetClass="entr" presetSubtype="0" fill="hold" nodeType="afterEffect">
                                  <p:stCondLst>
                                    <p:cond delay="750"/>
                                  </p:stCondLst>
                                  <p:childTnLst>
                                    <p:set>
                                      <p:cBhvr>
                                        <p:cTn id="10" dur="1" fill="hold">
                                          <p:stCondLst>
                                            <p:cond delay="999"/>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par>
                          <p:cTn id="11" fill="hold">
                            <p:stCondLst>
                              <p:cond delay="2250"/>
                            </p:stCondLst>
                            <p:childTnLst>
                              <p:par>
                                <p:cTn id="12" presetID="1" presetClass="entr" presetSubtype="0" fill="hold" nodeType="afterEffect">
                                  <p:stCondLst>
                                    <p:cond delay="750"/>
                                  </p:stCondLst>
                                  <p:childTnLst>
                                    <p:set>
                                      <p:cBhvr>
                                        <p:cTn id="13" dur="1" fill="hold">
                                          <p:stCondLst>
                                            <p:cond delay="999"/>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par>
                          <p:cTn id="14" fill="hold">
                            <p:stCondLst>
                              <p:cond delay="4000"/>
                            </p:stCondLst>
                            <p:childTnLst>
                              <p:par>
                                <p:cTn id="15" presetID="1" presetClass="entr" presetSubtype="0" fill="hold" nodeType="afterEffect">
                                  <p:stCondLst>
                                    <p:cond delay="750"/>
                                  </p:stCondLst>
                                  <p:childTnLst>
                                    <p:set>
                                      <p:cBhvr>
                                        <p:cTn id="16" dur="1" fill="hold">
                                          <p:stCondLst>
                                            <p:cond delay="999"/>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par>
                          <p:cTn id="17" fill="hold">
                            <p:stCondLst>
                              <p:cond delay="5750"/>
                            </p:stCondLst>
                            <p:childTnLst>
                              <p:par>
                                <p:cTn id="18" presetID="1" presetClass="entr" presetSubtype="0" fill="hold" nodeType="afterEffect">
                                  <p:stCondLst>
                                    <p:cond delay="750"/>
                                  </p:stCondLst>
                                  <p:childTnLst>
                                    <p:set>
                                      <p:cBhvr>
                                        <p:cTn id="19" dur="1" fill="hold">
                                          <p:stCondLst>
                                            <p:cond delay="999"/>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par>
                          <p:cTn id="20" fill="hold">
                            <p:stCondLst>
                              <p:cond delay="7500"/>
                            </p:stCondLst>
                            <p:childTnLst>
                              <p:par>
                                <p:cTn id="21" presetID="10" presetClass="exit" presetSubtype="0" fill="hold" nodeType="afterEffect">
                                  <p:stCondLst>
                                    <p:cond delay="750"/>
                                  </p:stCondLst>
                                  <p:childTnLst>
                                    <p:animEffect transition="out" filter="fade">
                                      <p:cBhvr>
                                        <p:cTn id="22" dur="1000"/>
                                        <p:tgtEl>
                                          <p:spTgt spid="18"/>
                                        </p:tgtEl>
                                      </p:cBhvr>
                                    </p:animEffect>
                                    <p:set>
                                      <p:cBhvr>
                                        <p:cTn id="23" dur="1" fill="hold">
                                          <p:stCondLst>
                                            <p:cond delay="999"/>
                                          </p:stCondLst>
                                        </p:cTn>
                                        <p:tgtEl>
                                          <p:spTgt spid="18"/>
                                        </p:tgtEl>
                                        <p:attrNameLst>
                                          <p:attrName>style.visibility</p:attrName>
                                        </p:attrNameLst>
                                      </p:cBhvr>
                                      <p:to>
                                        <p:strVal val="hidden"/>
                                      </p:to>
                                    </p:set>
                                  </p:childTnLst>
                                </p:cTn>
                              </p:par>
                            </p:childTnLst>
                          </p:cTn>
                        </p:par>
                        <p:par>
                          <p:cTn id="24" fill="hold">
                            <p:stCondLst>
                              <p:cond delay="9250"/>
                            </p:stCondLst>
                            <p:childTnLst>
                              <p:par>
                                <p:cTn id="25" presetID="22" presetClass="entr" presetSubtype="1" fill="hold"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1000"/>
                                        <p:tgtEl>
                                          <p:spTgt spid="15"/>
                                        </p:tgtEl>
                                      </p:cBhvr>
                                    </p:animEffect>
                                  </p:childTnLst>
                                </p:cTn>
                              </p:par>
                            </p:childTnLst>
                          </p:cTn>
                        </p:par>
                        <p:par>
                          <p:cTn id="28" fill="hold">
                            <p:stCondLst>
                              <p:cond delay="10250"/>
                            </p:stCondLst>
                            <p:childTnLst>
                              <p:par>
                                <p:cTn id="29" presetID="22" presetClass="entr" presetSubtype="8"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par>
                          <p:cTn id="32" fill="hold">
                            <p:stCondLst>
                              <p:cond delay="10750"/>
                            </p:stCondLst>
                            <p:childTnLst>
                              <p:par>
                                <p:cTn id="33" presetID="22" presetClass="entr" presetSubtype="8" fill="hold" grpId="1"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par>
                          <p:cTn id="36" fill="hold">
                            <p:stCondLst>
                              <p:cond delay="11250"/>
                            </p:stCondLst>
                            <p:childTnLst>
                              <p:par>
                                <p:cTn id="37" presetID="3" presetClass="emph" presetSubtype="2" fill="hold" grpId="0" nodeType="afterEffect">
                                  <p:stCondLst>
                                    <p:cond delay="0"/>
                                  </p:stCondLst>
                                  <p:childTnLst>
                                    <p:animClr clrSpc="rgb" dir="cw">
                                      <p:cBhvr override="childStyle">
                                        <p:cTn id="38" dur="2000" fill="hold"/>
                                        <p:tgtEl>
                                          <p:spTgt spid="11"/>
                                        </p:tgtEl>
                                        <p:attrNameLst>
                                          <p:attrName>style.color</p:attrName>
                                        </p:attrNameLst>
                                      </p:cBhvr>
                                      <p:to>
                                        <a:schemeClr val="tx1"/>
                                      </p:to>
                                    </p:animClr>
                                  </p:childTnLst>
                                </p:cTn>
                              </p:par>
                            </p:childTnLst>
                          </p:cTn>
                        </p:par>
                        <p:par>
                          <p:cTn id="39" fill="hold">
                            <p:stCondLst>
                              <p:cond delay="13250"/>
                            </p:stCondLst>
                            <p:childTnLst>
                              <p:par>
                                <p:cTn id="40" presetID="26" presetClass="emph" presetSubtype="0" fill="hold" grpId="0" nodeType="afterEffect">
                                  <p:stCondLst>
                                    <p:cond delay="0"/>
                                  </p:stCondLst>
                                  <p:childTnLst>
                                    <p:animEffect transition="out" filter="fade">
                                      <p:cBhvr>
                                        <p:cTn id="41" dur="500" tmFilter="0, 0; .2, .5; .8, .5; 1, 0"/>
                                        <p:tgtEl>
                                          <p:spTgt spid="8"/>
                                        </p:tgtEl>
                                      </p:cBhvr>
                                    </p:animEffect>
                                    <p:animScale>
                                      <p:cBhvr>
                                        <p:cTn id="42" dur="250" autoRev="1" fill="hold"/>
                                        <p:tgtEl>
                                          <p:spTgt spid="8"/>
                                        </p:tgtEl>
                                      </p:cBhvr>
                                      <p:by x="105000" y="105000"/>
                                    </p:animScale>
                                  </p:childTnLst>
                                </p:cTn>
                              </p:par>
                            </p:childTnLst>
                          </p:cTn>
                        </p:par>
                        <p:par>
                          <p:cTn id="43" fill="hold">
                            <p:stCondLst>
                              <p:cond delay="13750"/>
                            </p:stCondLst>
                            <p:childTnLst>
                              <p:par>
                                <p:cTn id="44" presetID="22" presetClass="entr" presetSubtype="8" fill="hold" grpId="0" nodeType="afterEffect">
                                  <p:stCondLst>
                                    <p:cond delay="0"/>
                                  </p:stCondLst>
                                  <p:iterate type="wd">
                                    <p:tmPct val="10000"/>
                                  </p:iterate>
                                  <p:childTnLst>
                                    <p:set>
                                      <p:cBhvr>
                                        <p:cTn id="45" dur="1" fill="hold">
                                          <p:stCondLst>
                                            <p:cond delay="0"/>
                                          </p:stCondLst>
                                        </p:cTn>
                                        <p:tgtEl>
                                          <p:spTgt spid="4"/>
                                        </p:tgtEl>
                                        <p:attrNameLst>
                                          <p:attrName>style.visibility</p:attrName>
                                        </p:attrNameLst>
                                      </p:cBhvr>
                                      <p:to>
                                        <p:strVal val="visible"/>
                                      </p:to>
                                    </p:set>
                                    <p:animEffect transition="in" filter="wipe(left)">
                                      <p:cBhvr>
                                        <p:cTn id="46" dur="1000"/>
                                        <p:tgtEl>
                                          <p:spTgt spid="4"/>
                                        </p:tgtEl>
                                      </p:cBhvr>
                                    </p:animEffect>
                                  </p:childTnLst>
                                </p:cTn>
                              </p:par>
                            </p:childTnLst>
                          </p:cTn>
                        </p:par>
                      </p:childTnLst>
                    </p:cTn>
                  </p:par>
                  <p:par>
                    <p:cTn id="47" fill="hold">
                      <p:stCondLst>
                        <p:cond delay="indefinite"/>
                      </p:stCondLst>
                      <p:childTnLst>
                        <p:par>
                          <p:cTn id="48" fill="hold">
                            <p:stCondLst>
                              <p:cond delay="0"/>
                            </p:stCondLst>
                            <p:childTnLst>
                              <p:par>
                                <p:cTn id="49" presetID="26" presetClass="emph" presetSubtype="0" fill="hold" grpId="0" nodeType="clickEffect">
                                  <p:stCondLst>
                                    <p:cond delay="0"/>
                                  </p:stCondLst>
                                  <p:childTnLst>
                                    <p:animEffect transition="out" filter="fade">
                                      <p:cBhvr>
                                        <p:cTn id="50" dur="500" tmFilter="0, 0; .2, .5; .8, .5; 1, 0"/>
                                        <p:tgtEl>
                                          <p:spTgt spid="7"/>
                                        </p:tgtEl>
                                      </p:cBhvr>
                                    </p:animEffect>
                                    <p:animScale>
                                      <p:cBhvr>
                                        <p:cTn id="51"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8" grpId="0" animBg="1"/>
      <p:bldP spid="10" grpId="0"/>
      <p:bldP spid="11" grpId="0" animBg="1"/>
      <p:bldP spid="11" grpId="1"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724B7-621C-994A-4F49-B23B868CA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ABE557-9940-832A-EB87-02A1385C52AA}"/>
              </a:ext>
            </a:extLst>
          </p:cNvPr>
          <p:cNvSpPr>
            <a:spLocks noGrp="1"/>
          </p:cNvSpPr>
          <p:nvPr>
            <p:ph type="title"/>
          </p:nvPr>
        </p:nvSpPr>
        <p:spPr>
          <a:xfrm>
            <a:off x="0" y="1399032"/>
            <a:ext cx="3048000" cy="1682749"/>
          </a:xfrm>
        </p:spPr>
        <p:txBody>
          <a:bodyPr/>
          <a:lstStyle/>
          <a:p>
            <a:pPr algn="ctr">
              <a:lnSpc>
                <a:spcPct val="150000"/>
              </a:lnSpc>
            </a:pPr>
            <a:r>
              <a:rPr lang="hi-IN" sz="2400" b="1" dirty="0">
                <a:effectLst>
                  <a:outerShdw blurRad="38100" dist="38100" dir="2700000" algn="tl">
                    <a:srgbClr val="000000">
                      <a:alpha val="43137"/>
                    </a:srgbClr>
                  </a:outerShdw>
                </a:effectLst>
              </a:rPr>
              <a:t>DPC PROPOSAL BY AUTHORISED OFFICER</a:t>
            </a:r>
            <a:br>
              <a:rPr lang="en-IN" sz="2400" b="1" dirty="0">
                <a:solidFill>
                  <a:schemeClr val="accent3">
                    <a:lumMod val="50000"/>
                  </a:schemeClr>
                </a:solidFill>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UPLOADING SENIORITY LIST</a:t>
            </a:r>
            <a:br>
              <a:rPr lang="en-US" sz="3200" dirty="0"/>
            </a:br>
            <a:endParaRPr lang="en-US" sz="3200" dirty="0"/>
          </a:p>
        </p:txBody>
      </p:sp>
      <p:sp>
        <p:nvSpPr>
          <p:cNvPr id="12" name="Footer Placeholder 11">
            <a:extLst>
              <a:ext uri="{FF2B5EF4-FFF2-40B4-BE49-F238E27FC236}">
                <a16:creationId xmlns:a16="http://schemas.microsoft.com/office/drawing/2014/main" id="{9BA7121E-2D8A-E594-689A-DB87E895717D}"/>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BB5A914C-DB62-A330-24E0-46735E4406F5}"/>
              </a:ext>
            </a:extLst>
          </p:cNvPr>
          <p:cNvSpPr>
            <a:spLocks noGrp="1"/>
          </p:cNvSpPr>
          <p:nvPr>
            <p:ph type="sldNum" sz="quarter" idx="12"/>
          </p:nvPr>
        </p:nvSpPr>
        <p:spPr/>
        <p:txBody>
          <a:bodyPr/>
          <a:lstStyle/>
          <a:p>
            <a:fld id="{5BFCF61C-3B18-4C03-8326-CC3B32D710C9}" type="slidenum">
              <a:rPr lang="en-US" smtClean="0"/>
              <a:pPr/>
              <a:t>17</a:t>
            </a:fld>
            <a:endParaRPr lang="en-US" dirty="0"/>
          </a:p>
        </p:txBody>
      </p:sp>
      <p:sp>
        <p:nvSpPr>
          <p:cNvPr id="3" name="Rectangle 2">
            <a:extLst>
              <a:ext uri="{FF2B5EF4-FFF2-40B4-BE49-F238E27FC236}">
                <a16:creationId xmlns:a16="http://schemas.microsoft.com/office/drawing/2014/main" id="{7375100F-B090-D772-7659-6FA90DBA23AE}"/>
              </a:ext>
            </a:extLst>
          </p:cNvPr>
          <p:cNvSpPr/>
          <p:nvPr/>
        </p:nvSpPr>
        <p:spPr>
          <a:xfrm>
            <a:off x="3354262" y="1049098"/>
            <a:ext cx="8429684" cy="5072098"/>
          </a:xfrm>
          <a:prstGeom prst="rect">
            <a:avLst/>
          </a:prstGeom>
          <a:ln/>
        </p:spPr>
        <p:style>
          <a:lnRef idx="0">
            <a:schemeClr val="accent5"/>
          </a:lnRef>
          <a:fillRef idx="3">
            <a:schemeClr val="accent5"/>
          </a:fillRef>
          <a:effectRef idx="3">
            <a:schemeClr val="accent5"/>
          </a:effectRef>
          <a:fontRef idx="minor">
            <a:schemeClr val="lt1"/>
          </a:fontRef>
        </p:style>
        <p:txBody>
          <a:bodyPr rtlCol="0" anchor="t"/>
          <a:lstStyle/>
          <a:p>
            <a:pPr algn="just"/>
            <a:endParaRPr lang="en-US" dirty="0">
              <a:solidFill>
                <a:srgbClr val="0070C0"/>
              </a:solidFill>
            </a:endParaRPr>
          </a:p>
        </p:txBody>
      </p:sp>
      <p:sp>
        <p:nvSpPr>
          <p:cNvPr id="4" name="TextBox 3">
            <a:extLst>
              <a:ext uri="{FF2B5EF4-FFF2-40B4-BE49-F238E27FC236}">
                <a16:creationId xmlns:a16="http://schemas.microsoft.com/office/drawing/2014/main" id="{F2A6BC12-4776-5347-9BF1-9B729E2032C1}"/>
              </a:ext>
            </a:extLst>
          </p:cNvPr>
          <p:cNvSpPr txBox="1"/>
          <p:nvPr/>
        </p:nvSpPr>
        <p:spPr>
          <a:xfrm>
            <a:off x="3418005" y="1035827"/>
            <a:ext cx="8277041" cy="461665"/>
          </a:xfrm>
          <a:prstGeom prst="rect">
            <a:avLst/>
          </a:prstGeom>
          <a:noFill/>
        </p:spPr>
        <p:txBody>
          <a:bodyPr wrap="square" rtlCol="0">
            <a:spAutoFit/>
          </a:bodyPr>
          <a:lstStyle/>
          <a:p>
            <a:pPr algn="ctr"/>
            <a:r>
              <a:rPr lang="hi-IN" sz="2400" b="1" dirty="0">
                <a:latin typeface="Kokila" panose="020B0604020202020204" pitchFamily="34" charset="0"/>
                <a:cs typeface="Kokila" panose="020B0604020202020204" pitchFamily="34" charset="0"/>
              </a:rPr>
              <a:t>2026 की स्थिति में अवर सचिव की अंतिम पदक्रम सूचि की प्रविष्टि</a:t>
            </a:r>
            <a:r>
              <a:rPr lang="en-US" sz="2400" b="1" dirty="0">
                <a:latin typeface="Kokila" panose="020B0604020202020204" pitchFamily="34" charset="0"/>
                <a:cs typeface="Kokila" panose="020B0604020202020204" pitchFamily="34" charset="0"/>
              </a:rPr>
              <a:t>/</a:t>
            </a:r>
            <a:r>
              <a:rPr lang="en-US" sz="2000" b="1" dirty="0">
                <a:latin typeface="Kokila" panose="020B0604020202020204" pitchFamily="34" charset="0"/>
                <a:cs typeface="Kokila" panose="020B0604020202020204" pitchFamily="34" charset="0"/>
              </a:rPr>
              <a:t>UPLOAD </a:t>
            </a:r>
            <a:r>
              <a:rPr lang="hi-IN" sz="2000" b="1" dirty="0">
                <a:latin typeface="Kokila" panose="020B0604020202020204" pitchFamily="34" charset="0"/>
                <a:cs typeface="Kokila" panose="020B0604020202020204" pitchFamily="34" charset="0"/>
              </a:rPr>
              <a:t> </a:t>
            </a:r>
            <a:r>
              <a:rPr lang="hi-IN" sz="2400" b="1" dirty="0">
                <a:latin typeface="Kokila" panose="020B0604020202020204" pitchFamily="34" charset="0"/>
                <a:cs typeface="Kokila" panose="020B0604020202020204" pitchFamily="34" charset="0"/>
              </a:rPr>
              <a:t>करें </a:t>
            </a:r>
            <a:r>
              <a:rPr lang="hi-IN" sz="2400" b="1" dirty="0"/>
              <a:t> </a:t>
            </a:r>
            <a:endParaRPr lang="en-IN" sz="2400" b="1" dirty="0"/>
          </a:p>
        </p:txBody>
      </p:sp>
      <p:sp>
        <p:nvSpPr>
          <p:cNvPr id="5" name="Rounded Rectangle 13">
            <a:extLst>
              <a:ext uri="{FF2B5EF4-FFF2-40B4-BE49-F238E27FC236}">
                <a16:creationId xmlns:a16="http://schemas.microsoft.com/office/drawing/2014/main" id="{752CCC1F-51B8-A6F4-1924-287084BBD691}"/>
              </a:ext>
            </a:extLst>
          </p:cNvPr>
          <p:cNvSpPr/>
          <p:nvPr/>
        </p:nvSpPr>
        <p:spPr>
          <a:xfrm>
            <a:off x="9783682" y="5406816"/>
            <a:ext cx="1911364"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i-IN" sz="1600" b="1" dirty="0"/>
              <a:t>SAVE AND NEXT</a:t>
            </a:r>
            <a:endParaRPr lang="en-IN" sz="1600" b="1" dirty="0"/>
          </a:p>
        </p:txBody>
      </p:sp>
      <p:sp>
        <p:nvSpPr>
          <p:cNvPr id="6" name="Rounded Rectangle 14">
            <a:extLst>
              <a:ext uri="{FF2B5EF4-FFF2-40B4-BE49-F238E27FC236}">
                <a16:creationId xmlns:a16="http://schemas.microsoft.com/office/drawing/2014/main" id="{E718CAAF-3ADF-7B45-5303-F9212A1394BA}"/>
              </a:ext>
            </a:extLst>
          </p:cNvPr>
          <p:cNvSpPr/>
          <p:nvPr/>
        </p:nvSpPr>
        <p:spPr>
          <a:xfrm>
            <a:off x="7854856" y="5406816"/>
            <a:ext cx="1571636" cy="571504"/>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hi-IN" sz="1600" b="1" dirty="0"/>
              <a:t>CALCULATE</a:t>
            </a:r>
            <a:endParaRPr lang="en-IN" sz="1600" b="1" dirty="0"/>
          </a:p>
        </p:txBody>
      </p:sp>
      <p:sp>
        <p:nvSpPr>
          <p:cNvPr id="7" name="Rounded Rectangle 15">
            <a:extLst>
              <a:ext uri="{FF2B5EF4-FFF2-40B4-BE49-F238E27FC236}">
                <a16:creationId xmlns:a16="http://schemas.microsoft.com/office/drawing/2014/main" id="{6AD8DBA3-F253-7F9E-520C-3898A9CF2684}"/>
              </a:ext>
            </a:extLst>
          </p:cNvPr>
          <p:cNvSpPr/>
          <p:nvPr/>
        </p:nvSpPr>
        <p:spPr>
          <a:xfrm>
            <a:off x="3854328" y="5406816"/>
            <a:ext cx="1571636"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i-IN" sz="1600" b="1" dirty="0"/>
              <a:t>UPLOAD</a:t>
            </a:r>
            <a:endParaRPr lang="en-IN" sz="1600" b="1" dirty="0"/>
          </a:p>
        </p:txBody>
      </p:sp>
      <p:sp>
        <p:nvSpPr>
          <p:cNvPr id="8" name="Rounded Rectangle 16">
            <a:extLst>
              <a:ext uri="{FF2B5EF4-FFF2-40B4-BE49-F238E27FC236}">
                <a16:creationId xmlns:a16="http://schemas.microsoft.com/office/drawing/2014/main" id="{3D016B03-1FD1-FFBD-985C-5F6FAC53F137}"/>
              </a:ext>
            </a:extLst>
          </p:cNvPr>
          <p:cNvSpPr/>
          <p:nvPr/>
        </p:nvSpPr>
        <p:spPr>
          <a:xfrm>
            <a:off x="5854592" y="5406816"/>
            <a:ext cx="1571636" cy="571504"/>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600" b="1" dirty="0"/>
              <a:t>CLEAR</a:t>
            </a:r>
          </a:p>
        </p:txBody>
      </p:sp>
      <p:sp>
        <p:nvSpPr>
          <p:cNvPr id="9" name="TextBox 8">
            <a:extLst>
              <a:ext uri="{FF2B5EF4-FFF2-40B4-BE49-F238E27FC236}">
                <a16:creationId xmlns:a16="http://schemas.microsoft.com/office/drawing/2014/main" id="{6B66012B-9B8E-61E8-4E2F-BFF65268FE35}"/>
              </a:ext>
            </a:extLst>
          </p:cNvPr>
          <p:cNvSpPr txBox="1"/>
          <p:nvPr/>
        </p:nvSpPr>
        <p:spPr>
          <a:xfrm>
            <a:off x="3813654" y="5049626"/>
            <a:ext cx="6572296" cy="461665"/>
          </a:xfrm>
          <a:prstGeom prst="rect">
            <a:avLst/>
          </a:prstGeom>
          <a:noFill/>
        </p:spPr>
        <p:txBody>
          <a:bodyPr wrap="square" rtlCol="0">
            <a:spAutoFit/>
          </a:bodyPr>
          <a:lstStyle/>
          <a:p>
            <a:r>
              <a:rPr lang="hi-IN" sz="2400" b="1" dirty="0">
                <a:latin typeface="Kokila" panose="020B0604020202020204" pitchFamily="34" charset="0"/>
                <a:cs typeface="Kokila" panose="020B0604020202020204" pitchFamily="34" charset="0"/>
              </a:rPr>
              <a:t>पदोन्नति हेतु कुल विचार्य संख्या – </a:t>
            </a:r>
            <a:r>
              <a:rPr lang="hi-IN" sz="2400" b="1" dirty="0">
                <a:solidFill>
                  <a:schemeClr val="tx1">
                    <a:lumMod val="50000"/>
                    <a:lumOff val="50000"/>
                  </a:schemeClr>
                </a:solidFill>
                <a:latin typeface="Kokila" panose="020B0604020202020204" pitchFamily="34" charset="0"/>
                <a:cs typeface="Kokila" panose="020B0604020202020204" pitchFamily="34" charset="0"/>
              </a:rPr>
              <a:t>2 X 2 + 4 </a:t>
            </a:r>
            <a:r>
              <a:rPr lang="hi-IN" sz="2400" b="1" dirty="0">
                <a:latin typeface="Kokila" panose="020B0604020202020204" pitchFamily="34" charset="0"/>
                <a:cs typeface="Kokila" panose="020B0604020202020204" pitchFamily="34" charset="0"/>
              </a:rPr>
              <a:t>= 8</a:t>
            </a:r>
            <a:endParaRPr lang="en-IN" sz="2400" b="1" dirty="0">
              <a:latin typeface="Kokila" panose="020B0604020202020204" pitchFamily="34" charset="0"/>
              <a:cs typeface="Kokila" panose="020B0604020202020204" pitchFamily="34" charset="0"/>
            </a:endParaRPr>
          </a:p>
        </p:txBody>
      </p:sp>
      <p:graphicFrame>
        <p:nvGraphicFramePr>
          <p:cNvPr id="10" name="Content Placeholder 19">
            <a:extLst>
              <a:ext uri="{FF2B5EF4-FFF2-40B4-BE49-F238E27FC236}">
                <a16:creationId xmlns:a16="http://schemas.microsoft.com/office/drawing/2014/main" id="{C4F223DB-6F6E-3C12-A3BE-FCA71CBFCDA7}"/>
              </a:ext>
            </a:extLst>
          </p:cNvPr>
          <p:cNvGraphicFramePr>
            <a:graphicFrameLocks/>
          </p:cNvGraphicFramePr>
          <p:nvPr>
            <p:extLst>
              <p:ext uri="{D42A27DB-BD31-4B8C-83A1-F6EECF244321}">
                <p14:modId xmlns:p14="http://schemas.microsoft.com/office/powerpoint/2010/main" val="3642291471"/>
              </p:ext>
            </p:extLst>
          </p:nvPr>
        </p:nvGraphicFramePr>
        <p:xfrm>
          <a:off x="3465447" y="1863052"/>
          <a:ext cx="8229599" cy="3030855"/>
        </p:xfrm>
        <a:graphic>
          <a:graphicData uri="http://schemas.openxmlformats.org/drawingml/2006/table">
            <a:tbl>
              <a:tblPr firstRow="1" bandRow="1">
                <a:tableStyleId>{5C22544A-7EE6-4342-B048-85BDC9FD1C3A}</a:tableStyleId>
              </a:tblPr>
              <a:tblGrid>
                <a:gridCol w="1175657">
                  <a:extLst>
                    <a:ext uri="{9D8B030D-6E8A-4147-A177-3AD203B41FA5}">
                      <a16:colId xmlns:a16="http://schemas.microsoft.com/office/drawing/2014/main" val="20000"/>
                    </a:ext>
                  </a:extLst>
                </a:gridCol>
                <a:gridCol w="1175657">
                  <a:extLst>
                    <a:ext uri="{9D8B030D-6E8A-4147-A177-3AD203B41FA5}">
                      <a16:colId xmlns:a16="http://schemas.microsoft.com/office/drawing/2014/main" val="20001"/>
                    </a:ext>
                  </a:extLst>
                </a:gridCol>
                <a:gridCol w="1175657">
                  <a:extLst>
                    <a:ext uri="{9D8B030D-6E8A-4147-A177-3AD203B41FA5}">
                      <a16:colId xmlns:a16="http://schemas.microsoft.com/office/drawing/2014/main" val="20002"/>
                    </a:ext>
                  </a:extLst>
                </a:gridCol>
                <a:gridCol w="844976">
                  <a:extLst>
                    <a:ext uri="{9D8B030D-6E8A-4147-A177-3AD203B41FA5}">
                      <a16:colId xmlns:a16="http://schemas.microsoft.com/office/drawing/2014/main" val="20003"/>
                    </a:ext>
                  </a:extLst>
                </a:gridCol>
                <a:gridCol w="1571636">
                  <a:extLst>
                    <a:ext uri="{9D8B030D-6E8A-4147-A177-3AD203B41FA5}">
                      <a16:colId xmlns:a16="http://schemas.microsoft.com/office/drawing/2014/main" val="20004"/>
                    </a:ext>
                  </a:extLst>
                </a:gridCol>
                <a:gridCol w="1428760">
                  <a:extLst>
                    <a:ext uri="{9D8B030D-6E8A-4147-A177-3AD203B41FA5}">
                      <a16:colId xmlns:a16="http://schemas.microsoft.com/office/drawing/2014/main" val="20005"/>
                    </a:ext>
                  </a:extLst>
                </a:gridCol>
                <a:gridCol w="857256">
                  <a:extLst>
                    <a:ext uri="{9D8B030D-6E8A-4147-A177-3AD203B41FA5}">
                      <a16:colId xmlns:a16="http://schemas.microsoft.com/office/drawing/2014/main" val="20006"/>
                    </a:ext>
                  </a:extLst>
                </a:gridCol>
              </a:tblGrid>
              <a:tr h="370840">
                <a:tc>
                  <a:txBody>
                    <a:bodyPr/>
                    <a:lstStyle/>
                    <a:p>
                      <a:pPr algn="ctr" fontAlgn="ctr"/>
                      <a:r>
                        <a:rPr lang="en-US" sz="1600" b="1" i="0" u="none" strike="noStrike" dirty="0">
                          <a:solidFill>
                            <a:srgbClr val="000000"/>
                          </a:solidFill>
                          <a:latin typeface="Calibri"/>
                        </a:rPr>
                        <a: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1" i="0" u="none" strike="noStrike" dirty="0">
                          <a:solidFill>
                            <a:srgbClr val="000000"/>
                          </a:solidFill>
                          <a:latin typeface="Calibri"/>
                        </a:rPr>
                        <a:t>NAME OF 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1" i="0" u="none" strike="noStrike" dirty="0">
                          <a:solidFill>
                            <a:srgbClr val="000000"/>
                          </a:solidFill>
                          <a:latin typeface="Calibri"/>
                        </a:rPr>
                        <a:t>DOB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1" i="0" u="none" strike="noStrike" dirty="0">
                          <a:solidFill>
                            <a:srgbClr val="000000"/>
                          </a:solidFill>
                          <a:latin typeface="Calibri"/>
                        </a:rPr>
                        <a:t>QUAL.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1" i="0" u="none" strike="noStrike" dirty="0">
                          <a:solidFill>
                            <a:srgbClr val="000000"/>
                          </a:solidFill>
                          <a:latin typeface="Calibri"/>
                        </a:rPr>
                        <a:t>DATE OF JOINING IN SERVICE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1" i="0" u="none" strike="noStrike" dirty="0">
                          <a:solidFill>
                            <a:srgbClr val="000000"/>
                          </a:solidFill>
                          <a:latin typeface="Calibri"/>
                        </a:rPr>
                        <a:t>DATE OF POSTING ON 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1" i="0" u="none" strike="noStrike" dirty="0">
                          <a:solidFill>
                            <a:srgbClr val="000000"/>
                          </a:solidFill>
                          <a:latin typeface="Calibri"/>
                        </a:rPr>
                        <a:t>CAT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45737">
                <a:tc>
                  <a:txBody>
                    <a:bodyPr/>
                    <a:lstStyle/>
                    <a:p>
                      <a:pPr algn="ctr" fontAlgn="ctr"/>
                      <a:r>
                        <a:rPr lang="en-US" sz="1600" b="0" i="0" u="none" strike="noStrike" dirty="0">
                          <a:solidFill>
                            <a:srgbClr val="000000"/>
                          </a:solidFill>
                          <a:latin typeface="Calibri"/>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20-03-1964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chemeClr val="tx1"/>
                          </a:solidFill>
                          <a:latin typeface="Calibri"/>
                          <a:ea typeface="+mn-ea"/>
                          <a:cs typeface="+mn-cs"/>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01-04-1985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5248">
                <a:tc>
                  <a:txBody>
                    <a:bodyPr/>
                    <a:lstStyle/>
                    <a:p>
                      <a:pPr algn="ctr" fontAlgn="ctr"/>
                      <a:r>
                        <a:rPr lang="en-US" sz="1600" b="0" i="0" u="none" strike="noStrike" dirty="0">
                          <a:solidFill>
                            <a:srgbClr val="000000"/>
                          </a:solidFill>
                          <a:latin typeface="Calibri"/>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US2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12-05-1968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chemeClr val="tx1"/>
                          </a:solidFill>
                          <a:latin typeface="Calibri"/>
                          <a:ea typeface="+mn-ea"/>
                          <a:cs typeface="+mn-cs"/>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13-03-1986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7635">
                <a:tc>
                  <a:txBody>
                    <a:bodyPr/>
                    <a:lstStyle/>
                    <a:p>
                      <a:pPr algn="ctr" fontAlgn="ctr"/>
                      <a:r>
                        <a:rPr lang="en-US" sz="1600" b="0" i="0" u="none" strike="noStrike" dirty="0">
                          <a:solidFill>
                            <a:srgbClr val="000000"/>
                          </a:solidFill>
                          <a:latin typeface="Calibri"/>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09-04-1967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chemeClr val="tx1"/>
                          </a:solidFill>
                          <a:latin typeface="Calibri"/>
                          <a:ea typeface="+mn-ea"/>
                          <a:cs typeface="+mn-cs"/>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04-07-1986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algn="ctr" fontAlgn="ctr"/>
                      <a:r>
                        <a:rPr lang="en-US" sz="1600" b="0" i="0" u="none" strike="noStrike" dirty="0">
                          <a:solidFill>
                            <a:srgbClr val="000000"/>
                          </a:solidFill>
                          <a:latin typeface="Calibri"/>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11-07-1964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chemeClr val="tx1"/>
                          </a:solidFill>
                          <a:latin typeface="Calibri"/>
                          <a:ea typeface="+mn-ea"/>
                          <a:cs typeface="+mn-cs"/>
                        </a:rPr>
                        <a:t>MSC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12-09-1987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971">
                <a:tc>
                  <a:txBody>
                    <a:bodyPr/>
                    <a:lstStyle/>
                    <a:p>
                      <a:pPr algn="ctr" fontAlgn="ctr"/>
                      <a:r>
                        <a:rPr lang="en-US" sz="1600" b="0" i="0" u="none" strike="noStrike" dirty="0">
                          <a:solidFill>
                            <a:srgbClr val="000000"/>
                          </a:solidFill>
                          <a:latin typeface="Calibri"/>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US5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22-05-1971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chemeClr val="tx1"/>
                          </a:solidFill>
                          <a:latin typeface="Calibri"/>
                          <a:ea typeface="+mn-ea"/>
                          <a:cs typeface="+mn-cs"/>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10-11-1987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0">
                <a:tc>
                  <a:txBody>
                    <a:bodyPr/>
                    <a:lstStyle/>
                    <a:p>
                      <a:pPr algn="ctr" fontAlgn="ctr"/>
                      <a:r>
                        <a:rPr lang="en-US" sz="1600" b="0" i="0" u="none" strike="noStrike" dirty="0">
                          <a:solidFill>
                            <a:srgbClr val="000000"/>
                          </a:solidFill>
                          <a:latin typeface="Calibri"/>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US6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16-09-1972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chemeClr val="tx1"/>
                          </a:solidFill>
                          <a:latin typeface="Calibri"/>
                          <a:ea typeface="+mn-ea"/>
                          <a:cs typeface="+mn-cs"/>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04-05-1988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4307">
                <a:tc>
                  <a:txBody>
                    <a:bodyPr/>
                    <a:lstStyle/>
                    <a:p>
                      <a:pPr algn="ctr" fontAlgn="ctr"/>
                      <a:r>
                        <a:rPr lang="en-US" sz="1600" b="0" i="0" u="none" strike="noStrike" dirty="0">
                          <a:solidFill>
                            <a:srgbClr val="000000"/>
                          </a:solidFill>
                          <a:latin typeface="Calibri"/>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US7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22-06-1969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chemeClr val="tx1"/>
                          </a:solidFill>
                          <a:latin typeface="Calibri"/>
                          <a:ea typeface="+mn-ea"/>
                          <a:cs typeface="+mn-cs"/>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04-05-1988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0">
                <a:tc>
                  <a:txBody>
                    <a:bodyPr/>
                    <a:lstStyle/>
                    <a:p>
                      <a:pPr algn="ctr" fontAlgn="ctr"/>
                      <a:r>
                        <a:rPr lang="en-US" sz="1600" b="0" i="0" u="none" strike="noStrike" dirty="0">
                          <a:solidFill>
                            <a:srgbClr val="000000"/>
                          </a:solidFill>
                          <a:latin typeface="Calibri"/>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13-01-1970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chemeClr val="tx1"/>
                          </a:solidFill>
                          <a:latin typeface="Calibri"/>
                          <a:ea typeface="+mn-ea"/>
                          <a:cs typeface="+mn-cs"/>
                        </a:rPr>
                        <a:t>MCOM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12-07-1988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7643">
                <a:tc>
                  <a:txBody>
                    <a:bodyPr/>
                    <a:lstStyle/>
                    <a:p>
                      <a:pPr algn="ctr" fontAlgn="ctr"/>
                      <a:r>
                        <a:rPr lang="en-US" sz="1600" b="0" i="0" u="none" strike="noStrike" dirty="0">
                          <a:solidFill>
                            <a:srgbClr val="000000"/>
                          </a:solidFill>
                          <a:latin typeface="Calibri"/>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US9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07-12-1969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chemeClr val="tx1"/>
                          </a:solidFill>
                          <a:latin typeface="Calibri"/>
                          <a:ea typeface="+mn-ea"/>
                          <a:cs typeface="+mn-cs"/>
                        </a:rPr>
                        <a:t>BSC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22-07-1989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0">
                <a:tc>
                  <a:txBody>
                    <a:bodyPr/>
                    <a:lstStyle/>
                    <a:p>
                      <a:pPr algn="ctr" fontAlgn="ctr"/>
                      <a:r>
                        <a:rPr lang="en-US" sz="1600" b="0" i="0" u="none" strike="noStrike" dirty="0">
                          <a:solidFill>
                            <a:srgbClr val="000000"/>
                          </a:solidFill>
                          <a:latin typeface="Calibri"/>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US10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21-08-1971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chemeClr val="tx1"/>
                          </a:solidFill>
                          <a:latin typeface="Calibri"/>
                          <a:ea typeface="+mn-ea"/>
                          <a:cs typeface="+mn-cs"/>
                        </a:rPr>
                        <a:t>BCOM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10-01-1990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1" name="Content Placeholder 19">
            <a:extLst>
              <a:ext uri="{FF2B5EF4-FFF2-40B4-BE49-F238E27FC236}">
                <a16:creationId xmlns:a16="http://schemas.microsoft.com/office/drawing/2014/main" id="{8CC70074-1CF4-FCE8-9F27-DE0BC50C9436}"/>
              </a:ext>
            </a:extLst>
          </p:cNvPr>
          <p:cNvGraphicFramePr>
            <a:graphicFrameLocks/>
          </p:cNvGraphicFramePr>
          <p:nvPr>
            <p:extLst>
              <p:ext uri="{D42A27DB-BD31-4B8C-83A1-F6EECF244321}">
                <p14:modId xmlns:p14="http://schemas.microsoft.com/office/powerpoint/2010/main" val="3816259443"/>
              </p:ext>
            </p:extLst>
          </p:nvPr>
        </p:nvGraphicFramePr>
        <p:xfrm>
          <a:off x="3465447" y="1861954"/>
          <a:ext cx="8229599" cy="3030855"/>
        </p:xfrm>
        <a:graphic>
          <a:graphicData uri="http://schemas.openxmlformats.org/drawingml/2006/table">
            <a:tbl>
              <a:tblPr firstRow="1" bandRow="1">
                <a:tableStyleId>{5C22544A-7EE6-4342-B048-85BDC9FD1C3A}</a:tableStyleId>
              </a:tblPr>
              <a:tblGrid>
                <a:gridCol w="1175657">
                  <a:extLst>
                    <a:ext uri="{9D8B030D-6E8A-4147-A177-3AD203B41FA5}">
                      <a16:colId xmlns:a16="http://schemas.microsoft.com/office/drawing/2014/main" val="20000"/>
                    </a:ext>
                  </a:extLst>
                </a:gridCol>
                <a:gridCol w="1175657">
                  <a:extLst>
                    <a:ext uri="{9D8B030D-6E8A-4147-A177-3AD203B41FA5}">
                      <a16:colId xmlns:a16="http://schemas.microsoft.com/office/drawing/2014/main" val="20001"/>
                    </a:ext>
                  </a:extLst>
                </a:gridCol>
                <a:gridCol w="1175657">
                  <a:extLst>
                    <a:ext uri="{9D8B030D-6E8A-4147-A177-3AD203B41FA5}">
                      <a16:colId xmlns:a16="http://schemas.microsoft.com/office/drawing/2014/main" val="20002"/>
                    </a:ext>
                  </a:extLst>
                </a:gridCol>
                <a:gridCol w="844976">
                  <a:extLst>
                    <a:ext uri="{9D8B030D-6E8A-4147-A177-3AD203B41FA5}">
                      <a16:colId xmlns:a16="http://schemas.microsoft.com/office/drawing/2014/main" val="20003"/>
                    </a:ext>
                  </a:extLst>
                </a:gridCol>
                <a:gridCol w="1571636">
                  <a:extLst>
                    <a:ext uri="{9D8B030D-6E8A-4147-A177-3AD203B41FA5}">
                      <a16:colId xmlns:a16="http://schemas.microsoft.com/office/drawing/2014/main" val="20004"/>
                    </a:ext>
                  </a:extLst>
                </a:gridCol>
                <a:gridCol w="1428760">
                  <a:extLst>
                    <a:ext uri="{9D8B030D-6E8A-4147-A177-3AD203B41FA5}">
                      <a16:colId xmlns:a16="http://schemas.microsoft.com/office/drawing/2014/main" val="20005"/>
                    </a:ext>
                  </a:extLst>
                </a:gridCol>
                <a:gridCol w="857256">
                  <a:extLst>
                    <a:ext uri="{9D8B030D-6E8A-4147-A177-3AD203B41FA5}">
                      <a16:colId xmlns:a16="http://schemas.microsoft.com/office/drawing/2014/main" val="20006"/>
                    </a:ext>
                  </a:extLst>
                </a:gridCol>
              </a:tblGrid>
              <a:tr h="370840">
                <a:tc>
                  <a:txBody>
                    <a:bodyPr/>
                    <a:lstStyle/>
                    <a:p>
                      <a:pPr algn="ctr" fontAlgn="ctr"/>
                      <a:r>
                        <a:rPr lang="en-US" sz="1600" b="1" i="0" u="none" strike="noStrike" dirty="0">
                          <a:solidFill>
                            <a:srgbClr val="000000"/>
                          </a:solidFill>
                          <a:latin typeface="Calibri"/>
                        </a:rPr>
                        <a:t>S.N.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i="0" u="none" strike="noStrike" dirty="0">
                          <a:solidFill>
                            <a:srgbClr val="000000"/>
                          </a:solidFill>
                          <a:latin typeface="Calibri"/>
                        </a:rPr>
                        <a:t>NAME OF 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i="0" u="none" strike="noStrike" dirty="0">
                          <a:solidFill>
                            <a:srgbClr val="000000"/>
                          </a:solidFill>
                          <a:latin typeface="Calibri"/>
                        </a:rPr>
                        <a:t>DOB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i="0" u="none" strike="noStrike" dirty="0">
                          <a:solidFill>
                            <a:srgbClr val="000000"/>
                          </a:solidFill>
                          <a:latin typeface="Calibri"/>
                        </a:rPr>
                        <a:t>QUAL.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i="0" u="none" strike="noStrike" dirty="0">
                          <a:solidFill>
                            <a:srgbClr val="000000"/>
                          </a:solidFill>
                          <a:latin typeface="Calibri"/>
                        </a:rPr>
                        <a:t>DATE OF JOINING IN SERVICE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i="0" u="none" strike="noStrike" dirty="0">
                          <a:solidFill>
                            <a:srgbClr val="000000"/>
                          </a:solidFill>
                          <a:latin typeface="Calibri"/>
                        </a:rPr>
                        <a:t>DATE OF POSTING ON 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i="0" u="none" strike="noStrike" dirty="0">
                          <a:solidFill>
                            <a:srgbClr val="000000"/>
                          </a:solidFill>
                          <a:latin typeface="Calibri"/>
                        </a:rPr>
                        <a:t>CAT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45737">
                <a:tc>
                  <a:txBody>
                    <a:bodyPr/>
                    <a:lstStyle/>
                    <a:p>
                      <a:pPr algn="ctr" fontAlgn="ctr"/>
                      <a:r>
                        <a:rPr lang="en-US" sz="1600" b="0" i="0" u="none" strike="noStrike" dirty="0">
                          <a:solidFill>
                            <a:srgbClr val="00B050"/>
                          </a:solidFill>
                          <a:latin typeface="Calibri"/>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20-03-1972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00B050"/>
                          </a:solidFill>
                          <a:latin typeface="Calibri"/>
                          <a:ea typeface="+mn-ea"/>
                          <a:cs typeface="+mn-cs"/>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01-04-1993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5248">
                <a:tc>
                  <a:txBody>
                    <a:bodyPr/>
                    <a:lstStyle/>
                    <a:p>
                      <a:pPr algn="ctr" fontAlgn="ctr"/>
                      <a:r>
                        <a:rPr lang="en-US" sz="1600" b="0" i="0" u="none" strike="noStrike" dirty="0">
                          <a:solidFill>
                            <a:srgbClr val="00B050"/>
                          </a:solidFill>
                          <a:latin typeface="Calibri"/>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US2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12-05-1976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00B050"/>
                          </a:solidFill>
                          <a:latin typeface="Calibri"/>
                          <a:ea typeface="+mn-ea"/>
                          <a:cs typeface="+mn-cs"/>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13-03-1994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7635">
                <a:tc>
                  <a:txBody>
                    <a:bodyPr/>
                    <a:lstStyle/>
                    <a:p>
                      <a:pPr algn="ctr" fontAlgn="ctr"/>
                      <a:r>
                        <a:rPr lang="en-US" sz="1600" b="0" i="0" u="none" strike="noStrike" dirty="0">
                          <a:solidFill>
                            <a:srgbClr val="00B050"/>
                          </a:solidFill>
                          <a:latin typeface="Calibri"/>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09-04-1975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00B050"/>
                          </a:solidFill>
                          <a:latin typeface="Calibri"/>
                          <a:ea typeface="+mn-ea"/>
                          <a:cs typeface="+mn-cs"/>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04-07-1994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algn="ctr" fontAlgn="ctr"/>
                      <a:r>
                        <a:rPr lang="en-US" sz="1600" b="0" i="0" u="none" strike="noStrike" dirty="0">
                          <a:solidFill>
                            <a:srgbClr val="00B050"/>
                          </a:solidFill>
                          <a:latin typeface="Calibri"/>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11-07-1972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00B050"/>
                          </a:solidFill>
                          <a:latin typeface="Calibri"/>
                          <a:ea typeface="+mn-ea"/>
                          <a:cs typeface="+mn-cs"/>
                        </a:rPr>
                        <a:t>MSC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12-09-1995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971">
                <a:tc>
                  <a:txBody>
                    <a:bodyPr/>
                    <a:lstStyle/>
                    <a:p>
                      <a:pPr algn="ctr" fontAlgn="ctr"/>
                      <a:r>
                        <a:rPr lang="en-US" sz="1600" b="0" i="0" u="none" strike="noStrike" dirty="0">
                          <a:solidFill>
                            <a:srgbClr val="00B050"/>
                          </a:solidFill>
                          <a:latin typeface="Calibri"/>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US5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22-05-1979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00B050"/>
                          </a:solidFill>
                          <a:latin typeface="Calibri"/>
                          <a:ea typeface="+mn-ea"/>
                          <a:cs typeface="+mn-cs"/>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10-11-1995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10-05-2018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0">
                <a:tc>
                  <a:txBody>
                    <a:bodyPr/>
                    <a:lstStyle/>
                    <a:p>
                      <a:pPr algn="ctr" fontAlgn="ctr"/>
                      <a:r>
                        <a:rPr lang="en-US" sz="1600" b="0" i="0" u="none" strike="noStrike" dirty="0">
                          <a:solidFill>
                            <a:srgbClr val="00B050"/>
                          </a:solidFill>
                          <a:latin typeface="Calibri"/>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US6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16-09-1980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00B050"/>
                          </a:solidFill>
                          <a:latin typeface="Calibri"/>
                          <a:ea typeface="+mn-ea"/>
                          <a:cs typeface="+mn-cs"/>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04-05-1996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10-05-2018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4307">
                <a:tc>
                  <a:txBody>
                    <a:bodyPr/>
                    <a:lstStyle/>
                    <a:p>
                      <a:pPr algn="ctr" fontAlgn="ctr"/>
                      <a:r>
                        <a:rPr lang="en-US" sz="1600" b="0" i="0" u="none" strike="noStrike" dirty="0">
                          <a:solidFill>
                            <a:srgbClr val="00B050"/>
                          </a:solidFill>
                          <a:latin typeface="Calibri"/>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US7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22-06-1977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00B050"/>
                          </a:solidFill>
                          <a:latin typeface="Calibri"/>
                          <a:ea typeface="+mn-ea"/>
                          <a:cs typeface="+mn-cs"/>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04-05-1996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10-05-2018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0">
                <a:tc>
                  <a:txBody>
                    <a:bodyPr/>
                    <a:lstStyle/>
                    <a:p>
                      <a:pPr algn="ctr" fontAlgn="ctr"/>
                      <a:r>
                        <a:rPr lang="en-US" sz="1600" b="0" i="0" u="none" strike="noStrike" dirty="0">
                          <a:solidFill>
                            <a:srgbClr val="00B050"/>
                          </a:solidFill>
                          <a:latin typeface="Calibri"/>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13-01-1978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00B050"/>
                          </a:solidFill>
                          <a:latin typeface="Calibri"/>
                          <a:ea typeface="+mn-ea"/>
                          <a:cs typeface="+mn-cs"/>
                        </a:rPr>
                        <a:t>MCOM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12-07-1996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7643">
                <a:tc>
                  <a:txBody>
                    <a:bodyPr/>
                    <a:lstStyle/>
                    <a:p>
                      <a:pPr algn="ctr" fontAlgn="ctr"/>
                      <a:r>
                        <a:rPr lang="en-US" sz="1600" b="0" i="0" u="none" strike="noStrike" dirty="0">
                          <a:solidFill>
                            <a:srgbClr val="E71D57"/>
                          </a:solidFill>
                          <a:latin typeface="Calibri"/>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US9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07-12-1977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E71D57"/>
                          </a:solidFill>
                          <a:latin typeface="Calibri"/>
                          <a:ea typeface="+mn-ea"/>
                          <a:cs typeface="+mn-cs"/>
                        </a:rPr>
                        <a:t>BSC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22-07-1997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0">
                <a:tc>
                  <a:txBody>
                    <a:bodyPr/>
                    <a:lstStyle/>
                    <a:p>
                      <a:pPr algn="ctr" fontAlgn="ctr"/>
                      <a:r>
                        <a:rPr lang="en-US" sz="1600" b="0" i="0" u="none" strike="noStrike" dirty="0">
                          <a:solidFill>
                            <a:srgbClr val="E71D57"/>
                          </a:solidFill>
                          <a:latin typeface="Calibri"/>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US10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21-08-1979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E71D57"/>
                          </a:solidFill>
                          <a:latin typeface="Calibri"/>
                          <a:ea typeface="+mn-ea"/>
                          <a:cs typeface="+mn-cs"/>
                        </a:rPr>
                        <a:t>BCOM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10-01-1998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pic>
        <p:nvPicPr>
          <p:cNvPr id="14" name="Picture 13" descr="E1.PNG">
            <a:extLst>
              <a:ext uri="{FF2B5EF4-FFF2-40B4-BE49-F238E27FC236}">
                <a16:creationId xmlns:a16="http://schemas.microsoft.com/office/drawing/2014/main" id="{6EA9C8BE-9B94-2B66-FD6B-366B00EB6131}"/>
              </a:ext>
            </a:extLst>
          </p:cNvPr>
          <p:cNvPicPr>
            <a:picLocks noChangeAspect="1"/>
          </p:cNvPicPr>
          <p:nvPr/>
        </p:nvPicPr>
        <p:blipFill>
          <a:blip r:embed="rId3"/>
          <a:stretch>
            <a:fillRect/>
          </a:stretch>
        </p:blipFill>
        <p:spPr>
          <a:xfrm>
            <a:off x="4451568" y="1806816"/>
            <a:ext cx="6426029" cy="360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5" name="Picture 14" descr="E2.PNG">
            <a:extLst>
              <a:ext uri="{FF2B5EF4-FFF2-40B4-BE49-F238E27FC236}">
                <a16:creationId xmlns:a16="http://schemas.microsoft.com/office/drawing/2014/main" id="{636C06E3-6AE7-E085-B49C-C1CF56A28CD5}"/>
              </a:ext>
            </a:extLst>
          </p:cNvPr>
          <p:cNvPicPr>
            <a:picLocks noChangeAspect="1"/>
          </p:cNvPicPr>
          <p:nvPr/>
        </p:nvPicPr>
        <p:blipFill>
          <a:blip r:embed="rId4"/>
          <a:stretch>
            <a:fillRect/>
          </a:stretch>
        </p:blipFill>
        <p:spPr>
          <a:xfrm>
            <a:off x="4477917" y="1796926"/>
            <a:ext cx="6436364" cy="360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6" name="Picture 15" descr="E3.PNG">
            <a:extLst>
              <a:ext uri="{FF2B5EF4-FFF2-40B4-BE49-F238E27FC236}">
                <a16:creationId xmlns:a16="http://schemas.microsoft.com/office/drawing/2014/main" id="{1711A83F-EA0C-7718-91B7-E659D8798EC0}"/>
              </a:ext>
            </a:extLst>
          </p:cNvPr>
          <p:cNvPicPr>
            <a:picLocks noChangeAspect="1"/>
          </p:cNvPicPr>
          <p:nvPr/>
        </p:nvPicPr>
        <p:blipFill>
          <a:blip r:embed="rId5"/>
          <a:stretch>
            <a:fillRect/>
          </a:stretch>
        </p:blipFill>
        <p:spPr>
          <a:xfrm>
            <a:off x="4457740" y="1787036"/>
            <a:ext cx="6346490" cy="360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7" name="Picture 16" descr="E5.PNG">
            <a:extLst>
              <a:ext uri="{FF2B5EF4-FFF2-40B4-BE49-F238E27FC236}">
                <a16:creationId xmlns:a16="http://schemas.microsoft.com/office/drawing/2014/main" id="{2E14D8FD-0976-A62F-629C-923547B02EF7}"/>
              </a:ext>
            </a:extLst>
          </p:cNvPr>
          <p:cNvPicPr>
            <a:picLocks noChangeAspect="1"/>
          </p:cNvPicPr>
          <p:nvPr/>
        </p:nvPicPr>
        <p:blipFill>
          <a:blip r:embed="rId6"/>
          <a:stretch>
            <a:fillRect/>
          </a:stretch>
        </p:blipFill>
        <p:spPr>
          <a:xfrm>
            <a:off x="4505043" y="1767256"/>
            <a:ext cx="6340299" cy="360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82448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 presetClass="entr" presetSubtype="0" fill="hold" nodeType="afterEffect">
                                  <p:stCondLst>
                                    <p:cond delay="500"/>
                                  </p:stCondLst>
                                  <p:childTnLst>
                                    <p:set>
                                      <p:cBhvr>
                                        <p:cTn id="10" dur="1" fill="hold">
                                          <p:stCondLst>
                                            <p:cond delay="999"/>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par>
                          <p:cTn id="11" fill="hold">
                            <p:stCondLst>
                              <p:cond delay="2000"/>
                            </p:stCondLst>
                            <p:childTnLst>
                              <p:par>
                                <p:cTn id="12" presetID="1" presetClass="entr" presetSubtype="0" fill="hold" nodeType="afterEffect">
                                  <p:stCondLst>
                                    <p:cond delay="500"/>
                                  </p:stCondLst>
                                  <p:childTnLst>
                                    <p:set>
                                      <p:cBhvr>
                                        <p:cTn id="13" dur="1" fill="hold">
                                          <p:stCondLst>
                                            <p:cond delay="999"/>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par>
                          <p:cTn id="14" fill="hold">
                            <p:stCondLst>
                              <p:cond delay="3500"/>
                            </p:stCondLst>
                            <p:childTnLst>
                              <p:par>
                                <p:cTn id="15" presetID="1" presetClass="entr" presetSubtype="0" fill="hold" nodeType="afterEffect">
                                  <p:stCondLst>
                                    <p:cond delay="500"/>
                                  </p:stCondLst>
                                  <p:childTnLst>
                                    <p:set>
                                      <p:cBhvr>
                                        <p:cTn id="16" dur="1" fill="hold">
                                          <p:stCondLst>
                                            <p:cond delay="999"/>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par>
                          <p:cTn id="17" fill="hold">
                            <p:stCondLst>
                              <p:cond delay="5000"/>
                            </p:stCondLst>
                            <p:childTnLst>
                              <p:par>
                                <p:cTn id="18" presetID="1" presetClass="entr" presetSubtype="0" fill="hold" nodeType="afterEffect">
                                  <p:stCondLst>
                                    <p:cond delay="500"/>
                                  </p:stCondLst>
                                  <p:childTnLst>
                                    <p:set>
                                      <p:cBhvr>
                                        <p:cTn id="19" dur="1" fill="hold">
                                          <p:stCondLst>
                                            <p:cond delay="999"/>
                                          </p:stCondLst>
                                        </p:cTn>
                                        <p:tgtEl>
                                          <p:spTgt spid="17"/>
                                        </p:tgtEl>
                                        <p:attrNameLst>
                                          <p:attrName>style.visibility</p:attrName>
                                        </p:attrNameLst>
                                      </p:cBhvr>
                                      <p:to>
                                        <p:strVal val="visible"/>
                                      </p:to>
                                    </p:set>
                                  </p:childTnLst>
                                </p:cTn>
                              </p:par>
                            </p:childTnLst>
                          </p:cTn>
                        </p:par>
                        <p:par>
                          <p:cTn id="20" fill="hold">
                            <p:stCondLst>
                              <p:cond delay="6500"/>
                            </p:stCondLst>
                            <p:childTnLst>
                              <p:par>
                                <p:cTn id="21" presetID="10" presetClass="exit" presetSubtype="0" fill="hold" nodeType="afterEffect">
                                  <p:stCondLst>
                                    <p:cond delay="500"/>
                                  </p:stCondLst>
                                  <p:childTnLst>
                                    <p:animEffect transition="out" filter="fade">
                                      <p:cBhvr>
                                        <p:cTn id="22" dur="1000"/>
                                        <p:tgtEl>
                                          <p:spTgt spid="17"/>
                                        </p:tgtEl>
                                      </p:cBhvr>
                                    </p:animEffect>
                                    <p:set>
                                      <p:cBhvr>
                                        <p:cTn id="23" dur="1" fill="hold">
                                          <p:stCondLst>
                                            <p:cond delay="999"/>
                                          </p:stCondLst>
                                        </p:cTn>
                                        <p:tgtEl>
                                          <p:spTgt spid="17"/>
                                        </p:tgtEl>
                                        <p:attrNameLst>
                                          <p:attrName>style.visibility</p:attrName>
                                        </p:attrNameLst>
                                      </p:cBhvr>
                                      <p:to>
                                        <p:strVal val="hidden"/>
                                      </p:to>
                                    </p:set>
                                  </p:childTnLst>
                                </p:cTn>
                              </p:par>
                            </p:childTnLst>
                          </p:cTn>
                        </p:par>
                        <p:par>
                          <p:cTn id="24" fill="hold">
                            <p:stCondLst>
                              <p:cond delay="8000"/>
                            </p:stCondLst>
                            <p:childTnLst>
                              <p:par>
                                <p:cTn id="25" presetID="22" presetClass="entr" presetSubtype="1"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1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6" presetClass="emph" presetSubtype="0" fill="hold" grpId="0" nodeType="clickEffect">
                                  <p:stCondLst>
                                    <p:cond delay="0"/>
                                  </p:stCondLst>
                                  <p:childTnLst>
                                    <p:animEffect transition="out" filter="fade">
                                      <p:cBhvr>
                                        <p:cTn id="31" dur="500" tmFilter="0, 0; .2, .5; .8, .5; 1, 0"/>
                                        <p:tgtEl>
                                          <p:spTgt spid="6"/>
                                        </p:tgtEl>
                                      </p:cBhvr>
                                    </p:animEffect>
                                    <p:animScale>
                                      <p:cBhvr>
                                        <p:cTn id="32" dur="250" autoRev="1" fill="hold"/>
                                        <p:tgtEl>
                                          <p:spTgt spid="6"/>
                                        </p:tgtEl>
                                      </p:cBhvr>
                                      <p:by x="105000" y="105000"/>
                                    </p:animScale>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left)">
                                      <p:cBhvr>
                                        <p:cTn id="36" dur="3000"/>
                                        <p:tgtEl>
                                          <p:spTgt spid="9"/>
                                        </p:tgtEl>
                                      </p:cBhvr>
                                    </p:animEffect>
                                  </p:childTnLst>
                                </p:cTn>
                              </p:par>
                            </p:childTnLst>
                          </p:cTn>
                        </p:par>
                        <p:par>
                          <p:cTn id="37" fill="hold">
                            <p:stCondLst>
                              <p:cond delay="3500"/>
                            </p:stCondLst>
                            <p:childTnLst>
                              <p:par>
                                <p:cTn id="38" presetID="22" presetClass="entr" presetSubtype="1" fill="hold" nodeType="after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up)">
                                      <p:cBhvr>
                                        <p:cTn id="40" dur="10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26" presetClass="emph" presetSubtype="0" fill="hold" grpId="0" nodeType="clickEffect">
                                  <p:stCondLst>
                                    <p:cond delay="0"/>
                                  </p:stCondLst>
                                  <p:childTnLst>
                                    <p:animEffect transition="out" filter="fade">
                                      <p:cBhvr>
                                        <p:cTn id="44" dur="500" tmFilter="0, 0; .2, .5; .8, .5; 1, 0"/>
                                        <p:tgtEl>
                                          <p:spTgt spid="5"/>
                                        </p:tgtEl>
                                      </p:cBhvr>
                                    </p:animEffect>
                                    <p:animScale>
                                      <p:cBhvr>
                                        <p:cTn id="45"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A9ED6-85AE-C4D3-A4A6-BFA152B45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0CDED-E14A-7145-DF34-F28E7CFFFDFF}"/>
              </a:ext>
            </a:extLst>
          </p:cNvPr>
          <p:cNvSpPr>
            <a:spLocks noGrp="1"/>
          </p:cNvSpPr>
          <p:nvPr>
            <p:ph type="title"/>
          </p:nvPr>
        </p:nvSpPr>
        <p:spPr>
          <a:xfrm>
            <a:off x="0" y="1399032"/>
            <a:ext cx="3048000" cy="1682749"/>
          </a:xfrm>
        </p:spPr>
        <p:txBody>
          <a:bodyPr/>
          <a:lstStyle/>
          <a:p>
            <a:pPr algn="ctr">
              <a:lnSpc>
                <a:spcPct val="150000"/>
              </a:lnSpc>
            </a:pPr>
            <a:r>
              <a:rPr lang="hi-IN" sz="2400" b="1" dirty="0">
                <a:effectLst>
                  <a:outerShdw blurRad="38100" dist="38100" dir="2700000" algn="tl">
                    <a:srgbClr val="000000">
                      <a:alpha val="43137"/>
                    </a:srgbClr>
                  </a:outerShdw>
                </a:effectLst>
              </a:rPr>
              <a:t>DPC PROPOSAL BY AUTHORISED OFFICER</a:t>
            </a:r>
            <a:br>
              <a:rPr lang="hi-IN" sz="2400" b="1" dirty="0">
                <a:effectLst>
                  <a:outerShdw blurRad="38100" dist="38100" dir="2700000" algn="tl">
                    <a:srgbClr val="000000">
                      <a:alpha val="43137"/>
                    </a:srgbClr>
                  </a:outerShdw>
                </a:effectLst>
              </a:rPr>
            </a:br>
            <a:r>
              <a:rPr lang="hi-IN" sz="2400" b="1" dirty="0">
                <a:solidFill>
                  <a:schemeClr val="accent3">
                    <a:lumMod val="50000"/>
                  </a:schemeClr>
                </a:solidFill>
                <a:effectLst>
                  <a:outerShdw blurRad="38100" dist="38100" dir="2700000" algn="tl">
                    <a:srgbClr val="000000">
                      <a:alpha val="43137"/>
                    </a:srgbClr>
                  </a:outerShdw>
                </a:effectLst>
              </a:rPr>
              <a:t>UPLOADING TABULATION CHART</a:t>
            </a:r>
            <a:br>
              <a:rPr lang="en-US" sz="3200" dirty="0"/>
            </a:br>
            <a:endParaRPr lang="en-US" sz="3200" dirty="0"/>
          </a:p>
        </p:txBody>
      </p:sp>
      <p:sp>
        <p:nvSpPr>
          <p:cNvPr id="12" name="Footer Placeholder 11">
            <a:extLst>
              <a:ext uri="{FF2B5EF4-FFF2-40B4-BE49-F238E27FC236}">
                <a16:creationId xmlns:a16="http://schemas.microsoft.com/office/drawing/2014/main" id="{CBCCAA32-435C-F9E0-C11C-CD135EB0108B}"/>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88DEE7C2-3B4C-F3EF-D142-E647AC3154CF}"/>
              </a:ext>
            </a:extLst>
          </p:cNvPr>
          <p:cNvSpPr>
            <a:spLocks noGrp="1"/>
          </p:cNvSpPr>
          <p:nvPr>
            <p:ph type="sldNum" sz="quarter" idx="12"/>
          </p:nvPr>
        </p:nvSpPr>
        <p:spPr/>
        <p:txBody>
          <a:bodyPr/>
          <a:lstStyle/>
          <a:p>
            <a:fld id="{5BFCF61C-3B18-4C03-8326-CC3B32D710C9}" type="slidenum">
              <a:rPr lang="en-US" smtClean="0"/>
              <a:pPr/>
              <a:t>18</a:t>
            </a:fld>
            <a:endParaRPr lang="en-US" dirty="0"/>
          </a:p>
        </p:txBody>
      </p:sp>
      <p:sp>
        <p:nvSpPr>
          <p:cNvPr id="18" name="TextBox 17">
            <a:extLst>
              <a:ext uri="{FF2B5EF4-FFF2-40B4-BE49-F238E27FC236}">
                <a16:creationId xmlns:a16="http://schemas.microsoft.com/office/drawing/2014/main" id="{AF66CABE-9C22-4EE8-9A5B-0CB052F80707}"/>
              </a:ext>
            </a:extLst>
          </p:cNvPr>
          <p:cNvSpPr txBox="1"/>
          <p:nvPr/>
        </p:nvSpPr>
        <p:spPr>
          <a:xfrm>
            <a:off x="3436023" y="1002874"/>
            <a:ext cx="8286808" cy="461665"/>
          </a:xfrm>
          <a:prstGeom prst="rect">
            <a:avLst/>
          </a:prstGeom>
          <a:noFill/>
        </p:spPr>
        <p:txBody>
          <a:bodyPr wrap="square" rtlCol="0">
            <a:spAutoFit/>
          </a:bodyPr>
          <a:lstStyle/>
          <a:p>
            <a:pPr algn="ctr"/>
            <a:r>
              <a:rPr lang="hi-IN" sz="2400" b="1" dirty="0">
                <a:latin typeface="Kokila" panose="020B0604020202020204" pitchFamily="34" charset="0"/>
                <a:cs typeface="Kokila" panose="020B0604020202020204" pitchFamily="34" charset="0"/>
              </a:rPr>
              <a:t>20</a:t>
            </a:r>
            <a:r>
              <a:rPr lang="en-US" sz="2400" b="1" dirty="0">
                <a:latin typeface="Kokila" panose="020B0604020202020204" pitchFamily="34" charset="0"/>
                <a:cs typeface="Kokila" panose="020B0604020202020204" pitchFamily="34" charset="0"/>
              </a:rPr>
              <a:t>26</a:t>
            </a:r>
            <a:r>
              <a:rPr lang="hi-IN" sz="2400" b="1" dirty="0">
                <a:latin typeface="Kokila" panose="020B0604020202020204" pitchFamily="34" charset="0"/>
                <a:cs typeface="Kokila" panose="020B0604020202020204" pitchFamily="34" charset="0"/>
              </a:rPr>
              <a:t> की स्थिति में अवर सचिवों के मूल्यान्कन पत्रक अपलोड/प्रविष्ट करें</a:t>
            </a:r>
            <a:endParaRPr lang="en-IN" sz="2400" b="1" dirty="0">
              <a:latin typeface="Kokila" panose="020B0604020202020204" pitchFamily="34" charset="0"/>
              <a:cs typeface="Kokila" panose="020B0604020202020204" pitchFamily="34" charset="0"/>
            </a:endParaRPr>
          </a:p>
        </p:txBody>
      </p:sp>
      <p:sp>
        <p:nvSpPr>
          <p:cNvPr id="19" name="TextBox 18">
            <a:extLst>
              <a:ext uri="{FF2B5EF4-FFF2-40B4-BE49-F238E27FC236}">
                <a16:creationId xmlns:a16="http://schemas.microsoft.com/office/drawing/2014/main" id="{DCD7D990-82B3-A06B-1ADA-308203106109}"/>
              </a:ext>
            </a:extLst>
          </p:cNvPr>
          <p:cNvSpPr txBox="1"/>
          <p:nvPr/>
        </p:nvSpPr>
        <p:spPr>
          <a:xfrm>
            <a:off x="4293279" y="1812834"/>
            <a:ext cx="6572296" cy="369332"/>
          </a:xfrm>
          <a:prstGeom prst="rect">
            <a:avLst/>
          </a:prstGeom>
          <a:noFill/>
        </p:spPr>
        <p:txBody>
          <a:bodyPr wrap="square" rtlCol="0">
            <a:spAutoFit/>
          </a:bodyPr>
          <a:lstStyle/>
          <a:p>
            <a:pPr algn="ctr"/>
            <a:r>
              <a:rPr lang="hi-IN" dirty="0"/>
              <a:t>पदोन्नति हेतु कुल विचार्य संख्या –</a:t>
            </a:r>
            <a:r>
              <a:rPr lang="hi-IN" b="1" dirty="0"/>
              <a:t> </a:t>
            </a:r>
            <a:r>
              <a:rPr lang="hi-IN" b="1" dirty="0">
                <a:solidFill>
                  <a:schemeClr val="tx1">
                    <a:lumMod val="50000"/>
                    <a:lumOff val="50000"/>
                  </a:schemeClr>
                </a:solidFill>
              </a:rPr>
              <a:t>2 X 2 + 4 </a:t>
            </a:r>
            <a:r>
              <a:rPr lang="hi-IN" b="1" dirty="0"/>
              <a:t>= 8</a:t>
            </a:r>
            <a:endParaRPr lang="en-IN" b="1" dirty="0"/>
          </a:p>
        </p:txBody>
      </p:sp>
      <p:graphicFrame>
        <p:nvGraphicFramePr>
          <p:cNvPr id="20" name="Table 19">
            <a:extLst>
              <a:ext uri="{FF2B5EF4-FFF2-40B4-BE49-F238E27FC236}">
                <a16:creationId xmlns:a16="http://schemas.microsoft.com/office/drawing/2014/main" id="{2CD41FCF-8FDD-5A5E-4989-2599DA712812}"/>
              </a:ext>
            </a:extLst>
          </p:cNvPr>
          <p:cNvGraphicFramePr>
            <a:graphicFrameLocks noGrp="1"/>
          </p:cNvGraphicFramePr>
          <p:nvPr>
            <p:extLst>
              <p:ext uri="{D42A27DB-BD31-4B8C-83A1-F6EECF244321}">
                <p14:modId xmlns:p14="http://schemas.microsoft.com/office/powerpoint/2010/main" val="62909142"/>
              </p:ext>
            </p:extLst>
          </p:nvPr>
        </p:nvGraphicFramePr>
        <p:xfrm>
          <a:off x="3139954" y="1399032"/>
          <a:ext cx="8968203" cy="4171088"/>
        </p:xfrm>
        <a:graphic>
          <a:graphicData uri="http://schemas.openxmlformats.org/drawingml/2006/table">
            <a:tbl>
              <a:tblPr firstRow="1" bandRow="1">
                <a:tableStyleId>{5C22544A-7EE6-4342-B048-85BDC9FD1C3A}</a:tableStyleId>
              </a:tblPr>
              <a:tblGrid>
                <a:gridCol w="255648">
                  <a:extLst>
                    <a:ext uri="{9D8B030D-6E8A-4147-A177-3AD203B41FA5}">
                      <a16:colId xmlns:a16="http://schemas.microsoft.com/office/drawing/2014/main" val="20000"/>
                    </a:ext>
                  </a:extLst>
                </a:gridCol>
                <a:gridCol w="571504">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642942">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428628">
                  <a:extLst>
                    <a:ext uri="{9D8B030D-6E8A-4147-A177-3AD203B41FA5}">
                      <a16:colId xmlns:a16="http://schemas.microsoft.com/office/drawing/2014/main" val="20005"/>
                    </a:ext>
                  </a:extLst>
                </a:gridCol>
                <a:gridCol w="428628">
                  <a:extLst>
                    <a:ext uri="{9D8B030D-6E8A-4147-A177-3AD203B41FA5}">
                      <a16:colId xmlns:a16="http://schemas.microsoft.com/office/drawing/2014/main" val="20006"/>
                    </a:ext>
                  </a:extLst>
                </a:gridCol>
                <a:gridCol w="342900">
                  <a:extLst>
                    <a:ext uri="{9D8B030D-6E8A-4147-A177-3AD203B41FA5}">
                      <a16:colId xmlns:a16="http://schemas.microsoft.com/office/drawing/2014/main" val="20007"/>
                    </a:ext>
                  </a:extLst>
                </a:gridCol>
                <a:gridCol w="342900">
                  <a:extLst>
                    <a:ext uri="{9D8B030D-6E8A-4147-A177-3AD203B41FA5}">
                      <a16:colId xmlns:a16="http://schemas.microsoft.com/office/drawing/2014/main" val="20008"/>
                    </a:ext>
                  </a:extLst>
                </a:gridCol>
                <a:gridCol w="342900">
                  <a:extLst>
                    <a:ext uri="{9D8B030D-6E8A-4147-A177-3AD203B41FA5}">
                      <a16:colId xmlns:a16="http://schemas.microsoft.com/office/drawing/2014/main" val="20009"/>
                    </a:ext>
                  </a:extLst>
                </a:gridCol>
                <a:gridCol w="342900">
                  <a:extLst>
                    <a:ext uri="{9D8B030D-6E8A-4147-A177-3AD203B41FA5}">
                      <a16:colId xmlns:a16="http://schemas.microsoft.com/office/drawing/2014/main" val="20010"/>
                    </a:ext>
                  </a:extLst>
                </a:gridCol>
                <a:gridCol w="271474">
                  <a:extLst>
                    <a:ext uri="{9D8B030D-6E8A-4147-A177-3AD203B41FA5}">
                      <a16:colId xmlns:a16="http://schemas.microsoft.com/office/drawing/2014/main" val="20011"/>
                    </a:ext>
                  </a:extLst>
                </a:gridCol>
                <a:gridCol w="355918">
                  <a:extLst>
                    <a:ext uri="{9D8B030D-6E8A-4147-A177-3AD203B41FA5}">
                      <a16:colId xmlns:a16="http://schemas.microsoft.com/office/drawing/2014/main" val="20012"/>
                    </a:ext>
                  </a:extLst>
                </a:gridCol>
                <a:gridCol w="355918">
                  <a:extLst>
                    <a:ext uri="{9D8B030D-6E8A-4147-A177-3AD203B41FA5}">
                      <a16:colId xmlns:a16="http://schemas.microsoft.com/office/drawing/2014/main" val="20013"/>
                    </a:ext>
                  </a:extLst>
                </a:gridCol>
                <a:gridCol w="355918">
                  <a:extLst>
                    <a:ext uri="{9D8B030D-6E8A-4147-A177-3AD203B41FA5}">
                      <a16:colId xmlns:a16="http://schemas.microsoft.com/office/drawing/2014/main" val="20014"/>
                    </a:ext>
                  </a:extLst>
                </a:gridCol>
                <a:gridCol w="355918">
                  <a:extLst>
                    <a:ext uri="{9D8B030D-6E8A-4147-A177-3AD203B41FA5}">
                      <a16:colId xmlns:a16="http://schemas.microsoft.com/office/drawing/2014/main" val="20015"/>
                    </a:ext>
                  </a:extLst>
                </a:gridCol>
                <a:gridCol w="355918">
                  <a:extLst>
                    <a:ext uri="{9D8B030D-6E8A-4147-A177-3AD203B41FA5}">
                      <a16:colId xmlns:a16="http://schemas.microsoft.com/office/drawing/2014/main" val="20016"/>
                    </a:ext>
                  </a:extLst>
                </a:gridCol>
                <a:gridCol w="355918">
                  <a:extLst>
                    <a:ext uri="{9D8B030D-6E8A-4147-A177-3AD203B41FA5}">
                      <a16:colId xmlns:a16="http://schemas.microsoft.com/office/drawing/2014/main" val="20017"/>
                    </a:ext>
                  </a:extLst>
                </a:gridCol>
                <a:gridCol w="541337">
                  <a:extLst>
                    <a:ext uri="{9D8B030D-6E8A-4147-A177-3AD203B41FA5}">
                      <a16:colId xmlns:a16="http://schemas.microsoft.com/office/drawing/2014/main" val="20018"/>
                    </a:ext>
                  </a:extLst>
                </a:gridCol>
                <a:gridCol w="434975">
                  <a:extLst>
                    <a:ext uri="{9D8B030D-6E8A-4147-A177-3AD203B41FA5}">
                      <a16:colId xmlns:a16="http://schemas.microsoft.com/office/drawing/2014/main" val="20019"/>
                    </a:ext>
                  </a:extLst>
                </a:gridCol>
                <a:gridCol w="600075">
                  <a:extLst>
                    <a:ext uri="{9D8B030D-6E8A-4147-A177-3AD203B41FA5}">
                      <a16:colId xmlns:a16="http://schemas.microsoft.com/office/drawing/2014/main" val="20020"/>
                    </a:ext>
                  </a:extLst>
                </a:gridCol>
              </a:tblGrid>
              <a:tr h="443059">
                <a:tc rowSpan="2">
                  <a:txBody>
                    <a:bodyPr/>
                    <a:lstStyle/>
                    <a:p>
                      <a:pPr algn="ctr"/>
                      <a:r>
                        <a:rPr kumimoji="0" lang="en-IN" sz="900" b="1" kern="1200" dirty="0">
                          <a:solidFill>
                            <a:schemeClr val="lt1"/>
                          </a:solidFill>
                          <a:latin typeface="+mn-lt"/>
                          <a:ea typeface="+mn-ea"/>
                          <a:cs typeface="+mn-cs"/>
                        </a:rPr>
                        <a:t>SN</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QUAL</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DOP</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NOTE</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MARK</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REMARK</a:t>
                      </a:r>
                    </a:p>
                    <a:p>
                      <a:pPr algn="ctr" fontAlgn="ctr"/>
                      <a:r>
                        <a:rPr lang="en-US" sz="600" b="0" i="0" u="none" strike="noStrike" dirty="0">
                          <a:solidFill>
                            <a:srgbClr val="00B05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522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600" b="0" i="0" u="none" strike="noStrike" dirty="0">
                        <a:solidFill>
                          <a:srgbClr val="00B05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7058">
                <a:tc>
                  <a:txBody>
                    <a:bodyPr/>
                    <a:lstStyle/>
                    <a:p>
                      <a:pPr algn="ctr" fontAlgn="ctr"/>
                      <a:r>
                        <a:rPr lang="en-US" sz="900" b="0" i="0" u="none" strike="noStrike" dirty="0">
                          <a:solidFill>
                            <a:srgbClr val="000000"/>
                          </a:solidFill>
                          <a:latin typeface="Arial"/>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20-03-1964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27530">
                <a:tc>
                  <a:txBody>
                    <a:bodyPr/>
                    <a:lstStyle/>
                    <a:p>
                      <a:pPr algn="ctr" fontAlgn="ctr"/>
                      <a:r>
                        <a:rPr lang="en-US" sz="900" b="0" i="0" u="none" strike="noStrike" dirty="0">
                          <a:solidFill>
                            <a:srgbClr val="000000"/>
                          </a:solidFill>
                          <a:latin typeface="Arial"/>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12-05-1968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49440">
                <a:tc>
                  <a:txBody>
                    <a:bodyPr/>
                    <a:lstStyle/>
                    <a:p>
                      <a:pPr algn="ctr" fontAlgn="ctr"/>
                      <a:r>
                        <a:rPr lang="en-US" sz="900" b="0" i="0" u="none" strike="noStrike" dirty="0">
                          <a:solidFill>
                            <a:srgbClr val="000000"/>
                          </a:solidFill>
                          <a:latin typeface="Arial"/>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09-04-1967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1350">
                <a:tc>
                  <a:txBody>
                    <a:bodyPr/>
                    <a:lstStyle/>
                    <a:p>
                      <a:pPr algn="ctr" fontAlgn="ctr"/>
                      <a:r>
                        <a:rPr lang="en-US" sz="900" b="0" i="0" u="none" strike="noStrike" dirty="0">
                          <a:solidFill>
                            <a:srgbClr val="000000"/>
                          </a:solidFill>
                          <a:latin typeface="Arial"/>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11-07-1964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MSC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C.CASE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21822">
                <a:tc>
                  <a:txBody>
                    <a:bodyPr/>
                    <a:lstStyle/>
                    <a:p>
                      <a:pPr algn="ctr" fontAlgn="ctr"/>
                      <a:r>
                        <a:rPr lang="en-US" sz="900" b="0" i="0" u="none" strike="noStrike" dirty="0">
                          <a:solidFill>
                            <a:srgbClr val="000000"/>
                          </a:solidFill>
                          <a:latin typeface="Arial"/>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22-05-1971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घ</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43732">
                <a:tc>
                  <a:txBody>
                    <a:bodyPr/>
                    <a:lstStyle/>
                    <a:p>
                      <a:pPr algn="ctr" fontAlgn="ctr"/>
                      <a:r>
                        <a:rPr lang="en-US" sz="900" b="0" i="0" u="none" strike="noStrike" dirty="0">
                          <a:solidFill>
                            <a:srgbClr val="000000"/>
                          </a:solidFill>
                          <a:latin typeface="Arial"/>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16-09-1972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gn="ctr" fontAlgn="ctr"/>
                      <a:r>
                        <a:rPr lang="en-US" sz="900" b="0" i="0" u="none" strike="noStrike" dirty="0">
                          <a:solidFill>
                            <a:srgbClr val="000000"/>
                          </a:solidFill>
                          <a:latin typeface="Arial"/>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22-06-1969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algn="ctr" fontAlgn="ctr"/>
                      <a:r>
                        <a:rPr lang="en-US" sz="900" b="0" i="0" u="none" strike="noStrike" dirty="0">
                          <a:solidFill>
                            <a:srgbClr val="000000"/>
                          </a:solidFill>
                          <a:latin typeface="Arial"/>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13-01-1970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MCOM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hi-IN" sz="900" b="0" i="0" u="none" strike="noStrike" dirty="0">
                          <a:solidFill>
                            <a:srgbClr val="000000"/>
                          </a:solidFill>
                          <a:latin typeface="Arial"/>
                        </a:rPr>
                        <a:t>ST</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rgbClr val="E71D57"/>
                          </a:solidFill>
                          <a:latin typeface="Agency FB" pitchFamily="34" charset="0"/>
                          <a:ea typeface="+mn-ea"/>
                          <a:cs typeface="+mn-cs"/>
                        </a:rPr>
                        <a:t>N</a:t>
                      </a:r>
                      <a:endParaRPr kumimoji="0" lang="en-US" sz="120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38024">
                <a:tc>
                  <a:txBody>
                    <a:bodyPr/>
                    <a:lstStyle/>
                    <a:p>
                      <a:pPr algn="ctr" fontAlgn="ctr"/>
                      <a:r>
                        <a:rPr lang="en-US" sz="900" b="0" i="0" u="none" strike="noStrike" dirty="0">
                          <a:solidFill>
                            <a:srgbClr val="000000"/>
                          </a:solidFill>
                          <a:latin typeface="Arial"/>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07-12-1969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ग</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algn="ctr" fontAlgn="ctr"/>
                      <a:r>
                        <a:rPr lang="en-US" sz="900" b="0" i="0" u="none" strike="noStrike" dirty="0">
                          <a:solidFill>
                            <a:srgbClr val="000000"/>
                          </a:solidFill>
                          <a:latin typeface="Arial"/>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21-08-1971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BCOM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21" name="TextBox 20">
            <a:extLst>
              <a:ext uri="{FF2B5EF4-FFF2-40B4-BE49-F238E27FC236}">
                <a16:creationId xmlns:a16="http://schemas.microsoft.com/office/drawing/2014/main" id="{DE52D348-8C56-5A22-D5F1-45724EDA3C52}"/>
              </a:ext>
            </a:extLst>
          </p:cNvPr>
          <p:cNvSpPr txBox="1"/>
          <p:nvPr/>
        </p:nvSpPr>
        <p:spPr>
          <a:xfrm>
            <a:off x="3293147" y="633542"/>
            <a:ext cx="8786874" cy="369332"/>
          </a:xfrm>
          <a:prstGeom prst="rect">
            <a:avLst/>
          </a:prstGeom>
          <a:noFill/>
        </p:spPr>
        <p:txBody>
          <a:bodyPr wrap="square" rtlCol="0">
            <a:spAutoFit/>
          </a:bodyPr>
          <a:lstStyle/>
          <a:p>
            <a:pPr algn="ctr"/>
            <a:r>
              <a:rPr lang="en-IN" b="1" dirty="0">
                <a:solidFill>
                  <a:schemeClr val="accent2">
                    <a:lumMod val="75000"/>
                  </a:schemeClr>
                </a:solidFill>
              </a:rPr>
              <a:t>ONLINE DEPARTMENTAL PROMOTION</a:t>
            </a:r>
            <a:r>
              <a:rPr lang="en-IN" b="1" dirty="0">
                <a:solidFill>
                  <a:srgbClr val="F200AD"/>
                </a:solidFill>
              </a:rPr>
              <a:t> (DETAILED DPC PROPOSAL)</a:t>
            </a:r>
            <a:endParaRPr lang="en-US" b="1" dirty="0">
              <a:solidFill>
                <a:srgbClr val="F200AD"/>
              </a:solidFill>
            </a:endParaRPr>
          </a:p>
        </p:txBody>
      </p:sp>
      <p:sp>
        <p:nvSpPr>
          <p:cNvPr id="22" name="Rounded Rectangle 11">
            <a:extLst>
              <a:ext uri="{FF2B5EF4-FFF2-40B4-BE49-F238E27FC236}">
                <a16:creationId xmlns:a16="http://schemas.microsoft.com/office/drawing/2014/main" id="{BF9BE016-EB22-05C6-201C-30AD2AEDC84B}"/>
              </a:ext>
            </a:extLst>
          </p:cNvPr>
          <p:cNvSpPr/>
          <p:nvPr/>
        </p:nvSpPr>
        <p:spPr>
          <a:xfrm>
            <a:off x="9936881" y="5645246"/>
            <a:ext cx="1571636" cy="4095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sz="1100" dirty="0">
                <a:latin typeface="Arial Black" pitchFamily="34" charset="0"/>
              </a:rPr>
              <a:t>SAVE AND NEXT</a:t>
            </a:r>
            <a:endParaRPr lang="en-IN" sz="1100" dirty="0">
              <a:latin typeface="Arial Black" pitchFamily="34" charset="0"/>
            </a:endParaRPr>
          </a:p>
        </p:txBody>
      </p:sp>
      <p:sp>
        <p:nvSpPr>
          <p:cNvPr id="23" name="Rounded Rectangle 12">
            <a:extLst>
              <a:ext uri="{FF2B5EF4-FFF2-40B4-BE49-F238E27FC236}">
                <a16:creationId xmlns:a16="http://schemas.microsoft.com/office/drawing/2014/main" id="{509E6E7F-39B8-4E7B-25A6-835806E7AD4E}"/>
              </a:ext>
            </a:extLst>
          </p:cNvPr>
          <p:cNvSpPr/>
          <p:nvPr/>
        </p:nvSpPr>
        <p:spPr>
          <a:xfrm>
            <a:off x="3650337" y="5645246"/>
            <a:ext cx="1571636" cy="4286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sz="1400" dirty="0">
                <a:latin typeface="Arial Black" pitchFamily="34" charset="0"/>
              </a:rPr>
              <a:t>UPLOAD</a:t>
            </a:r>
            <a:endParaRPr lang="en-IN" sz="1400" dirty="0">
              <a:latin typeface="Arial Black" pitchFamily="34" charset="0"/>
            </a:endParaRPr>
          </a:p>
        </p:txBody>
      </p:sp>
      <p:pic>
        <p:nvPicPr>
          <p:cNvPr id="24" name="Picture 23" descr="E1.PNG">
            <a:extLst>
              <a:ext uri="{FF2B5EF4-FFF2-40B4-BE49-F238E27FC236}">
                <a16:creationId xmlns:a16="http://schemas.microsoft.com/office/drawing/2014/main" id="{218F48E8-540D-DBE9-8791-3AA27BFD6E30}"/>
              </a:ext>
            </a:extLst>
          </p:cNvPr>
          <p:cNvPicPr>
            <a:picLocks noChangeAspect="1"/>
          </p:cNvPicPr>
          <p:nvPr/>
        </p:nvPicPr>
        <p:blipFill>
          <a:blip r:embed="rId3"/>
          <a:stretch>
            <a:fillRect/>
          </a:stretch>
        </p:blipFill>
        <p:spPr>
          <a:xfrm>
            <a:off x="4439546" y="1658076"/>
            <a:ext cx="6426029" cy="360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5" name="Picture 24" descr="E2.PNG">
            <a:extLst>
              <a:ext uri="{FF2B5EF4-FFF2-40B4-BE49-F238E27FC236}">
                <a16:creationId xmlns:a16="http://schemas.microsoft.com/office/drawing/2014/main" id="{86416EEB-5D85-62D3-23FC-B07868BD09D5}"/>
              </a:ext>
            </a:extLst>
          </p:cNvPr>
          <p:cNvPicPr>
            <a:picLocks noChangeAspect="1"/>
          </p:cNvPicPr>
          <p:nvPr/>
        </p:nvPicPr>
        <p:blipFill>
          <a:blip r:embed="rId4"/>
          <a:stretch>
            <a:fillRect/>
          </a:stretch>
        </p:blipFill>
        <p:spPr>
          <a:xfrm>
            <a:off x="4397027" y="1687152"/>
            <a:ext cx="6436364" cy="360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6" name="Picture 25" descr="E3.PNG">
            <a:extLst>
              <a:ext uri="{FF2B5EF4-FFF2-40B4-BE49-F238E27FC236}">
                <a16:creationId xmlns:a16="http://schemas.microsoft.com/office/drawing/2014/main" id="{D1457EA0-27D8-DB03-732A-74C655BF1D4A}"/>
              </a:ext>
            </a:extLst>
          </p:cNvPr>
          <p:cNvPicPr>
            <a:picLocks noChangeAspect="1"/>
          </p:cNvPicPr>
          <p:nvPr/>
        </p:nvPicPr>
        <p:blipFill>
          <a:blip r:embed="rId5"/>
          <a:stretch>
            <a:fillRect/>
          </a:stretch>
        </p:blipFill>
        <p:spPr>
          <a:xfrm>
            <a:off x="4450810" y="1680086"/>
            <a:ext cx="6346490" cy="360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7" name="Picture 26" descr="E6.PNG">
            <a:extLst>
              <a:ext uri="{FF2B5EF4-FFF2-40B4-BE49-F238E27FC236}">
                <a16:creationId xmlns:a16="http://schemas.microsoft.com/office/drawing/2014/main" id="{76BFB4AA-170C-9BB7-9C73-B238C461886D}"/>
              </a:ext>
            </a:extLst>
          </p:cNvPr>
          <p:cNvPicPr>
            <a:picLocks noChangeAspect="1"/>
          </p:cNvPicPr>
          <p:nvPr/>
        </p:nvPicPr>
        <p:blipFill>
          <a:blip r:embed="rId6"/>
          <a:stretch>
            <a:fillRect/>
          </a:stretch>
        </p:blipFill>
        <p:spPr>
          <a:xfrm>
            <a:off x="4492055" y="1665142"/>
            <a:ext cx="6321010" cy="360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9690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3"/>
                                        </p:tgtEl>
                                      </p:cBhvr>
                                    </p:animEffect>
                                    <p:animScale>
                                      <p:cBhvr>
                                        <p:cTn id="7" dur="250" autoRev="1" fill="hold"/>
                                        <p:tgtEl>
                                          <p:spTgt spid="23"/>
                                        </p:tgtEl>
                                      </p:cBhvr>
                                      <p:by x="105000" y="105000"/>
                                    </p:animScale>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27"/>
                                        </p:tgtEl>
                                      </p:cBhvr>
                                    </p:animEffect>
                                    <p:set>
                                      <p:cBhvr>
                                        <p:cTn id="27" dur="1" fill="hold">
                                          <p:stCondLst>
                                            <p:cond delay="499"/>
                                          </p:stCondLst>
                                        </p:cTn>
                                        <p:tgtEl>
                                          <p:spTgt spid="27"/>
                                        </p:tgtEl>
                                        <p:attrNameLst>
                                          <p:attrName>style.visibility</p:attrName>
                                        </p:attrNameLst>
                                      </p:cBhvr>
                                      <p:to>
                                        <p:strVal val="hidden"/>
                                      </p:to>
                                    </p:set>
                                  </p:childTnLst>
                                </p:cTn>
                              </p:par>
                            </p:childTnLst>
                          </p:cTn>
                        </p:par>
                        <p:par>
                          <p:cTn id="28" fill="hold">
                            <p:stCondLst>
                              <p:cond delay="500"/>
                            </p:stCondLst>
                            <p:childTnLst>
                              <p:par>
                                <p:cTn id="29" presetID="22" presetClass="entr" presetSubtype="1"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up)">
                                      <p:cBhvr>
                                        <p:cTn id="31" dur="20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26" presetClass="emph" presetSubtype="0" fill="hold" grpId="0" nodeType="clickEffect">
                                  <p:stCondLst>
                                    <p:cond delay="0"/>
                                  </p:stCondLst>
                                  <p:childTnLst>
                                    <p:animEffect transition="out" filter="fade">
                                      <p:cBhvr>
                                        <p:cTn id="35" dur="500" tmFilter="0, 0; .2, .5; .8, .5; 1, 0"/>
                                        <p:tgtEl>
                                          <p:spTgt spid="22"/>
                                        </p:tgtEl>
                                      </p:cBhvr>
                                    </p:animEffect>
                                    <p:animScale>
                                      <p:cBhvr>
                                        <p:cTn id="36" dur="250" autoRev="1" fill="hold"/>
                                        <p:tgtEl>
                                          <p:spTgt spid="2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EE1BB-AA09-6A20-26FF-96008600A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9F7AF-4E5C-24E1-2768-CBB7E3403E14}"/>
              </a:ext>
            </a:extLst>
          </p:cNvPr>
          <p:cNvSpPr>
            <a:spLocks noGrp="1"/>
          </p:cNvSpPr>
          <p:nvPr>
            <p:ph type="title"/>
          </p:nvPr>
        </p:nvSpPr>
        <p:spPr>
          <a:xfrm>
            <a:off x="603504" y="1463040"/>
            <a:ext cx="11192256" cy="1025517"/>
          </a:xfrm>
        </p:spPr>
        <p:txBody>
          <a:bodyPr/>
          <a:lstStyle/>
          <a:p>
            <a:pPr algn="ctr">
              <a:lnSpc>
                <a:spcPct val="100000"/>
              </a:lnSpc>
            </a:pPr>
            <a:r>
              <a:rPr lang="en-IN" sz="3600" b="1" dirty="0"/>
              <a:t>APPROVAL OF </a:t>
            </a:r>
            <a:r>
              <a:rPr lang="hi-IN" sz="3600" b="1" dirty="0"/>
              <a:t>DPC PROPOSAL</a:t>
            </a:r>
            <a:endParaRPr lang="en-US" sz="3600" b="1" dirty="0"/>
          </a:p>
        </p:txBody>
      </p:sp>
      <p:sp>
        <p:nvSpPr>
          <p:cNvPr id="12" name="Footer Placeholder 11">
            <a:extLst>
              <a:ext uri="{FF2B5EF4-FFF2-40B4-BE49-F238E27FC236}">
                <a16:creationId xmlns:a16="http://schemas.microsoft.com/office/drawing/2014/main" id="{F9136355-3C46-E8E6-BAA1-4FA7DD0A8BEF}"/>
              </a:ext>
            </a:extLst>
          </p:cNvPr>
          <p:cNvSpPr>
            <a:spLocks noGrp="1"/>
          </p:cNvSpPr>
          <p:nvPr>
            <p:ph type="ftr" sz="quarter" idx="11"/>
          </p:nvPr>
        </p:nvSpPr>
        <p:spPr/>
        <p:txBody>
          <a:bodyPr/>
          <a:lstStyle/>
          <a:p>
            <a:r>
              <a:rPr lang="en-US" dirty="0"/>
              <a:t>Online DPC</a:t>
            </a:r>
          </a:p>
        </p:txBody>
      </p:sp>
      <p:sp>
        <p:nvSpPr>
          <p:cNvPr id="5" name="Text Placeholder 4">
            <a:extLst>
              <a:ext uri="{FF2B5EF4-FFF2-40B4-BE49-F238E27FC236}">
                <a16:creationId xmlns:a16="http://schemas.microsoft.com/office/drawing/2014/main" id="{2FDCCFEB-35E3-3781-793C-AA2A50980760}"/>
              </a:ext>
            </a:extLst>
          </p:cNvPr>
          <p:cNvSpPr>
            <a:spLocks noGrp="1"/>
          </p:cNvSpPr>
          <p:nvPr>
            <p:ph type="body" sz="quarter" idx="15"/>
          </p:nvPr>
        </p:nvSpPr>
        <p:spPr>
          <a:xfrm>
            <a:off x="365759" y="2808514"/>
            <a:ext cx="11602463" cy="4049486"/>
          </a:xfrm>
        </p:spPr>
        <p:txBody>
          <a:bodyPr/>
          <a:lstStyle/>
          <a:p>
            <a:pPr marL="0" indent="0" algn="just">
              <a:buNone/>
            </a:pPr>
            <a:r>
              <a:rPr lang="hi-IN" sz="2800" b="1" dirty="0">
                <a:solidFill>
                  <a:schemeClr val="tx1"/>
                </a:solidFill>
                <a:latin typeface="Kokila" panose="020B0604020202020204" pitchFamily="34" charset="0"/>
                <a:ea typeface="SimSun" pitchFamily="2" charset="-122"/>
                <a:cs typeface="Kokila" panose="020B0604020202020204" pitchFamily="34" charset="0"/>
              </a:rPr>
              <a:t>विभागाध्यक्ष द्वितीय स्तर के आई.डी. एवं पासवर्ड के द्वारा लॉगिन कर विस्तृत डी.पी.सी. प्रस्ताव को अनुमोदित करेंगे। अनुमोदन पश्चात विस्तृत डी.पी.सी. प्रस्ताव छत्तीसगढ़ लोक सेवा आयोग को प्रेषित हो जाएगा।</a:t>
            </a:r>
            <a:endParaRPr lang="hi-IN" sz="3600" b="1" dirty="0">
              <a:solidFill>
                <a:schemeClr val="tx1"/>
              </a:solidFill>
              <a:latin typeface="Kokila" panose="020B0604020202020204" pitchFamily="34" charset="0"/>
              <a:cs typeface="Kokila" panose="020B0604020202020204" pitchFamily="34" charset="0"/>
            </a:endParaRPr>
          </a:p>
        </p:txBody>
      </p:sp>
      <p:sp>
        <p:nvSpPr>
          <p:cNvPr id="13" name="Slide Number Placeholder 12">
            <a:extLst>
              <a:ext uri="{FF2B5EF4-FFF2-40B4-BE49-F238E27FC236}">
                <a16:creationId xmlns:a16="http://schemas.microsoft.com/office/drawing/2014/main" id="{A867B60C-B187-1377-D3BE-863C45F6F94B}"/>
              </a:ext>
            </a:extLst>
          </p:cNvPr>
          <p:cNvSpPr>
            <a:spLocks noGrp="1"/>
          </p:cNvSpPr>
          <p:nvPr>
            <p:ph type="sldNum" sz="quarter" idx="12"/>
          </p:nvPr>
        </p:nvSpPr>
        <p:spPr/>
        <p:txBody>
          <a:bodyPr/>
          <a:lstStyle/>
          <a:p>
            <a:fld id="{5BFCF61C-3B18-4C03-8326-CC3B32D710C9}" type="slidenum">
              <a:rPr lang="en-US" smtClean="0"/>
              <a:pPr/>
              <a:t>19</a:t>
            </a:fld>
            <a:endParaRPr lang="en-US"/>
          </a:p>
        </p:txBody>
      </p:sp>
    </p:spTree>
    <p:extLst>
      <p:ext uri="{BB962C8B-B14F-4D97-AF65-F5344CB8AC3E}">
        <p14:creationId xmlns:p14="http://schemas.microsoft.com/office/powerpoint/2010/main" val="2859211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1CCA8-7729-9B8D-5710-5DCF48907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04C747-6774-2FD5-70E3-B50557C89504}"/>
              </a:ext>
            </a:extLst>
          </p:cNvPr>
          <p:cNvSpPr>
            <a:spLocks noGrp="1"/>
          </p:cNvSpPr>
          <p:nvPr>
            <p:ph type="title"/>
          </p:nvPr>
        </p:nvSpPr>
        <p:spPr>
          <a:xfrm>
            <a:off x="0" y="1399032"/>
            <a:ext cx="3048000" cy="1682749"/>
          </a:xfrm>
        </p:spPr>
        <p:txBody>
          <a:bodyPr/>
          <a:lstStyle/>
          <a:p>
            <a:pPr algn="ctr">
              <a:lnSpc>
                <a:spcPct val="150000"/>
              </a:lnSpc>
            </a:pPr>
            <a:r>
              <a:rPr lang="en-IN" sz="2400" b="1" dirty="0">
                <a:effectLst>
                  <a:outerShdw blurRad="38100" dist="38100" dir="2700000" algn="tl">
                    <a:srgbClr val="000000">
                      <a:alpha val="43137"/>
                    </a:srgbClr>
                  </a:outerShdw>
                </a:effectLst>
              </a:rPr>
              <a:t>APPROVAL OF </a:t>
            </a:r>
            <a:r>
              <a:rPr lang="hi-IN" sz="2400" b="1" dirty="0">
                <a:effectLst>
                  <a:outerShdw blurRad="38100" dist="38100" dir="2700000" algn="tl">
                    <a:srgbClr val="000000">
                      <a:alpha val="43137"/>
                    </a:srgbClr>
                  </a:outerShdw>
                </a:effectLst>
              </a:rPr>
              <a:t> </a:t>
            </a:r>
            <a:r>
              <a:rPr lang="en-IN" sz="2400" b="1" dirty="0">
                <a:effectLst>
                  <a:outerShdw blurRad="38100" dist="38100" dir="2700000" algn="tl">
                    <a:srgbClr val="000000">
                      <a:alpha val="43137"/>
                    </a:srgbClr>
                  </a:outerShdw>
                </a:effectLst>
              </a:rPr>
              <a:t>ADMINISTRATIVE HEAD</a:t>
            </a:r>
            <a:br>
              <a:rPr lang="hi-IN" sz="2400" b="1" dirty="0">
                <a:effectLst>
                  <a:outerShdw blurRad="38100" dist="38100" dir="2700000" algn="tl">
                    <a:srgbClr val="000000">
                      <a:alpha val="43137"/>
                    </a:srgbClr>
                  </a:outerShdw>
                </a:effectLst>
              </a:rPr>
            </a:br>
            <a:r>
              <a:rPr lang="hi-IN" sz="2400" b="1" dirty="0">
                <a:solidFill>
                  <a:schemeClr val="accent3">
                    <a:lumMod val="50000"/>
                  </a:schemeClr>
                </a:solidFill>
                <a:effectLst>
                  <a:outerShdw blurRad="38100" dist="38100" dir="2700000" algn="tl">
                    <a:srgbClr val="000000">
                      <a:alpha val="43137"/>
                    </a:srgbClr>
                  </a:outerShdw>
                </a:effectLst>
              </a:rPr>
              <a:t>LOGIN</a:t>
            </a:r>
            <a:br>
              <a:rPr lang="en-US" sz="3200" dirty="0"/>
            </a:br>
            <a:endParaRPr lang="en-US" sz="3200" dirty="0"/>
          </a:p>
        </p:txBody>
      </p:sp>
      <p:sp>
        <p:nvSpPr>
          <p:cNvPr id="12" name="Footer Placeholder 11">
            <a:extLst>
              <a:ext uri="{FF2B5EF4-FFF2-40B4-BE49-F238E27FC236}">
                <a16:creationId xmlns:a16="http://schemas.microsoft.com/office/drawing/2014/main" id="{024EA7A4-A9ED-C6FE-BE6D-297096BB247D}"/>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A8A948CE-9244-28D8-F0E9-D7079898D486}"/>
              </a:ext>
            </a:extLst>
          </p:cNvPr>
          <p:cNvSpPr>
            <a:spLocks noGrp="1"/>
          </p:cNvSpPr>
          <p:nvPr>
            <p:ph type="sldNum" sz="quarter" idx="12"/>
          </p:nvPr>
        </p:nvSpPr>
        <p:spPr/>
        <p:txBody>
          <a:bodyPr/>
          <a:lstStyle/>
          <a:p>
            <a:fld id="{5BFCF61C-3B18-4C03-8326-CC3B32D710C9}" type="slidenum">
              <a:rPr lang="en-US" smtClean="0"/>
              <a:pPr/>
              <a:t>20</a:t>
            </a:fld>
            <a:endParaRPr lang="en-US"/>
          </a:p>
        </p:txBody>
      </p:sp>
      <p:sp>
        <p:nvSpPr>
          <p:cNvPr id="3" name="Content Placeholder 2">
            <a:extLst>
              <a:ext uri="{FF2B5EF4-FFF2-40B4-BE49-F238E27FC236}">
                <a16:creationId xmlns:a16="http://schemas.microsoft.com/office/drawing/2014/main" id="{CAC6C7E0-16BC-7A33-8A9B-B224FA2C05BF}"/>
              </a:ext>
            </a:extLst>
          </p:cNvPr>
          <p:cNvSpPr txBox="1">
            <a:spLocks/>
          </p:cNvSpPr>
          <p:nvPr/>
        </p:nvSpPr>
        <p:spPr>
          <a:xfrm>
            <a:off x="3523960" y="1302849"/>
            <a:ext cx="6515556" cy="3853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endParaRPr lang="en-IN" sz="1800"/>
          </a:p>
          <a:p>
            <a:pPr algn="just">
              <a:buFont typeface="Arial" panose="020B0604020202020204" pitchFamily="34" charset="0"/>
              <a:buNone/>
            </a:pPr>
            <a:endParaRPr lang="en-IN" sz="1800" dirty="0"/>
          </a:p>
        </p:txBody>
      </p:sp>
      <p:grpSp>
        <p:nvGrpSpPr>
          <p:cNvPr id="5" name="Group 4">
            <a:extLst>
              <a:ext uri="{FF2B5EF4-FFF2-40B4-BE49-F238E27FC236}">
                <a16:creationId xmlns:a16="http://schemas.microsoft.com/office/drawing/2014/main" id="{937326A7-B66C-4377-F38F-EA9829B4ADF8}"/>
              </a:ext>
            </a:extLst>
          </p:cNvPr>
          <p:cNvGrpSpPr/>
          <p:nvPr/>
        </p:nvGrpSpPr>
        <p:grpSpPr>
          <a:xfrm>
            <a:off x="3731117" y="1219861"/>
            <a:ext cx="7715304" cy="4714264"/>
            <a:chOff x="1142976" y="1571612"/>
            <a:chExt cx="6429420" cy="3715420"/>
          </a:xfrm>
        </p:grpSpPr>
        <p:pic>
          <p:nvPicPr>
            <p:cNvPr id="6" name="Picture 5" descr="LOGIN_FORM.PNG">
              <a:extLst>
                <a:ext uri="{FF2B5EF4-FFF2-40B4-BE49-F238E27FC236}">
                  <a16:creationId xmlns:a16="http://schemas.microsoft.com/office/drawing/2014/main" id="{BFBE1A6F-DCCB-B209-F745-49E80F84FB60}"/>
                </a:ext>
              </a:extLst>
            </p:cNvPr>
            <p:cNvPicPr>
              <a:picLocks noChangeAspect="1"/>
            </p:cNvPicPr>
            <p:nvPr/>
          </p:nvPicPr>
          <p:blipFill>
            <a:blip r:embed="rId3"/>
            <a:stretch>
              <a:fillRect/>
            </a:stretch>
          </p:blipFill>
          <p:spPr>
            <a:xfrm>
              <a:off x="1142976" y="1571612"/>
              <a:ext cx="6429420" cy="3715420"/>
            </a:xfrm>
            <a:prstGeom prst="roundRect">
              <a:avLst>
                <a:gd name="adj" fmla="val 4167"/>
              </a:avLst>
            </a:prstGeom>
            <a:solidFill>
              <a:srgbClr val="FFFFFF"/>
            </a:solidFill>
            <a:ln w="76200" cap="sq">
              <a:solidFill>
                <a:srgbClr val="00B050"/>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7" name="TextBox 6">
              <a:extLst>
                <a:ext uri="{FF2B5EF4-FFF2-40B4-BE49-F238E27FC236}">
                  <a16:creationId xmlns:a16="http://schemas.microsoft.com/office/drawing/2014/main" id="{8E4C46F4-0BEC-AF9F-94F3-92F12F18FC17}"/>
                </a:ext>
              </a:extLst>
            </p:cNvPr>
            <p:cNvSpPr txBox="1"/>
            <p:nvPr/>
          </p:nvSpPr>
          <p:spPr>
            <a:xfrm>
              <a:off x="1142976" y="2500306"/>
              <a:ext cx="6429420" cy="291079"/>
            </a:xfrm>
            <a:prstGeom prst="rect">
              <a:avLst/>
            </a:prstGeom>
            <a:solidFill>
              <a:schemeClr val="tx1">
                <a:lumMod val="75000"/>
                <a:lumOff val="25000"/>
              </a:schemeClr>
            </a:solidFill>
            <a:ln>
              <a:solidFill>
                <a:srgbClr val="FF0000"/>
              </a:solidFill>
            </a:ln>
          </p:spPr>
          <p:txBody>
            <a:bodyPr wrap="square" rtlCol="0">
              <a:spAutoFit/>
            </a:bodyPr>
            <a:lstStyle/>
            <a:p>
              <a:pPr algn="ctr"/>
              <a:r>
                <a:rPr lang="hi-IN" b="1" dirty="0">
                  <a:solidFill>
                    <a:srgbClr val="00B050"/>
                  </a:solidFill>
                  <a:latin typeface="Arial" pitchFamily="34" charset="0"/>
                  <a:cs typeface="Arial" pitchFamily="34" charset="0"/>
                </a:rPr>
                <a:t>LOGIN PAGE FOR </a:t>
              </a:r>
              <a:r>
                <a:rPr lang="en-IN" b="1" dirty="0">
                  <a:solidFill>
                    <a:srgbClr val="00B050"/>
                  </a:solidFill>
                  <a:latin typeface="Arial" pitchFamily="34" charset="0"/>
                  <a:cs typeface="Arial" pitchFamily="34" charset="0"/>
                </a:rPr>
                <a:t>ADMINISTRATIVE HEAD</a:t>
              </a:r>
            </a:p>
          </p:txBody>
        </p:sp>
        <p:sp>
          <p:nvSpPr>
            <p:cNvPr id="8" name="TextBox 7">
              <a:extLst>
                <a:ext uri="{FF2B5EF4-FFF2-40B4-BE49-F238E27FC236}">
                  <a16:creationId xmlns:a16="http://schemas.microsoft.com/office/drawing/2014/main" id="{0D76C7CB-9A8D-0811-E906-0813538D2B2A}"/>
                </a:ext>
              </a:extLst>
            </p:cNvPr>
            <p:cNvSpPr txBox="1"/>
            <p:nvPr/>
          </p:nvSpPr>
          <p:spPr>
            <a:xfrm>
              <a:off x="1214414" y="3286124"/>
              <a:ext cx="6215106" cy="369332"/>
            </a:xfrm>
            <a:prstGeom prst="rect">
              <a:avLst/>
            </a:prstGeom>
            <a:solidFill>
              <a:schemeClr val="bg1"/>
            </a:solidFill>
            <a:ln>
              <a:solidFill>
                <a:schemeClr val="bg1"/>
              </a:solidFill>
            </a:ln>
          </p:spPr>
          <p:txBody>
            <a:bodyPr wrap="square" rtlCol="0">
              <a:spAutoFit/>
            </a:bodyPr>
            <a:lstStyle/>
            <a:p>
              <a:endParaRPr lang="en-IN" dirty="0"/>
            </a:p>
          </p:txBody>
        </p:sp>
      </p:grpSp>
      <p:sp>
        <p:nvSpPr>
          <p:cNvPr id="9" name="TextBox 8">
            <a:extLst>
              <a:ext uri="{FF2B5EF4-FFF2-40B4-BE49-F238E27FC236}">
                <a16:creationId xmlns:a16="http://schemas.microsoft.com/office/drawing/2014/main" id="{4A0B5BD6-983A-FB75-6A0A-2AD960FFF522}"/>
              </a:ext>
            </a:extLst>
          </p:cNvPr>
          <p:cNvSpPr txBox="1"/>
          <p:nvPr/>
        </p:nvSpPr>
        <p:spPr>
          <a:xfrm>
            <a:off x="6283634" y="3576993"/>
            <a:ext cx="857256" cy="215444"/>
          </a:xfrm>
          <a:prstGeom prst="rect">
            <a:avLst/>
          </a:prstGeom>
          <a:noFill/>
        </p:spPr>
        <p:txBody>
          <a:bodyPr wrap="square" rtlCol="0">
            <a:spAutoFit/>
          </a:bodyPr>
          <a:lstStyle/>
          <a:p>
            <a:r>
              <a:rPr lang="hi-IN" sz="800" dirty="0"/>
              <a:t>AADHAR  NO</a:t>
            </a:r>
            <a:endParaRPr lang="en-US" sz="800" dirty="0"/>
          </a:p>
        </p:txBody>
      </p:sp>
      <p:sp>
        <p:nvSpPr>
          <p:cNvPr id="10" name="TextBox 9">
            <a:extLst>
              <a:ext uri="{FF2B5EF4-FFF2-40B4-BE49-F238E27FC236}">
                <a16:creationId xmlns:a16="http://schemas.microsoft.com/office/drawing/2014/main" id="{9E929DB7-4EB5-D095-76F7-45C4BF8619CF}"/>
              </a:ext>
            </a:extLst>
          </p:cNvPr>
          <p:cNvSpPr txBox="1"/>
          <p:nvPr/>
        </p:nvSpPr>
        <p:spPr>
          <a:xfrm>
            <a:off x="6712262" y="3833479"/>
            <a:ext cx="428628" cy="215444"/>
          </a:xfrm>
          <a:prstGeom prst="rect">
            <a:avLst/>
          </a:prstGeom>
          <a:noFill/>
        </p:spPr>
        <p:txBody>
          <a:bodyPr wrap="square" rtlCol="0">
            <a:spAutoFit/>
          </a:bodyPr>
          <a:lstStyle/>
          <a:p>
            <a:r>
              <a:rPr lang="hi-IN" sz="800" dirty="0"/>
              <a:t>OTP</a:t>
            </a:r>
            <a:endParaRPr lang="en-US" sz="800" dirty="0"/>
          </a:p>
        </p:txBody>
      </p:sp>
      <p:sp>
        <p:nvSpPr>
          <p:cNvPr id="11" name="TextBox 10">
            <a:extLst>
              <a:ext uri="{FF2B5EF4-FFF2-40B4-BE49-F238E27FC236}">
                <a16:creationId xmlns:a16="http://schemas.microsoft.com/office/drawing/2014/main" id="{78B1483C-3789-7E54-8C60-A92786DAE8C4}"/>
              </a:ext>
            </a:extLst>
          </p:cNvPr>
          <p:cNvSpPr txBox="1"/>
          <p:nvPr/>
        </p:nvSpPr>
        <p:spPr>
          <a:xfrm>
            <a:off x="7069452" y="3576993"/>
            <a:ext cx="1857388" cy="230832"/>
          </a:xfrm>
          <a:prstGeom prst="rect">
            <a:avLst/>
          </a:prstGeom>
          <a:noFill/>
          <a:ln>
            <a:solidFill>
              <a:schemeClr val="tx1"/>
            </a:solidFill>
          </a:ln>
        </p:spPr>
        <p:txBody>
          <a:bodyPr wrap="square" rtlCol="0">
            <a:spAutoFit/>
          </a:bodyPr>
          <a:lstStyle/>
          <a:p>
            <a:r>
              <a:rPr lang="en-IN" sz="900" b="1" dirty="0">
                <a:solidFill>
                  <a:schemeClr val="bg1"/>
                </a:solidFill>
                <a:latin typeface="+mj-lt"/>
              </a:rPr>
              <a:t>999048447606</a:t>
            </a:r>
            <a:endParaRPr lang="en-US" sz="900" b="1" dirty="0">
              <a:solidFill>
                <a:schemeClr val="bg1"/>
              </a:solidFill>
              <a:latin typeface="+mj-lt"/>
            </a:endParaRPr>
          </a:p>
        </p:txBody>
      </p:sp>
      <p:sp>
        <p:nvSpPr>
          <p:cNvPr id="14" name="TextBox 13">
            <a:extLst>
              <a:ext uri="{FF2B5EF4-FFF2-40B4-BE49-F238E27FC236}">
                <a16:creationId xmlns:a16="http://schemas.microsoft.com/office/drawing/2014/main" id="{CA990428-5E4C-0E1F-04F7-594363F90E50}"/>
              </a:ext>
            </a:extLst>
          </p:cNvPr>
          <p:cNvSpPr txBox="1"/>
          <p:nvPr/>
        </p:nvSpPr>
        <p:spPr>
          <a:xfrm>
            <a:off x="7069452" y="3833479"/>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pic>
        <p:nvPicPr>
          <p:cNvPr id="15" name="Picture 14" descr="aadhar.png">
            <a:extLst>
              <a:ext uri="{FF2B5EF4-FFF2-40B4-BE49-F238E27FC236}">
                <a16:creationId xmlns:a16="http://schemas.microsoft.com/office/drawing/2014/main" id="{49FC4829-28AD-7EF1-0960-9B1C8C4CEF96}"/>
              </a:ext>
            </a:extLst>
          </p:cNvPr>
          <p:cNvPicPr>
            <a:picLocks noChangeAspect="1"/>
          </p:cNvPicPr>
          <p:nvPr/>
        </p:nvPicPr>
        <p:blipFill>
          <a:blip r:embed="rId4"/>
          <a:stretch>
            <a:fillRect/>
          </a:stretch>
        </p:blipFill>
        <p:spPr>
          <a:xfrm>
            <a:off x="9712658" y="3362679"/>
            <a:ext cx="857256" cy="551094"/>
          </a:xfrm>
          <a:prstGeom prst="rect">
            <a:avLst/>
          </a:prstGeom>
        </p:spPr>
      </p:pic>
      <p:sp>
        <p:nvSpPr>
          <p:cNvPr id="16" name="TextBox 15">
            <a:extLst>
              <a:ext uri="{FF2B5EF4-FFF2-40B4-BE49-F238E27FC236}">
                <a16:creationId xmlns:a16="http://schemas.microsoft.com/office/drawing/2014/main" id="{2960FF3B-B3D8-3F30-FE79-D667E3904BE8}"/>
              </a:ext>
            </a:extLst>
          </p:cNvPr>
          <p:cNvSpPr txBox="1"/>
          <p:nvPr/>
        </p:nvSpPr>
        <p:spPr>
          <a:xfrm>
            <a:off x="7081172" y="4119231"/>
            <a:ext cx="1857388" cy="215444"/>
          </a:xfrm>
          <a:prstGeom prst="rect">
            <a:avLst/>
          </a:prstGeom>
          <a:noFill/>
          <a:ln>
            <a:solidFill>
              <a:schemeClr val="tx1"/>
            </a:solidFill>
          </a:ln>
        </p:spPr>
        <p:txBody>
          <a:bodyPr wrap="square" rtlCol="0">
            <a:spAutoFit/>
          </a:bodyPr>
          <a:lstStyle/>
          <a:p>
            <a:r>
              <a:rPr lang="en-IN" sz="800" b="1" dirty="0" err="1">
                <a:solidFill>
                  <a:schemeClr val="bg1"/>
                </a:solidFill>
              </a:rPr>
              <a:t>AH_HEdu</a:t>
            </a:r>
            <a:endParaRPr lang="en-US" sz="800" b="1" dirty="0">
              <a:solidFill>
                <a:schemeClr val="bg1"/>
              </a:solidFill>
            </a:endParaRPr>
          </a:p>
        </p:txBody>
      </p:sp>
      <p:sp>
        <p:nvSpPr>
          <p:cNvPr id="45" name="TextBox 44">
            <a:extLst>
              <a:ext uri="{FF2B5EF4-FFF2-40B4-BE49-F238E27FC236}">
                <a16:creationId xmlns:a16="http://schemas.microsoft.com/office/drawing/2014/main" id="{D1670A22-8D1C-7EFB-7703-84E8B26ECE29}"/>
              </a:ext>
            </a:extLst>
          </p:cNvPr>
          <p:cNvSpPr txBox="1"/>
          <p:nvPr/>
        </p:nvSpPr>
        <p:spPr>
          <a:xfrm>
            <a:off x="7081172" y="4421987"/>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sp>
        <p:nvSpPr>
          <p:cNvPr id="46" name="TextBox 45">
            <a:extLst>
              <a:ext uri="{FF2B5EF4-FFF2-40B4-BE49-F238E27FC236}">
                <a16:creationId xmlns:a16="http://schemas.microsoft.com/office/drawing/2014/main" id="{97EA58DE-A3F0-ADF3-2398-9D518D998D69}"/>
              </a:ext>
            </a:extLst>
          </p:cNvPr>
          <p:cNvSpPr txBox="1"/>
          <p:nvPr/>
        </p:nvSpPr>
        <p:spPr>
          <a:xfrm>
            <a:off x="9069716" y="3934183"/>
            <a:ext cx="2214578" cy="553998"/>
          </a:xfrm>
          <a:prstGeom prst="rect">
            <a:avLst/>
          </a:prstGeom>
          <a:noFill/>
        </p:spPr>
        <p:txBody>
          <a:bodyPr wrap="square" rtlCol="0">
            <a:spAutoFit/>
          </a:bodyPr>
          <a:lstStyle/>
          <a:p>
            <a:r>
              <a:rPr lang="en-IN" sz="1000" b="1" dirty="0"/>
              <a:t>By providing </a:t>
            </a:r>
            <a:r>
              <a:rPr lang="en-IN" sz="1000" b="1" dirty="0" err="1"/>
              <a:t>Aadhar</a:t>
            </a:r>
            <a:r>
              <a:rPr lang="en-IN" sz="1000" b="1" dirty="0"/>
              <a:t> No. And </a:t>
            </a:r>
            <a:r>
              <a:rPr lang="en-IN" sz="1000" b="1" dirty="0" err="1"/>
              <a:t>Aadhar</a:t>
            </a:r>
            <a:r>
              <a:rPr lang="en-IN" sz="1000" b="1" dirty="0"/>
              <a:t> </a:t>
            </a:r>
            <a:r>
              <a:rPr lang="en-IN" sz="1000" b="1" dirty="0" err="1"/>
              <a:t>OTP</a:t>
            </a:r>
            <a:r>
              <a:rPr lang="en-IN" sz="1000" b="1" dirty="0"/>
              <a:t> you are digitally signing  th</a:t>
            </a:r>
            <a:r>
              <a:rPr lang="en-IN" sz="1000" dirty="0"/>
              <a:t>e content.</a:t>
            </a:r>
            <a:endParaRPr lang="en-US" sz="1000" b="1" dirty="0"/>
          </a:p>
        </p:txBody>
      </p:sp>
      <p:pic>
        <p:nvPicPr>
          <p:cNvPr id="47" name="Picture 46" descr="MOBILE.jpg">
            <a:extLst>
              <a:ext uri="{FF2B5EF4-FFF2-40B4-BE49-F238E27FC236}">
                <a16:creationId xmlns:a16="http://schemas.microsoft.com/office/drawing/2014/main" id="{A56A1300-7496-A437-EABC-F3DEA8BE9587}"/>
              </a:ext>
            </a:extLst>
          </p:cNvPr>
          <p:cNvPicPr>
            <a:picLocks noChangeAspect="1"/>
          </p:cNvPicPr>
          <p:nvPr/>
        </p:nvPicPr>
        <p:blipFill>
          <a:blip r:embed="rId5" cstate="print"/>
          <a:stretch>
            <a:fillRect/>
          </a:stretch>
        </p:blipFill>
        <p:spPr>
          <a:xfrm>
            <a:off x="4426246" y="3451479"/>
            <a:ext cx="592936" cy="1143008"/>
          </a:xfrm>
          <a:prstGeom prst="rect">
            <a:avLst/>
          </a:prstGeom>
        </p:spPr>
      </p:pic>
      <p:sp>
        <p:nvSpPr>
          <p:cNvPr id="48" name="Left Arrow 22">
            <a:extLst>
              <a:ext uri="{FF2B5EF4-FFF2-40B4-BE49-F238E27FC236}">
                <a16:creationId xmlns:a16="http://schemas.microsoft.com/office/drawing/2014/main" id="{6F27F6DC-3BDE-226C-697A-30DA0A16464C}"/>
              </a:ext>
            </a:extLst>
          </p:cNvPr>
          <p:cNvSpPr/>
          <p:nvPr/>
        </p:nvSpPr>
        <p:spPr>
          <a:xfrm>
            <a:off x="4997750" y="3620295"/>
            <a:ext cx="1285884" cy="99574"/>
          </a:xfrm>
          <a:prstGeom prst="lef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ight Arrow 23">
            <a:extLst>
              <a:ext uri="{FF2B5EF4-FFF2-40B4-BE49-F238E27FC236}">
                <a16:creationId xmlns:a16="http://schemas.microsoft.com/office/drawing/2014/main" id="{C01C92BE-9928-D4DE-97E2-B659CFABCB70}"/>
              </a:ext>
            </a:extLst>
          </p:cNvPr>
          <p:cNvSpPr/>
          <p:nvPr/>
        </p:nvSpPr>
        <p:spPr>
          <a:xfrm>
            <a:off x="5069188" y="3862745"/>
            <a:ext cx="1643074" cy="115838"/>
          </a:xfrm>
          <a:prstGeom prst="righ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5585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iterate type="lt">
                                    <p:tmPct val="10000"/>
                                  </p:iterate>
                                  <p:childTnLst>
                                    <p:animClr clrSpc="rgb" dir="cw">
                                      <p:cBhvr override="childStyle">
                                        <p:cTn id="6" dur="500" fill="hold"/>
                                        <p:tgtEl>
                                          <p:spTgt spid="11"/>
                                        </p:tgtEl>
                                        <p:attrNameLst>
                                          <p:attrName>style.color</p:attrName>
                                        </p:attrNameLst>
                                      </p:cBhvr>
                                      <p:to>
                                        <a:schemeClr val="tx1"/>
                                      </p:to>
                                    </p:animClr>
                                  </p:childTnLst>
                                </p:cTn>
                              </p:par>
                            </p:childTnLst>
                          </p:cTn>
                        </p:par>
                        <p:par>
                          <p:cTn id="7" fill="hold">
                            <p:stCondLst>
                              <p:cond delay="1050"/>
                            </p:stCondLst>
                            <p:childTnLst>
                              <p:par>
                                <p:cTn id="8" presetID="22" presetClass="entr" presetSubtype="2" fill="hold" grpId="0" nodeType="after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wipe(right)">
                                      <p:cBhvr>
                                        <p:cTn id="10" dur="500"/>
                                        <p:tgtEl>
                                          <p:spTgt spid="48"/>
                                        </p:tgtEl>
                                      </p:cBhvr>
                                    </p:animEffect>
                                  </p:childTnLst>
                                </p:cTn>
                              </p:par>
                            </p:childTnLst>
                          </p:cTn>
                        </p:par>
                        <p:par>
                          <p:cTn id="11" fill="hold">
                            <p:stCondLst>
                              <p:cond delay="1550"/>
                            </p:stCondLst>
                            <p:childTnLst>
                              <p:par>
                                <p:cTn id="12" presetID="26" presetClass="emph" presetSubtype="0" fill="hold" nodeType="afterEffect">
                                  <p:stCondLst>
                                    <p:cond delay="0"/>
                                  </p:stCondLst>
                                  <p:childTnLst>
                                    <p:animEffect transition="out" filter="fade">
                                      <p:cBhvr>
                                        <p:cTn id="13" dur="500" tmFilter="0, 0; .2, .5; .8, .5; 1, 0"/>
                                        <p:tgtEl>
                                          <p:spTgt spid="47"/>
                                        </p:tgtEl>
                                      </p:cBhvr>
                                    </p:animEffect>
                                    <p:animScale>
                                      <p:cBhvr>
                                        <p:cTn id="14" dur="250" autoRev="1" fill="hold"/>
                                        <p:tgtEl>
                                          <p:spTgt spid="47"/>
                                        </p:tgtEl>
                                      </p:cBhvr>
                                      <p:by x="105000" y="105000"/>
                                    </p:animScale>
                                  </p:childTnLst>
                                </p:cTn>
                              </p:par>
                            </p:childTnLst>
                          </p:cTn>
                        </p:par>
                        <p:par>
                          <p:cTn id="15" fill="hold">
                            <p:stCondLst>
                              <p:cond delay="2050"/>
                            </p:stCondLst>
                            <p:childTnLst>
                              <p:par>
                                <p:cTn id="16" presetID="22" presetClass="entr" presetSubtype="8" fill="hold" grpId="0" nodeType="after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wipe(left)">
                                      <p:cBhvr>
                                        <p:cTn id="18" dur="500"/>
                                        <p:tgtEl>
                                          <p:spTgt spid="49"/>
                                        </p:tgtEl>
                                      </p:cBhvr>
                                    </p:animEffect>
                                  </p:childTnLst>
                                </p:cTn>
                              </p:par>
                            </p:childTnLst>
                          </p:cTn>
                        </p:par>
                        <p:par>
                          <p:cTn id="19" fill="hold">
                            <p:stCondLst>
                              <p:cond delay="2550"/>
                            </p:stCondLst>
                            <p:childTnLst>
                              <p:par>
                                <p:cTn id="20" presetID="3" presetClass="emph" presetSubtype="2" fill="hold" grpId="0" nodeType="afterEffect">
                                  <p:stCondLst>
                                    <p:cond delay="0"/>
                                  </p:stCondLst>
                                  <p:iterate type="lt">
                                    <p:tmPct val="10000"/>
                                  </p:iterate>
                                  <p:childTnLst>
                                    <p:animClr clrSpc="rgb" dir="cw">
                                      <p:cBhvr override="childStyle">
                                        <p:cTn id="21" dur="500" fill="hold"/>
                                        <p:tgtEl>
                                          <p:spTgt spid="14"/>
                                        </p:tgtEl>
                                        <p:attrNameLst>
                                          <p:attrName>style.color</p:attrName>
                                        </p:attrNameLst>
                                      </p:cBhvr>
                                      <p:to>
                                        <a:schemeClr val="tx1"/>
                                      </p:to>
                                    </p:animClr>
                                  </p:childTnLst>
                                </p:cTn>
                              </p:par>
                            </p:childTnLst>
                          </p:cTn>
                        </p:par>
                        <p:par>
                          <p:cTn id="22" fill="hold">
                            <p:stCondLst>
                              <p:cond delay="3500"/>
                            </p:stCondLst>
                            <p:childTnLst>
                              <p:par>
                                <p:cTn id="23" presetID="3" presetClass="emph" presetSubtype="2" fill="hold" grpId="0" nodeType="afterEffect">
                                  <p:stCondLst>
                                    <p:cond delay="0"/>
                                  </p:stCondLst>
                                  <p:iterate type="lt">
                                    <p:tmPct val="10000"/>
                                  </p:iterate>
                                  <p:childTnLst>
                                    <p:animClr clrSpc="rgb" dir="cw">
                                      <p:cBhvr override="childStyle">
                                        <p:cTn id="24" dur="500" fill="hold"/>
                                        <p:tgtEl>
                                          <p:spTgt spid="16"/>
                                        </p:tgtEl>
                                        <p:attrNameLst>
                                          <p:attrName>style.color</p:attrName>
                                        </p:attrNameLst>
                                      </p:cBhvr>
                                      <p:to>
                                        <a:schemeClr val="tx1"/>
                                      </p:to>
                                    </p:animClr>
                                  </p:childTnLst>
                                </p:cTn>
                              </p:par>
                            </p:childTnLst>
                          </p:cTn>
                        </p:par>
                        <p:par>
                          <p:cTn id="25" fill="hold">
                            <p:stCondLst>
                              <p:cond delay="4300"/>
                            </p:stCondLst>
                            <p:childTnLst>
                              <p:par>
                                <p:cTn id="26" presetID="3" presetClass="emph" presetSubtype="2" fill="hold" grpId="0" nodeType="afterEffect">
                                  <p:stCondLst>
                                    <p:cond delay="0"/>
                                  </p:stCondLst>
                                  <p:iterate type="lt">
                                    <p:tmPct val="10000"/>
                                  </p:iterate>
                                  <p:childTnLst>
                                    <p:animClr clrSpc="rgb" dir="cw">
                                      <p:cBhvr override="childStyle">
                                        <p:cTn id="27" dur="500" fill="hold"/>
                                        <p:tgtEl>
                                          <p:spTgt spid="45"/>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6" grpId="0" animBg="1"/>
      <p:bldP spid="45" grpId="0" animBg="1"/>
      <p:bldP spid="48" grpId="0" animBg="1"/>
      <p:bldP spid="4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92F55-D63F-FA8C-2BCA-163D610FF1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917FA-D7FB-6049-7C11-6F6F99E6E032}"/>
              </a:ext>
            </a:extLst>
          </p:cNvPr>
          <p:cNvSpPr>
            <a:spLocks noGrp="1"/>
          </p:cNvSpPr>
          <p:nvPr>
            <p:ph type="title"/>
          </p:nvPr>
        </p:nvSpPr>
        <p:spPr>
          <a:xfrm>
            <a:off x="0" y="1399032"/>
            <a:ext cx="3048000" cy="1682749"/>
          </a:xfrm>
        </p:spPr>
        <p:txBody>
          <a:bodyPr/>
          <a:lstStyle/>
          <a:p>
            <a:pPr algn="ctr">
              <a:lnSpc>
                <a:spcPct val="150000"/>
              </a:lnSpc>
            </a:pPr>
            <a:r>
              <a:rPr lang="en-IN" sz="2400" b="1" dirty="0">
                <a:effectLst>
                  <a:outerShdw blurRad="38100" dist="38100" dir="2700000" algn="tl">
                    <a:srgbClr val="000000">
                      <a:alpha val="43137"/>
                    </a:srgbClr>
                  </a:outerShdw>
                </a:effectLst>
              </a:rPr>
              <a:t>APPROVAL BY ADMINISTRATIVE HEAD</a:t>
            </a:r>
            <a:br>
              <a:rPr lang="hi-IN" sz="2400" b="1" dirty="0">
                <a:effectLst>
                  <a:outerShdw blurRad="38100" dist="38100" dir="2700000" algn="tl">
                    <a:srgbClr val="000000">
                      <a:alpha val="43137"/>
                    </a:srgbClr>
                  </a:outerShdw>
                </a:effectLst>
              </a:rPr>
            </a:br>
            <a:r>
              <a:rPr lang="hi-IN" sz="2400" b="1" dirty="0">
                <a:solidFill>
                  <a:schemeClr val="accent3">
                    <a:lumMod val="50000"/>
                  </a:schemeClr>
                </a:solidFill>
                <a:effectLst>
                  <a:outerShdw blurRad="38100" dist="38100" dir="2700000" algn="tl">
                    <a:srgbClr val="000000">
                      <a:alpha val="43137"/>
                    </a:srgbClr>
                  </a:outerShdw>
                </a:effectLst>
              </a:rPr>
              <a:t>SELECTION OF POSTS</a:t>
            </a:r>
            <a:br>
              <a:rPr lang="en-US" sz="3200" dirty="0"/>
            </a:br>
            <a:endParaRPr lang="en-US" sz="3200" dirty="0"/>
          </a:p>
        </p:txBody>
      </p:sp>
      <p:sp>
        <p:nvSpPr>
          <p:cNvPr id="12" name="Footer Placeholder 11">
            <a:extLst>
              <a:ext uri="{FF2B5EF4-FFF2-40B4-BE49-F238E27FC236}">
                <a16:creationId xmlns:a16="http://schemas.microsoft.com/office/drawing/2014/main" id="{CE22E653-21F7-E5EE-DCA1-8CF08420D117}"/>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3531256D-EEC5-6AD9-B5A0-87EF58A47823}"/>
              </a:ext>
            </a:extLst>
          </p:cNvPr>
          <p:cNvSpPr>
            <a:spLocks noGrp="1"/>
          </p:cNvSpPr>
          <p:nvPr>
            <p:ph type="sldNum" sz="quarter" idx="12"/>
          </p:nvPr>
        </p:nvSpPr>
        <p:spPr/>
        <p:txBody>
          <a:bodyPr/>
          <a:lstStyle/>
          <a:p>
            <a:fld id="{5BFCF61C-3B18-4C03-8326-CC3B32D710C9}" type="slidenum">
              <a:rPr lang="en-US" smtClean="0"/>
              <a:pPr/>
              <a:t>21</a:t>
            </a:fld>
            <a:endParaRPr lang="en-US"/>
          </a:p>
        </p:txBody>
      </p:sp>
      <p:sp>
        <p:nvSpPr>
          <p:cNvPr id="3" name="Rectangle 2">
            <a:extLst>
              <a:ext uri="{FF2B5EF4-FFF2-40B4-BE49-F238E27FC236}">
                <a16:creationId xmlns:a16="http://schemas.microsoft.com/office/drawing/2014/main" id="{25141810-7F68-ADC1-2A8B-C1B2ABA745E1}"/>
              </a:ext>
            </a:extLst>
          </p:cNvPr>
          <p:cNvSpPr/>
          <p:nvPr/>
        </p:nvSpPr>
        <p:spPr>
          <a:xfrm>
            <a:off x="3366076" y="828842"/>
            <a:ext cx="8429684" cy="5072098"/>
          </a:xfrm>
          <a:prstGeom prst="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t"/>
          <a:lstStyle/>
          <a:p>
            <a:pPr algn="just"/>
            <a:endParaRPr lang="en-US" dirty="0">
              <a:solidFill>
                <a:srgbClr val="0070C0"/>
              </a:solidFill>
            </a:endParaRPr>
          </a:p>
        </p:txBody>
      </p:sp>
      <p:sp>
        <p:nvSpPr>
          <p:cNvPr id="4" name="Content Placeholder 2">
            <a:extLst>
              <a:ext uri="{FF2B5EF4-FFF2-40B4-BE49-F238E27FC236}">
                <a16:creationId xmlns:a16="http://schemas.microsoft.com/office/drawing/2014/main" id="{9139FC64-6B1E-F66A-3F77-652928EEEAE3}"/>
              </a:ext>
            </a:extLst>
          </p:cNvPr>
          <p:cNvSpPr txBox="1">
            <a:spLocks/>
          </p:cNvSpPr>
          <p:nvPr/>
        </p:nvSpPr>
        <p:spPr>
          <a:xfrm>
            <a:off x="3494254" y="1341878"/>
            <a:ext cx="6515556" cy="385326"/>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hi-IN" sz="2400" b="1">
                <a:latin typeface="Kokila" panose="020B0604020202020204" pitchFamily="34" charset="0"/>
                <a:cs typeface="Kokila" panose="020B0604020202020204" pitchFamily="34" charset="0"/>
              </a:rPr>
              <a:t>पद नाम जिस हेतु पदोन्नति प्रस्ताव प्रस्तुत किया जाना है -</a:t>
            </a:r>
            <a:r>
              <a:rPr lang="hi-IN" sz="2400">
                <a:latin typeface="Kokila" panose="020B0604020202020204" pitchFamily="34" charset="0"/>
                <a:cs typeface="Kokila" panose="020B0604020202020204" pitchFamily="34" charset="0"/>
              </a:rPr>
              <a:t> </a:t>
            </a:r>
            <a:r>
              <a:rPr lang="en-IN" sz="2400">
                <a:latin typeface="Kokila" panose="020B0604020202020204" pitchFamily="34" charset="0"/>
                <a:cs typeface="Kokila" panose="020B0604020202020204" pitchFamily="34" charset="0"/>
              </a:rPr>
              <a:t> </a:t>
            </a:r>
          </a:p>
          <a:p>
            <a:pPr algn="just">
              <a:buFont typeface="Arial" panose="020B0604020202020204" pitchFamily="34" charset="0"/>
              <a:buNone/>
            </a:pPr>
            <a:endParaRPr lang="en-IN" sz="2400">
              <a:latin typeface="Kokila" panose="020B0604020202020204" pitchFamily="34" charset="0"/>
              <a:cs typeface="Kokila" panose="020B0604020202020204" pitchFamily="34" charset="0"/>
            </a:endParaRPr>
          </a:p>
          <a:p>
            <a:pPr algn="just">
              <a:buFont typeface="Arial" panose="020B0604020202020204" pitchFamily="34" charset="0"/>
              <a:buNone/>
            </a:pPr>
            <a:endParaRPr lang="en-IN" sz="1600" dirty="0"/>
          </a:p>
        </p:txBody>
      </p:sp>
      <p:sp>
        <p:nvSpPr>
          <p:cNvPr id="5" name="Rounded Rectangle 11">
            <a:extLst>
              <a:ext uri="{FF2B5EF4-FFF2-40B4-BE49-F238E27FC236}">
                <a16:creationId xmlns:a16="http://schemas.microsoft.com/office/drawing/2014/main" id="{52940BEF-2DCC-B945-2A4D-0A8F4D5ACA98}"/>
              </a:ext>
            </a:extLst>
          </p:cNvPr>
          <p:cNvSpPr/>
          <p:nvPr/>
        </p:nvSpPr>
        <p:spPr>
          <a:xfrm>
            <a:off x="4009018" y="5186560"/>
            <a:ext cx="7286676"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b="1" dirty="0"/>
              <a:t>APPROVE</a:t>
            </a:r>
            <a:r>
              <a:rPr lang="hi-IN" dirty="0"/>
              <a:t> </a:t>
            </a:r>
            <a:endParaRPr lang="en-IN" dirty="0"/>
          </a:p>
        </p:txBody>
      </p:sp>
      <p:sp>
        <p:nvSpPr>
          <p:cNvPr id="6" name="TextBox 5">
            <a:extLst>
              <a:ext uri="{FF2B5EF4-FFF2-40B4-BE49-F238E27FC236}">
                <a16:creationId xmlns:a16="http://schemas.microsoft.com/office/drawing/2014/main" id="{CC4043C9-5442-4D56-0161-6513A4550719}"/>
              </a:ext>
            </a:extLst>
          </p:cNvPr>
          <p:cNvSpPr txBox="1"/>
          <p:nvPr/>
        </p:nvSpPr>
        <p:spPr>
          <a:xfrm>
            <a:off x="8866802" y="1283258"/>
            <a:ext cx="2497982" cy="369332"/>
          </a:xfrm>
          <a:prstGeom prst="rect">
            <a:avLst/>
          </a:prstGeom>
          <a:solidFill>
            <a:schemeClr val="accent5">
              <a:lumMod val="75000"/>
            </a:schemeClr>
          </a:solidFill>
        </p:spPr>
        <p:txBody>
          <a:bodyPr wrap="square" rtlCol="0">
            <a:spAutoFit/>
          </a:bodyPr>
          <a:lstStyle/>
          <a:p>
            <a:r>
              <a:rPr lang="en-IN" dirty="0"/>
              <a:t>POST</a:t>
            </a:r>
          </a:p>
        </p:txBody>
      </p:sp>
      <p:sp>
        <p:nvSpPr>
          <p:cNvPr id="7" name="TextBox 6">
            <a:extLst>
              <a:ext uri="{FF2B5EF4-FFF2-40B4-BE49-F238E27FC236}">
                <a16:creationId xmlns:a16="http://schemas.microsoft.com/office/drawing/2014/main" id="{BA5A665E-916B-E35F-12A8-1F586944D575}"/>
              </a:ext>
            </a:extLst>
          </p:cNvPr>
          <p:cNvSpPr txBox="1"/>
          <p:nvPr/>
        </p:nvSpPr>
        <p:spPr>
          <a:xfrm>
            <a:off x="8866802" y="1257470"/>
            <a:ext cx="2497982" cy="369332"/>
          </a:xfrm>
          <a:prstGeom prst="rect">
            <a:avLst/>
          </a:prstGeom>
          <a:solidFill>
            <a:schemeClr val="accent5">
              <a:lumMod val="75000"/>
            </a:schemeClr>
          </a:solidFill>
        </p:spPr>
        <p:txBody>
          <a:bodyPr wrap="square" rtlCol="0">
            <a:spAutoFit/>
          </a:bodyPr>
          <a:lstStyle/>
          <a:p>
            <a:r>
              <a:rPr lang="hi-IN" sz="1200" b="1" dirty="0"/>
              <a:t>DEPUTY SECRETARY</a:t>
            </a:r>
            <a:r>
              <a:rPr lang="hi-IN" dirty="0"/>
              <a:t> </a:t>
            </a:r>
            <a:endParaRPr lang="en-IN" dirty="0"/>
          </a:p>
        </p:txBody>
      </p:sp>
      <p:sp>
        <p:nvSpPr>
          <p:cNvPr id="8" name="Isosceles Triangle 7">
            <a:extLst>
              <a:ext uri="{FF2B5EF4-FFF2-40B4-BE49-F238E27FC236}">
                <a16:creationId xmlns:a16="http://schemas.microsoft.com/office/drawing/2014/main" id="{186F9A69-EC67-EADE-DD1A-B61206C00AF8}"/>
              </a:ext>
            </a:extLst>
          </p:cNvPr>
          <p:cNvSpPr/>
          <p:nvPr/>
        </p:nvSpPr>
        <p:spPr>
          <a:xfrm rot="10800000">
            <a:off x="10795628" y="1328908"/>
            <a:ext cx="500066" cy="21431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Content Placeholder 2">
            <a:extLst>
              <a:ext uri="{FF2B5EF4-FFF2-40B4-BE49-F238E27FC236}">
                <a16:creationId xmlns:a16="http://schemas.microsoft.com/office/drawing/2014/main" id="{3DD350F1-6620-4887-A7BC-FD9F9B0BB68A}"/>
              </a:ext>
            </a:extLst>
          </p:cNvPr>
          <p:cNvSpPr txBox="1">
            <a:spLocks/>
          </p:cNvSpPr>
          <p:nvPr/>
        </p:nvSpPr>
        <p:spPr>
          <a:xfrm>
            <a:off x="3508952" y="3614924"/>
            <a:ext cx="7872878" cy="428627"/>
          </a:xfrm>
          <a:prstGeom prst="rect">
            <a:avLst/>
          </a:prstGeom>
        </p:spPr>
        <p:txBody>
          <a:bodyPr vert="horz">
            <a:noAutofit/>
          </a:bodyPr>
          <a:lstStyle/>
          <a:p>
            <a:pPr marL="274320" indent="-274320" algn="just">
              <a:spcBef>
                <a:spcPts val="600"/>
              </a:spcBef>
              <a:buClr>
                <a:schemeClr val="accent1"/>
              </a:buClr>
              <a:buSzPct val="70000"/>
              <a:buFont typeface="Wingdings"/>
              <a:buNone/>
            </a:pPr>
            <a:r>
              <a:rPr kumimoji="0" lang="hi-IN" sz="2000" b="1"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क्या प्रस्ताव सम्बन्धी किसी प्रकार का विधिक स्थगन अथवा रोक प्रभावशील है  -</a:t>
            </a:r>
            <a:r>
              <a:rPr kumimoji="0" lang="hi-IN" sz="20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 </a:t>
            </a:r>
            <a:r>
              <a:rPr kumimoji="0" lang="hi-IN" sz="2000" b="1" i="0" u="none" strike="noStrike" kern="1200" cap="none" spc="0" normalizeH="0" baseline="0" noProof="0" dirty="0">
                <a:ln>
                  <a:noFill/>
                </a:ln>
                <a:solidFill>
                  <a:srgbClr val="00B050"/>
                </a:solidFill>
                <a:effectLst/>
                <a:uLnTx/>
                <a:uFillTx/>
                <a:latin typeface="Kokila" panose="020B0604020202020204" pitchFamily="34" charset="0"/>
                <a:cs typeface="Kokila" panose="020B0604020202020204" pitchFamily="34" charset="0"/>
              </a:rPr>
              <a:t>नहीं </a:t>
            </a:r>
            <a:endParaRPr kumimoji="0" lang="en-IN" sz="2000" b="1" i="0" u="none" strike="noStrike" kern="1200" cap="none" spc="0" normalizeH="0" baseline="0" noProof="0" dirty="0">
              <a:ln>
                <a:noFill/>
              </a:ln>
              <a:solidFill>
                <a:srgbClr val="00B050"/>
              </a:solidFill>
              <a:effectLst/>
              <a:uLnTx/>
              <a:uFillTx/>
              <a:latin typeface="Kokila" panose="020B0604020202020204" pitchFamily="34" charset="0"/>
              <a:cs typeface="Kokila" panose="020B0604020202020204" pitchFamily="34" charset="0"/>
            </a:endParaRPr>
          </a:p>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a:buNone/>
              <a:tabLst/>
              <a:defRPr/>
            </a:pPr>
            <a:endParaRPr kumimoji="0" lang="en-IN" sz="20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endParaRPr>
          </a:p>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a:buNone/>
              <a:tabLst/>
              <a:defRPr/>
            </a:pPr>
            <a:endParaRPr kumimoji="0" lang="en-IN" sz="20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endParaRPr>
          </a:p>
        </p:txBody>
      </p:sp>
      <p:sp>
        <p:nvSpPr>
          <p:cNvPr id="10" name="TextBox 9">
            <a:extLst>
              <a:ext uri="{FF2B5EF4-FFF2-40B4-BE49-F238E27FC236}">
                <a16:creationId xmlns:a16="http://schemas.microsoft.com/office/drawing/2014/main" id="{2B039B23-2372-C2A8-33D9-78807703F7C8}"/>
              </a:ext>
            </a:extLst>
          </p:cNvPr>
          <p:cNvSpPr txBox="1"/>
          <p:nvPr/>
        </p:nvSpPr>
        <p:spPr>
          <a:xfrm>
            <a:off x="7509480" y="2971982"/>
            <a:ext cx="3896746" cy="400110"/>
          </a:xfrm>
          <a:prstGeom prst="rect">
            <a:avLst/>
          </a:prstGeom>
          <a:solidFill>
            <a:schemeClr val="accent5">
              <a:lumMod val="75000"/>
            </a:schemeClr>
          </a:solidFill>
        </p:spPr>
        <p:txBody>
          <a:bodyPr wrap="square" rtlCol="0">
            <a:spAutoFit/>
          </a:bodyPr>
          <a:lstStyle/>
          <a:p>
            <a:r>
              <a:rPr lang="hi-IN" sz="2000" b="1" dirty="0">
                <a:latin typeface="Kokila" panose="020B0604020202020204" pitchFamily="34" charset="0"/>
                <a:cs typeface="Kokila" panose="020B0604020202020204" pitchFamily="34" charset="0"/>
              </a:rPr>
              <a:t>FRESH DPC</a:t>
            </a:r>
            <a:endParaRPr lang="en-IN" sz="2000" b="1" dirty="0">
              <a:latin typeface="Kokila" panose="020B0604020202020204" pitchFamily="34" charset="0"/>
              <a:cs typeface="Kokila" panose="020B0604020202020204" pitchFamily="34" charset="0"/>
            </a:endParaRPr>
          </a:p>
        </p:txBody>
      </p:sp>
      <p:sp>
        <p:nvSpPr>
          <p:cNvPr id="11" name="Content Placeholder 2">
            <a:extLst>
              <a:ext uri="{FF2B5EF4-FFF2-40B4-BE49-F238E27FC236}">
                <a16:creationId xmlns:a16="http://schemas.microsoft.com/office/drawing/2014/main" id="{DAF1AC36-26FB-AFC9-B050-9ACF3FBF2862}"/>
              </a:ext>
            </a:extLst>
          </p:cNvPr>
          <p:cNvSpPr txBox="1">
            <a:spLocks/>
          </p:cNvSpPr>
          <p:nvPr/>
        </p:nvSpPr>
        <p:spPr>
          <a:xfrm>
            <a:off x="3508952" y="872144"/>
            <a:ext cx="6515556" cy="385326"/>
          </a:xfrm>
          <a:prstGeom prst="rect">
            <a:avLst/>
          </a:prstGeom>
        </p:spPr>
        <p:txBody>
          <a:bodyPr vert="horz">
            <a:normAutofit fontScale="92500" lnSpcReduction="20000"/>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a:buNone/>
              <a:tabLst/>
              <a:defRPr/>
            </a:pPr>
            <a:r>
              <a:rPr kumimoji="0" lang="hi-IN" sz="2400" b="1"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पदोन्नति प्रस्ताव तिथि - </a:t>
            </a:r>
            <a:r>
              <a:rPr kumimoji="0" lang="en-IN" sz="2400" b="1"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 </a:t>
            </a:r>
          </a:p>
          <a:p>
            <a:pPr marL="274320" indent="-274320" algn="just">
              <a:spcBef>
                <a:spcPts val="600"/>
              </a:spcBef>
              <a:buClr>
                <a:schemeClr val="accent1"/>
              </a:buClr>
              <a:buSzPct val="70000"/>
              <a:defRPr/>
            </a:pPr>
            <a:endParaRPr lang="en-IN" sz="2400" b="1" dirty="0">
              <a:latin typeface="Kokila" panose="020B0604020202020204" pitchFamily="34" charset="0"/>
              <a:cs typeface="Kokila" panose="020B0604020202020204" pitchFamily="34" charset="0"/>
            </a:endParaRPr>
          </a:p>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14" name="Content Placeholder 2">
            <a:extLst>
              <a:ext uri="{FF2B5EF4-FFF2-40B4-BE49-F238E27FC236}">
                <a16:creationId xmlns:a16="http://schemas.microsoft.com/office/drawing/2014/main" id="{D970DE8B-0014-9140-4E15-F4656F878D92}"/>
              </a:ext>
            </a:extLst>
          </p:cNvPr>
          <p:cNvSpPr txBox="1">
            <a:spLocks/>
          </p:cNvSpPr>
          <p:nvPr/>
        </p:nvSpPr>
        <p:spPr>
          <a:xfrm>
            <a:off x="3508952" y="2199134"/>
            <a:ext cx="6515556" cy="385326"/>
          </a:xfrm>
          <a:prstGeom prst="rect">
            <a:avLst/>
          </a:prstGeom>
        </p:spPr>
        <p:txBody>
          <a:bodyPr vert="horz">
            <a:noAutofit/>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hi-IN" sz="2000" b="1"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पद नाम जिससे पदोन्नति हेतु प्रस्ताव प्रस्तुत किया जाना है -</a:t>
            </a:r>
            <a:r>
              <a:rPr kumimoji="0" lang="hi-IN" sz="20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 </a:t>
            </a:r>
            <a:r>
              <a:rPr kumimoji="0" lang="en-IN" sz="20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 </a:t>
            </a: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20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endParaRP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20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endParaRPr>
          </a:p>
        </p:txBody>
      </p:sp>
      <p:sp>
        <p:nvSpPr>
          <p:cNvPr id="15" name="TextBox 14">
            <a:extLst>
              <a:ext uri="{FF2B5EF4-FFF2-40B4-BE49-F238E27FC236}">
                <a16:creationId xmlns:a16="http://schemas.microsoft.com/office/drawing/2014/main" id="{DFB7EA40-D035-C86C-85C9-B030FE880F4C}"/>
              </a:ext>
            </a:extLst>
          </p:cNvPr>
          <p:cNvSpPr txBox="1"/>
          <p:nvPr/>
        </p:nvSpPr>
        <p:spPr>
          <a:xfrm>
            <a:off x="8881500" y="2140514"/>
            <a:ext cx="2497982" cy="400110"/>
          </a:xfrm>
          <a:prstGeom prst="rect">
            <a:avLst/>
          </a:prstGeom>
          <a:solidFill>
            <a:schemeClr val="accent5">
              <a:lumMod val="75000"/>
            </a:schemeClr>
          </a:solidFill>
        </p:spPr>
        <p:txBody>
          <a:bodyPr wrap="square" rtlCol="0">
            <a:spAutoFit/>
          </a:bodyPr>
          <a:lstStyle/>
          <a:p>
            <a:r>
              <a:rPr lang="en-IN" sz="2000" dirty="0">
                <a:latin typeface="Kokila" panose="020B0604020202020204" pitchFamily="34" charset="0"/>
                <a:cs typeface="Kokila" panose="020B0604020202020204" pitchFamily="34" charset="0"/>
              </a:rPr>
              <a:t>POST</a:t>
            </a:r>
          </a:p>
        </p:txBody>
      </p:sp>
      <p:sp>
        <p:nvSpPr>
          <p:cNvPr id="16" name="TextBox 15">
            <a:extLst>
              <a:ext uri="{FF2B5EF4-FFF2-40B4-BE49-F238E27FC236}">
                <a16:creationId xmlns:a16="http://schemas.microsoft.com/office/drawing/2014/main" id="{20523D5B-0BA2-6ECE-0FF7-34FEA4A95F01}"/>
              </a:ext>
            </a:extLst>
          </p:cNvPr>
          <p:cNvSpPr txBox="1"/>
          <p:nvPr/>
        </p:nvSpPr>
        <p:spPr>
          <a:xfrm>
            <a:off x="8881500" y="2114726"/>
            <a:ext cx="2497982" cy="400110"/>
          </a:xfrm>
          <a:prstGeom prst="rect">
            <a:avLst/>
          </a:prstGeom>
          <a:solidFill>
            <a:schemeClr val="accent5">
              <a:lumMod val="75000"/>
            </a:schemeClr>
          </a:solidFill>
        </p:spPr>
        <p:txBody>
          <a:bodyPr wrap="square" rtlCol="0">
            <a:spAutoFit/>
          </a:bodyPr>
          <a:lstStyle/>
          <a:p>
            <a:r>
              <a:rPr lang="hi-IN" sz="2000" b="1" dirty="0">
                <a:latin typeface="Kokila" panose="020B0604020202020204" pitchFamily="34" charset="0"/>
                <a:cs typeface="Kokila" panose="020B0604020202020204" pitchFamily="34" charset="0"/>
              </a:rPr>
              <a:t>UNDER SECRETARY </a:t>
            </a:r>
            <a:endParaRPr lang="en-IN" sz="2000" b="1" dirty="0">
              <a:latin typeface="Kokila" panose="020B0604020202020204" pitchFamily="34" charset="0"/>
              <a:cs typeface="Kokila" panose="020B0604020202020204" pitchFamily="34" charset="0"/>
            </a:endParaRPr>
          </a:p>
        </p:txBody>
      </p:sp>
      <p:sp>
        <p:nvSpPr>
          <p:cNvPr id="17" name="Isosceles Triangle 16">
            <a:extLst>
              <a:ext uri="{FF2B5EF4-FFF2-40B4-BE49-F238E27FC236}">
                <a16:creationId xmlns:a16="http://schemas.microsoft.com/office/drawing/2014/main" id="{F939568B-C326-8C0C-5988-8829DF402F4C}"/>
              </a:ext>
            </a:extLst>
          </p:cNvPr>
          <p:cNvSpPr/>
          <p:nvPr/>
        </p:nvSpPr>
        <p:spPr>
          <a:xfrm rot="10800000">
            <a:off x="10810326" y="2186164"/>
            <a:ext cx="500066" cy="21431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latin typeface="Kokila" panose="020B0604020202020204" pitchFamily="34" charset="0"/>
              <a:cs typeface="Kokila" panose="020B0604020202020204" pitchFamily="34" charset="0"/>
            </a:endParaRPr>
          </a:p>
        </p:txBody>
      </p:sp>
      <p:sp>
        <p:nvSpPr>
          <p:cNvPr id="18" name="Content Placeholder 2">
            <a:extLst>
              <a:ext uri="{FF2B5EF4-FFF2-40B4-BE49-F238E27FC236}">
                <a16:creationId xmlns:a16="http://schemas.microsoft.com/office/drawing/2014/main" id="{91AE5E24-2EA5-5656-6D3A-9ACD5E06AE31}"/>
              </a:ext>
            </a:extLst>
          </p:cNvPr>
          <p:cNvSpPr txBox="1">
            <a:spLocks/>
          </p:cNvSpPr>
          <p:nvPr/>
        </p:nvSpPr>
        <p:spPr>
          <a:xfrm>
            <a:off x="3508952" y="1686098"/>
            <a:ext cx="1428760" cy="385326"/>
          </a:xfrm>
          <a:prstGeom prst="rect">
            <a:avLst/>
          </a:prstGeom>
        </p:spPr>
        <p:txBody>
          <a:bodyPr vert="horz">
            <a:normAutofit fontScale="85000" lnSpcReduction="1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hi-IN" sz="2400" b="1" dirty="0">
                <a:latin typeface="Kokila" panose="020B0604020202020204" pitchFamily="34" charset="0"/>
                <a:cs typeface="Kokila" panose="020B0604020202020204" pitchFamily="34" charset="0"/>
              </a:rPr>
              <a:t>वर्ग (CLASS) - </a:t>
            </a:r>
            <a:r>
              <a:rPr lang="en-IN" sz="2400" b="1" dirty="0">
                <a:latin typeface="Kokila" panose="020B0604020202020204" pitchFamily="34" charset="0"/>
                <a:cs typeface="Kokila" panose="020B0604020202020204" pitchFamily="34" charset="0"/>
              </a:rPr>
              <a:t> </a:t>
            </a: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lang="en-IN" sz="2400" b="1" dirty="0">
              <a:latin typeface="Kokila" panose="020B0604020202020204" pitchFamily="34" charset="0"/>
              <a:cs typeface="Kokila" panose="020B0604020202020204" pitchFamily="34" charset="0"/>
            </a:endParaRPr>
          </a:p>
        </p:txBody>
      </p:sp>
      <p:sp>
        <p:nvSpPr>
          <p:cNvPr id="19" name="Content Placeholder 2">
            <a:extLst>
              <a:ext uri="{FF2B5EF4-FFF2-40B4-BE49-F238E27FC236}">
                <a16:creationId xmlns:a16="http://schemas.microsoft.com/office/drawing/2014/main" id="{805216C3-E13E-3ACC-387F-49D0B0238963}"/>
              </a:ext>
            </a:extLst>
          </p:cNvPr>
          <p:cNvSpPr txBox="1">
            <a:spLocks/>
          </p:cNvSpPr>
          <p:nvPr/>
        </p:nvSpPr>
        <p:spPr>
          <a:xfrm>
            <a:off x="3508952" y="2567638"/>
            <a:ext cx="1428760" cy="385326"/>
          </a:xfrm>
          <a:prstGeom prst="rect">
            <a:avLst/>
          </a:prstGeom>
        </p:spPr>
        <p:txBody>
          <a:bodyPr vert="horz">
            <a:noAutofit/>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hi-IN" sz="2000" b="1"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वर्ग (CLASS) -</a:t>
            </a:r>
            <a:r>
              <a:rPr kumimoji="0" lang="hi-IN" sz="20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 </a:t>
            </a:r>
            <a:r>
              <a:rPr kumimoji="0" lang="en-IN" sz="20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 </a:t>
            </a: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20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endParaRP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20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endParaRPr>
          </a:p>
        </p:txBody>
      </p:sp>
      <p:sp>
        <p:nvSpPr>
          <p:cNvPr id="20" name="TextBox 19">
            <a:extLst>
              <a:ext uri="{FF2B5EF4-FFF2-40B4-BE49-F238E27FC236}">
                <a16:creationId xmlns:a16="http://schemas.microsoft.com/office/drawing/2014/main" id="{8F6376AC-3B05-749C-2C2C-789450D66706}"/>
              </a:ext>
            </a:extLst>
          </p:cNvPr>
          <p:cNvSpPr txBox="1"/>
          <p:nvPr/>
        </p:nvSpPr>
        <p:spPr>
          <a:xfrm>
            <a:off x="4866274" y="1673956"/>
            <a:ext cx="357190" cy="369332"/>
          </a:xfrm>
          <a:prstGeom prst="rect">
            <a:avLst/>
          </a:prstGeom>
          <a:noFill/>
        </p:spPr>
        <p:txBody>
          <a:bodyPr wrap="square" rtlCol="0">
            <a:spAutoFit/>
          </a:bodyPr>
          <a:lstStyle/>
          <a:p>
            <a:r>
              <a:rPr lang="hi-IN" dirty="0"/>
              <a:t>I</a:t>
            </a:r>
            <a:endParaRPr lang="en-US" dirty="0"/>
          </a:p>
        </p:txBody>
      </p:sp>
      <p:sp>
        <p:nvSpPr>
          <p:cNvPr id="21" name="Oval 20">
            <a:extLst>
              <a:ext uri="{FF2B5EF4-FFF2-40B4-BE49-F238E27FC236}">
                <a16:creationId xmlns:a16="http://schemas.microsoft.com/office/drawing/2014/main" id="{6ADA5BB4-ED97-F207-FF4D-8927FB824782}"/>
              </a:ext>
            </a:extLst>
          </p:cNvPr>
          <p:cNvSpPr/>
          <p:nvPr/>
        </p:nvSpPr>
        <p:spPr>
          <a:xfrm>
            <a:off x="5152026" y="1745394"/>
            <a:ext cx="214314" cy="214314"/>
          </a:xfrm>
          <a:prstGeom prst="ellipse">
            <a:avLst/>
          </a:prstGeom>
          <a:solidFill>
            <a:srgbClr val="00B05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Kokila" panose="020B0604020202020204" pitchFamily="34" charset="0"/>
              <a:cs typeface="Kokila" panose="020B0604020202020204" pitchFamily="34" charset="0"/>
            </a:endParaRPr>
          </a:p>
        </p:txBody>
      </p:sp>
      <p:sp>
        <p:nvSpPr>
          <p:cNvPr id="22" name="TextBox 21">
            <a:extLst>
              <a:ext uri="{FF2B5EF4-FFF2-40B4-BE49-F238E27FC236}">
                <a16:creationId xmlns:a16="http://schemas.microsoft.com/office/drawing/2014/main" id="{063061C0-3964-AE17-FD73-D0CD6B133EB3}"/>
              </a:ext>
            </a:extLst>
          </p:cNvPr>
          <p:cNvSpPr txBox="1"/>
          <p:nvPr/>
        </p:nvSpPr>
        <p:spPr>
          <a:xfrm>
            <a:off x="4866274" y="2471916"/>
            <a:ext cx="357190" cy="400110"/>
          </a:xfrm>
          <a:prstGeom prst="rect">
            <a:avLst/>
          </a:prstGeom>
          <a:noFill/>
        </p:spPr>
        <p:txBody>
          <a:bodyPr wrap="square" rtlCol="0">
            <a:spAutoFit/>
          </a:bodyPr>
          <a:lstStyle/>
          <a:p>
            <a:r>
              <a:rPr lang="hi-IN" sz="2000" dirty="0">
                <a:latin typeface="Kokila" panose="020B0604020202020204" pitchFamily="34" charset="0"/>
                <a:cs typeface="Kokila" panose="020B0604020202020204" pitchFamily="34" charset="0"/>
              </a:rPr>
              <a:t>I</a:t>
            </a:r>
            <a:endParaRPr lang="en-US" sz="2000" dirty="0">
              <a:latin typeface="Kokila" panose="020B0604020202020204" pitchFamily="34" charset="0"/>
              <a:cs typeface="Kokila" panose="020B0604020202020204" pitchFamily="34" charset="0"/>
            </a:endParaRPr>
          </a:p>
        </p:txBody>
      </p:sp>
      <p:sp>
        <p:nvSpPr>
          <p:cNvPr id="23" name="Oval 22">
            <a:extLst>
              <a:ext uri="{FF2B5EF4-FFF2-40B4-BE49-F238E27FC236}">
                <a16:creationId xmlns:a16="http://schemas.microsoft.com/office/drawing/2014/main" id="{C4361660-3790-B6D0-2CD5-DD819D34DE82}"/>
              </a:ext>
            </a:extLst>
          </p:cNvPr>
          <p:cNvSpPr/>
          <p:nvPr/>
        </p:nvSpPr>
        <p:spPr>
          <a:xfrm>
            <a:off x="5152026" y="2543354"/>
            <a:ext cx="214314" cy="214314"/>
          </a:xfrm>
          <a:prstGeom prst="ellipse">
            <a:avLst/>
          </a:prstGeom>
          <a:solidFill>
            <a:srgbClr val="00B050"/>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Kokila" panose="020B0604020202020204" pitchFamily="34" charset="0"/>
              <a:cs typeface="Kokila" panose="020B0604020202020204" pitchFamily="34" charset="0"/>
            </a:endParaRPr>
          </a:p>
        </p:txBody>
      </p:sp>
      <p:sp>
        <p:nvSpPr>
          <p:cNvPr id="24" name="Content Placeholder 2">
            <a:extLst>
              <a:ext uri="{FF2B5EF4-FFF2-40B4-BE49-F238E27FC236}">
                <a16:creationId xmlns:a16="http://schemas.microsoft.com/office/drawing/2014/main" id="{091730E4-929B-1DBC-2891-2695D139270A}"/>
              </a:ext>
            </a:extLst>
          </p:cNvPr>
          <p:cNvSpPr txBox="1">
            <a:spLocks/>
          </p:cNvSpPr>
          <p:nvPr/>
        </p:nvSpPr>
        <p:spPr>
          <a:xfrm>
            <a:off x="3508952" y="2988246"/>
            <a:ext cx="1785950" cy="385326"/>
          </a:xfrm>
          <a:prstGeom prst="rect">
            <a:avLst/>
          </a:prstGeom>
        </p:spPr>
        <p:txBody>
          <a:bodyPr vert="horz">
            <a:noAutofit/>
          </a:bodyPr>
          <a:lstStyle/>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hi-IN" sz="2000" b="1"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DPC का प्रकार -  </a:t>
            </a:r>
            <a:endParaRPr kumimoji="0" lang="en-IN" sz="2000" b="1"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endParaRP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20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endParaRPr>
          </a:p>
        </p:txBody>
      </p:sp>
      <p:pic>
        <p:nvPicPr>
          <p:cNvPr id="66" name="Picture 65" descr="green-approved-stamp-1-1024x772.png">
            <a:extLst>
              <a:ext uri="{FF2B5EF4-FFF2-40B4-BE49-F238E27FC236}">
                <a16:creationId xmlns:a16="http://schemas.microsoft.com/office/drawing/2014/main" id="{B82F7AB8-1BE3-1C48-C57C-62CAC09C83A7}"/>
              </a:ext>
            </a:extLst>
          </p:cNvPr>
          <p:cNvPicPr>
            <a:picLocks noChangeAspect="1"/>
          </p:cNvPicPr>
          <p:nvPr/>
        </p:nvPicPr>
        <p:blipFill>
          <a:blip r:embed="rId2"/>
          <a:stretch>
            <a:fillRect/>
          </a:stretch>
        </p:blipFill>
        <p:spPr>
          <a:xfrm>
            <a:off x="4794836" y="828842"/>
            <a:ext cx="5495914" cy="4143404"/>
          </a:xfrm>
          <a:prstGeom prst="rect">
            <a:avLst/>
          </a:prstGeom>
        </p:spPr>
      </p:pic>
      <p:sp>
        <p:nvSpPr>
          <p:cNvPr id="67" name="TextBox 66">
            <a:extLst>
              <a:ext uri="{FF2B5EF4-FFF2-40B4-BE49-F238E27FC236}">
                <a16:creationId xmlns:a16="http://schemas.microsoft.com/office/drawing/2014/main" id="{47E43D54-F8F6-A685-440A-2B1004406022}"/>
              </a:ext>
            </a:extLst>
          </p:cNvPr>
          <p:cNvSpPr txBox="1"/>
          <p:nvPr/>
        </p:nvSpPr>
        <p:spPr>
          <a:xfrm>
            <a:off x="5866406" y="829940"/>
            <a:ext cx="2214578" cy="369332"/>
          </a:xfrm>
          <a:prstGeom prst="rect">
            <a:avLst/>
          </a:prstGeom>
          <a:noFill/>
        </p:spPr>
        <p:txBody>
          <a:bodyPr wrap="square" rtlCol="0">
            <a:spAutoFit/>
          </a:bodyPr>
          <a:lstStyle/>
          <a:p>
            <a:r>
              <a:rPr lang="en-IN" dirty="0">
                <a:latin typeface="Cambria" pitchFamily="18" charset="0"/>
              </a:rPr>
              <a:t>25 JUNE 2026</a:t>
            </a:r>
            <a:endParaRPr lang="en-US" dirty="0">
              <a:latin typeface="Cambria" pitchFamily="18" charset="0"/>
            </a:endParaRPr>
          </a:p>
        </p:txBody>
      </p:sp>
    </p:spTree>
    <p:extLst>
      <p:ext uri="{BB962C8B-B14F-4D97-AF65-F5344CB8AC3E}">
        <p14:creationId xmlns:p14="http://schemas.microsoft.com/office/powerpoint/2010/main" val="126072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 calcmode="lin" valueType="num">
                                      <p:cBhvr>
                                        <p:cTn id="12" dur="500" fill="hold"/>
                                        <p:tgtEl>
                                          <p:spTgt spid="66"/>
                                        </p:tgtEl>
                                        <p:attrNameLst>
                                          <p:attrName>ppt_w</p:attrName>
                                        </p:attrNameLst>
                                      </p:cBhvr>
                                      <p:tavLst>
                                        <p:tav tm="0">
                                          <p:val>
                                            <p:fltVal val="0"/>
                                          </p:val>
                                        </p:tav>
                                        <p:tav tm="100000">
                                          <p:val>
                                            <p:strVal val="#ppt_w"/>
                                          </p:val>
                                        </p:tav>
                                      </p:tavLst>
                                    </p:anim>
                                    <p:anim calcmode="lin" valueType="num">
                                      <p:cBhvr>
                                        <p:cTn id="13" dur="500" fill="hold"/>
                                        <p:tgtEl>
                                          <p:spTgt spid="66"/>
                                        </p:tgtEl>
                                        <p:attrNameLst>
                                          <p:attrName>ppt_h</p:attrName>
                                        </p:attrNameLst>
                                      </p:cBhvr>
                                      <p:tavLst>
                                        <p:tav tm="0">
                                          <p:val>
                                            <p:fltVal val="0"/>
                                          </p:val>
                                        </p:tav>
                                        <p:tav tm="100000">
                                          <p:val>
                                            <p:strVal val="#ppt_h"/>
                                          </p:val>
                                        </p:tav>
                                      </p:tavLst>
                                    </p:anim>
                                    <p:animEffect transition="in" filter="fade">
                                      <p:cBhvr>
                                        <p:cTn id="14"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A6936-D51C-A830-E62C-59AF27D8B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A12132-AA08-CE58-9F8E-FEF03BC3FA05}"/>
              </a:ext>
            </a:extLst>
          </p:cNvPr>
          <p:cNvSpPr>
            <a:spLocks noGrp="1"/>
          </p:cNvSpPr>
          <p:nvPr>
            <p:ph type="title"/>
          </p:nvPr>
        </p:nvSpPr>
        <p:spPr>
          <a:xfrm>
            <a:off x="0" y="1399032"/>
            <a:ext cx="3048000" cy="1682749"/>
          </a:xfrm>
        </p:spPr>
        <p:txBody>
          <a:bodyPr/>
          <a:lstStyle/>
          <a:p>
            <a:pPr algn="ctr">
              <a:lnSpc>
                <a:spcPct val="150000"/>
              </a:lnSpc>
            </a:pPr>
            <a:r>
              <a:rPr lang="en-IN" sz="2400" b="1" dirty="0">
                <a:effectLst>
                  <a:outerShdw blurRad="38100" dist="38100" dir="2700000" algn="tl">
                    <a:srgbClr val="000000">
                      <a:alpha val="43137"/>
                    </a:srgbClr>
                  </a:outerShdw>
                </a:effectLst>
              </a:rPr>
              <a:t>APPROVAL BY ADMINISTRATIVE HEAD</a:t>
            </a:r>
            <a:br>
              <a:rPr lang="hi-IN" sz="2400" b="1" dirty="0">
                <a:effectLst>
                  <a:outerShdw blurRad="38100" dist="38100" dir="2700000" algn="tl">
                    <a:srgbClr val="000000">
                      <a:alpha val="43137"/>
                    </a:srgbClr>
                  </a:outerShdw>
                </a:effectLst>
              </a:rPr>
            </a:br>
            <a:r>
              <a:rPr lang="hi-IN" sz="2400" b="1" dirty="0">
                <a:solidFill>
                  <a:schemeClr val="accent3">
                    <a:lumMod val="50000"/>
                  </a:schemeClr>
                </a:solidFill>
                <a:effectLst>
                  <a:outerShdw blurRad="38100" dist="38100" dir="2700000" algn="tl">
                    <a:srgbClr val="000000">
                      <a:alpha val="43137"/>
                    </a:srgbClr>
                  </a:outerShdw>
                </a:effectLst>
              </a:rPr>
              <a:t>DPC COMMITEE</a:t>
            </a:r>
            <a:br>
              <a:rPr lang="en-US" sz="2400" b="1" dirty="0">
                <a:solidFill>
                  <a:schemeClr val="accent3">
                    <a:lumMod val="50000"/>
                  </a:schemeClr>
                </a:solidFill>
                <a:effectLst>
                  <a:outerShdw blurRad="38100" dist="38100" dir="2700000" algn="tl">
                    <a:srgbClr val="000000">
                      <a:alpha val="43137"/>
                    </a:srgbClr>
                  </a:outerShdw>
                </a:effectLst>
              </a:rPr>
            </a:br>
            <a:endParaRPr lang="en-US" sz="2400" b="1" dirty="0">
              <a:solidFill>
                <a:schemeClr val="accent3">
                  <a:lumMod val="50000"/>
                </a:schemeClr>
              </a:solidFill>
              <a:effectLst>
                <a:outerShdw blurRad="38100" dist="38100" dir="2700000" algn="tl">
                  <a:srgbClr val="000000">
                    <a:alpha val="43137"/>
                  </a:srgbClr>
                </a:outerShdw>
              </a:effectLst>
            </a:endParaRPr>
          </a:p>
        </p:txBody>
      </p:sp>
      <p:sp>
        <p:nvSpPr>
          <p:cNvPr id="12" name="Footer Placeholder 11">
            <a:extLst>
              <a:ext uri="{FF2B5EF4-FFF2-40B4-BE49-F238E27FC236}">
                <a16:creationId xmlns:a16="http://schemas.microsoft.com/office/drawing/2014/main" id="{D195DC05-954D-D802-59C5-4A59B13DBC65}"/>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1565A05B-4BEA-7E81-2618-FD8745E7E913}"/>
              </a:ext>
            </a:extLst>
          </p:cNvPr>
          <p:cNvSpPr>
            <a:spLocks noGrp="1"/>
          </p:cNvSpPr>
          <p:nvPr>
            <p:ph type="sldNum" sz="quarter" idx="12"/>
          </p:nvPr>
        </p:nvSpPr>
        <p:spPr/>
        <p:txBody>
          <a:bodyPr/>
          <a:lstStyle/>
          <a:p>
            <a:fld id="{5BFCF61C-3B18-4C03-8326-CC3B32D710C9}" type="slidenum">
              <a:rPr lang="en-US" smtClean="0"/>
              <a:pPr/>
              <a:t>22</a:t>
            </a:fld>
            <a:endParaRPr lang="en-US"/>
          </a:p>
        </p:txBody>
      </p:sp>
      <p:sp>
        <p:nvSpPr>
          <p:cNvPr id="15" name="Rectangle 14">
            <a:extLst>
              <a:ext uri="{FF2B5EF4-FFF2-40B4-BE49-F238E27FC236}">
                <a16:creationId xmlns:a16="http://schemas.microsoft.com/office/drawing/2014/main" id="{440927DA-7912-AEB5-0B0C-DAE90809CA1C}"/>
              </a:ext>
            </a:extLst>
          </p:cNvPr>
          <p:cNvSpPr/>
          <p:nvPr/>
        </p:nvSpPr>
        <p:spPr>
          <a:xfrm>
            <a:off x="3366076" y="678371"/>
            <a:ext cx="8429684" cy="5072098"/>
          </a:xfrm>
          <a:prstGeom prst="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t"/>
          <a:lstStyle/>
          <a:p>
            <a:pPr algn="just"/>
            <a:endParaRPr lang="en-US" dirty="0">
              <a:solidFill>
                <a:srgbClr val="0070C0"/>
              </a:solidFill>
            </a:endParaRPr>
          </a:p>
        </p:txBody>
      </p:sp>
      <p:sp>
        <p:nvSpPr>
          <p:cNvPr id="16" name="Rounded Rectangle 12">
            <a:extLst>
              <a:ext uri="{FF2B5EF4-FFF2-40B4-BE49-F238E27FC236}">
                <a16:creationId xmlns:a16="http://schemas.microsoft.com/office/drawing/2014/main" id="{50700B36-CA84-D194-8B63-3D941F4809A9}"/>
              </a:ext>
            </a:extLst>
          </p:cNvPr>
          <p:cNvSpPr/>
          <p:nvPr/>
        </p:nvSpPr>
        <p:spPr>
          <a:xfrm>
            <a:off x="3866142" y="4964651"/>
            <a:ext cx="7429552"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a:t>APPROVE</a:t>
            </a:r>
            <a:endParaRPr lang="en-IN" dirty="0"/>
          </a:p>
        </p:txBody>
      </p:sp>
      <p:sp>
        <p:nvSpPr>
          <p:cNvPr id="17" name="TextBox 16">
            <a:extLst>
              <a:ext uri="{FF2B5EF4-FFF2-40B4-BE49-F238E27FC236}">
                <a16:creationId xmlns:a16="http://schemas.microsoft.com/office/drawing/2014/main" id="{2E2635E9-8B5F-152F-6ED1-04529B118F4F}"/>
              </a:ext>
            </a:extLst>
          </p:cNvPr>
          <p:cNvSpPr txBox="1"/>
          <p:nvPr/>
        </p:nvSpPr>
        <p:spPr>
          <a:xfrm>
            <a:off x="3508952" y="821247"/>
            <a:ext cx="8143932" cy="369332"/>
          </a:xfrm>
          <a:prstGeom prst="rect">
            <a:avLst/>
          </a:prstGeom>
          <a:noFill/>
        </p:spPr>
        <p:txBody>
          <a:bodyPr wrap="square" rtlCol="0">
            <a:spAutoFit/>
          </a:bodyPr>
          <a:lstStyle/>
          <a:p>
            <a:r>
              <a:rPr lang="en-US" dirty="0" err="1">
                <a:solidFill>
                  <a:schemeClr val="bg1">
                    <a:lumMod val="50000"/>
                  </a:schemeClr>
                </a:solidFill>
                <a:latin typeface="Arial Black" pitchFamily="34" charset="0"/>
              </a:rPr>
              <a:t>DPC</a:t>
            </a:r>
            <a:r>
              <a:rPr lang="hi-IN" dirty="0">
                <a:solidFill>
                  <a:schemeClr val="bg1">
                    <a:lumMod val="50000"/>
                  </a:schemeClr>
                </a:solidFill>
                <a:latin typeface="Arial Black" pitchFamily="34" charset="0"/>
              </a:rPr>
              <a:t> </a:t>
            </a:r>
            <a:r>
              <a:rPr lang="en-US" dirty="0">
                <a:solidFill>
                  <a:schemeClr val="bg1">
                    <a:lumMod val="50000"/>
                  </a:schemeClr>
                </a:solidFill>
                <a:latin typeface="Arial Black" pitchFamily="34" charset="0"/>
              </a:rPr>
              <a:t>PROPOSAL </a:t>
            </a:r>
            <a:r>
              <a:rPr lang="hi-IN" dirty="0">
                <a:solidFill>
                  <a:schemeClr val="bg1">
                    <a:lumMod val="50000"/>
                  </a:schemeClr>
                </a:solidFill>
                <a:latin typeface="Arial Black" pitchFamily="34" charset="0"/>
              </a:rPr>
              <a:t>DATE –  </a:t>
            </a:r>
            <a:r>
              <a:rPr lang="en-US" dirty="0">
                <a:solidFill>
                  <a:schemeClr val="bg1">
                    <a:lumMod val="50000"/>
                  </a:schemeClr>
                </a:solidFill>
                <a:latin typeface="Arial Black" pitchFamily="34" charset="0"/>
              </a:rPr>
              <a:t>25</a:t>
            </a:r>
            <a:r>
              <a:rPr lang="hi-IN" dirty="0">
                <a:solidFill>
                  <a:schemeClr val="bg1">
                    <a:lumMod val="50000"/>
                  </a:schemeClr>
                </a:solidFill>
                <a:latin typeface="Arial Black" pitchFamily="34" charset="0"/>
              </a:rPr>
              <a:t>/</a:t>
            </a:r>
            <a:r>
              <a:rPr lang="en-US" dirty="0">
                <a:solidFill>
                  <a:schemeClr val="bg1">
                    <a:lumMod val="50000"/>
                  </a:schemeClr>
                </a:solidFill>
                <a:latin typeface="Arial Black" pitchFamily="34" charset="0"/>
              </a:rPr>
              <a:t>06</a:t>
            </a:r>
            <a:r>
              <a:rPr lang="hi-IN" dirty="0">
                <a:solidFill>
                  <a:schemeClr val="bg1">
                    <a:lumMod val="50000"/>
                  </a:schemeClr>
                </a:solidFill>
                <a:latin typeface="Arial Black" pitchFamily="34" charset="0"/>
              </a:rPr>
              <a:t>/</a:t>
            </a:r>
            <a:r>
              <a:rPr lang="en-US" dirty="0">
                <a:solidFill>
                  <a:schemeClr val="bg1">
                    <a:lumMod val="50000"/>
                  </a:schemeClr>
                </a:solidFill>
                <a:latin typeface="Arial Black" pitchFamily="34" charset="0"/>
              </a:rPr>
              <a:t>2026</a:t>
            </a:r>
            <a:r>
              <a:rPr lang="hi-IN" dirty="0">
                <a:solidFill>
                  <a:schemeClr val="bg1">
                    <a:lumMod val="50000"/>
                  </a:schemeClr>
                </a:solidFill>
                <a:latin typeface="Arial Black" pitchFamily="34" charset="0"/>
              </a:rPr>
              <a:t>  </a:t>
            </a:r>
          </a:p>
        </p:txBody>
      </p:sp>
      <p:graphicFrame>
        <p:nvGraphicFramePr>
          <p:cNvPr id="18" name="Table 17">
            <a:extLst>
              <a:ext uri="{FF2B5EF4-FFF2-40B4-BE49-F238E27FC236}">
                <a16:creationId xmlns:a16="http://schemas.microsoft.com/office/drawing/2014/main" id="{ADBE5B72-CD8F-050E-D9B4-91BBE16E16B9}"/>
              </a:ext>
            </a:extLst>
          </p:cNvPr>
          <p:cNvGraphicFramePr>
            <a:graphicFrameLocks noGrp="1"/>
          </p:cNvGraphicFramePr>
          <p:nvPr>
            <p:extLst>
              <p:ext uri="{D42A27DB-BD31-4B8C-83A1-F6EECF244321}">
                <p14:modId xmlns:p14="http://schemas.microsoft.com/office/powerpoint/2010/main" val="2613220844"/>
              </p:ext>
            </p:extLst>
          </p:nvPr>
        </p:nvGraphicFramePr>
        <p:xfrm>
          <a:off x="3533740" y="1392751"/>
          <a:ext cx="7990336" cy="2225040"/>
        </p:xfrm>
        <a:graphic>
          <a:graphicData uri="http://schemas.openxmlformats.org/drawingml/2006/table">
            <a:tbl>
              <a:tblPr firstRow="1" bandRow="1">
                <a:tableStyleId>{5C22544A-7EE6-4342-B048-85BDC9FD1C3A}</a:tableStyleId>
              </a:tblPr>
              <a:tblGrid>
                <a:gridCol w="500066">
                  <a:extLst>
                    <a:ext uri="{9D8B030D-6E8A-4147-A177-3AD203B41FA5}">
                      <a16:colId xmlns:a16="http://schemas.microsoft.com/office/drawing/2014/main" val="20000"/>
                    </a:ext>
                  </a:extLst>
                </a:gridCol>
                <a:gridCol w="1697355">
                  <a:extLst>
                    <a:ext uri="{9D8B030D-6E8A-4147-A177-3AD203B41FA5}">
                      <a16:colId xmlns:a16="http://schemas.microsoft.com/office/drawing/2014/main" val="20001"/>
                    </a:ext>
                  </a:extLst>
                </a:gridCol>
                <a:gridCol w="1573530">
                  <a:extLst>
                    <a:ext uri="{9D8B030D-6E8A-4147-A177-3AD203B41FA5}">
                      <a16:colId xmlns:a16="http://schemas.microsoft.com/office/drawing/2014/main" val="20002"/>
                    </a:ext>
                  </a:extLst>
                </a:gridCol>
                <a:gridCol w="1240155">
                  <a:extLst>
                    <a:ext uri="{9D8B030D-6E8A-4147-A177-3AD203B41FA5}">
                      <a16:colId xmlns:a16="http://schemas.microsoft.com/office/drawing/2014/main" val="20003"/>
                    </a:ext>
                  </a:extLst>
                </a:gridCol>
                <a:gridCol w="1637475">
                  <a:extLst>
                    <a:ext uri="{9D8B030D-6E8A-4147-A177-3AD203B41FA5}">
                      <a16:colId xmlns:a16="http://schemas.microsoft.com/office/drawing/2014/main" val="20004"/>
                    </a:ext>
                  </a:extLst>
                </a:gridCol>
                <a:gridCol w="1341755">
                  <a:extLst>
                    <a:ext uri="{9D8B030D-6E8A-4147-A177-3AD203B41FA5}">
                      <a16:colId xmlns:a16="http://schemas.microsoft.com/office/drawing/2014/main" val="20005"/>
                    </a:ext>
                  </a:extLst>
                </a:gridCol>
              </a:tblGrid>
              <a:tr h="370840">
                <a:tc gridSpan="6">
                  <a:txBody>
                    <a:bodyPr/>
                    <a:lstStyle/>
                    <a:p>
                      <a:pPr algn="ctr"/>
                      <a:r>
                        <a:rPr lang="hi-IN" dirty="0"/>
                        <a:t>विभागीय पदोन्नति समिति का विवरण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kumimoji="0" lang="hi-IN" sz="1400" b="1" kern="1200" dirty="0">
                          <a:solidFill>
                            <a:schemeClr val="dk1"/>
                          </a:solidFill>
                          <a:latin typeface="Arial Narrow" pitchFamily="34" charset="0"/>
                          <a:ea typeface="+mn-ea"/>
                          <a:cs typeface="+mn-cs"/>
                        </a:rPr>
                        <a:t>SN</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dk1"/>
                          </a:solidFill>
                          <a:latin typeface="Arial Narrow" pitchFamily="34" charset="0"/>
                          <a:ea typeface="+mn-ea"/>
                          <a:cs typeface="+mn-cs"/>
                        </a:rPr>
                        <a:t>NAME</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dk1"/>
                          </a:solidFill>
                          <a:latin typeface="Arial Narrow" pitchFamily="34" charset="0"/>
                          <a:ea typeface="+mn-ea"/>
                          <a:cs typeface="+mn-cs"/>
                        </a:rPr>
                        <a:t>DESIGNATION</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dk1"/>
                          </a:solidFill>
                          <a:latin typeface="Arial Narrow" pitchFamily="34" charset="0"/>
                          <a:ea typeface="+mn-ea"/>
                          <a:cs typeface="+mn-cs"/>
                        </a:rPr>
                        <a:t>MO. NO.</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dk1"/>
                          </a:solidFill>
                          <a:latin typeface="Arial Narrow" pitchFamily="34" charset="0"/>
                          <a:ea typeface="+mn-ea"/>
                          <a:cs typeface="+mn-cs"/>
                        </a:rPr>
                        <a:t>EMAIL</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dk1"/>
                          </a:solidFill>
                          <a:latin typeface="Arial Narrow" pitchFamily="34" charset="0"/>
                          <a:ea typeface="+mn-ea"/>
                          <a:cs typeface="+mn-cs"/>
                        </a:rPr>
                        <a:t>CAPACITY</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kumimoji="0" lang="hi-IN" sz="1400" b="1" kern="1200" dirty="0">
                          <a:solidFill>
                            <a:schemeClr val="dk1"/>
                          </a:solidFill>
                          <a:latin typeface="Arial Narrow" pitchFamily="34" charset="0"/>
                          <a:ea typeface="+mn-ea"/>
                          <a:cs typeface="+mn-cs"/>
                        </a:rPr>
                        <a:t>1 </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bg1">
                              <a:lumMod val="50000"/>
                            </a:schemeClr>
                          </a:solidFill>
                          <a:latin typeface="Arial Narrow" pitchFamily="34" charset="0"/>
                          <a:ea typeface="+mn-ea"/>
                          <a:cs typeface="+mn-cs"/>
                        </a:rPr>
                        <a:t>HON’BLE K.R. PISDA</a:t>
                      </a:r>
                      <a:endParaRPr kumimoji="0" lang="en-US" sz="1400" b="1" kern="1200" dirty="0">
                        <a:solidFill>
                          <a:schemeClr val="bg1">
                            <a:lumMod val="50000"/>
                          </a:schemeClr>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bg1">
                              <a:lumMod val="50000"/>
                            </a:schemeClr>
                          </a:solidFill>
                          <a:latin typeface="Arial Narrow" pitchFamily="34" charset="0"/>
                          <a:ea typeface="+mn-ea"/>
                          <a:cs typeface="+mn-cs"/>
                        </a:rPr>
                        <a:t>CHAIRMAN,CGPSC</a:t>
                      </a:r>
                      <a:endParaRPr kumimoji="0" lang="en-US" sz="1400" b="1" kern="1200" dirty="0">
                        <a:solidFill>
                          <a:schemeClr val="bg1">
                            <a:lumMod val="50000"/>
                          </a:schemeClr>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bg1">
                              <a:lumMod val="50000"/>
                            </a:schemeClr>
                          </a:solidFill>
                          <a:latin typeface="Arial Narrow" pitchFamily="34" charset="0"/>
                          <a:ea typeface="+mn-ea"/>
                          <a:cs typeface="+mn-cs"/>
                        </a:rPr>
                        <a:t>-</a:t>
                      </a:r>
                      <a:endParaRPr kumimoji="0" lang="en-US" sz="1400" b="1" kern="1200" dirty="0">
                        <a:solidFill>
                          <a:schemeClr val="bg1">
                            <a:lumMod val="50000"/>
                          </a:schemeClr>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bg1">
                              <a:lumMod val="50000"/>
                            </a:schemeClr>
                          </a:solidFill>
                          <a:latin typeface="Arial Narrow" pitchFamily="34" charset="0"/>
                          <a:ea typeface="+mn-ea"/>
                          <a:cs typeface="+mn-cs"/>
                        </a:rPr>
                        <a:t>-</a:t>
                      </a:r>
                      <a:endParaRPr kumimoji="0" lang="en-US" sz="1400" b="1" kern="1200" dirty="0">
                        <a:solidFill>
                          <a:schemeClr val="bg1">
                            <a:lumMod val="50000"/>
                          </a:schemeClr>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hi-IN" sz="1400" b="1" kern="1200" dirty="0">
                          <a:solidFill>
                            <a:schemeClr val="bg1">
                              <a:lumMod val="50000"/>
                            </a:schemeClr>
                          </a:solidFill>
                          <a:latin typeface="Arial Narrow" pitchFamily="34" charset="0"/>
                          <a:ea typeface="+mn-ea"/>
                          <a:cs typeface="+mn-cs"/>
                        </a:rPr>
                        <a:t>CHAIRMAN</a:t>
                      </a:r>
                      <a:endParaRPr kumimoji="0" lang="en-US" sz="1400" b="1" kern="1200" dirty="0">
                        <a:solidFill>
                          <a:schemeClr val="bg1">
                            <a:lumMod val="50000"/>
                          </a:schemeClr>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kumimoji="0" lang="hi-IN" sz="1400" b="1" kern="1200" dirty="0">
                          <a:solidFill>
                            <a:schemeClr val="dk1"/>
                          </a:solidFill>
                          <a:latin typeface="Arial Narrow" pitchFamily="34" charset="0"/>
                          <a:ea typeface="+mn-ea"/>
                          <a:cs typeface="+mn-cs"/>
                        </a:rPr>
                        <a:t>2 </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kumimoji="0" lang="hi-IN" sz="1400" b="1" kern="1200" dirty="0">
                          <a:solidFill>
                            <a:schemeClr val="dk1"/>
                          </a:solidFill>
                          <a:latin typeface="Arial Narrow" pitchFamily="34" charset="0"/>
                          <a:ea typeface="+mn-ea"/>
                          <a:cs typeface="+mn-cs"/>
                        </a:rPr>
                        <a:t>3 </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kumimoji="0" lang="hi-IN" sz="1400" b="1" kern="1200" dirty="0">
                          <a:solidFill>
                            <a:schemeClr val="dk1"/>
                          </a:solidFill>
                          <a:latin typeface="Arial Narrow" pitchFamily="34" charset="0"/>
                          <a:ea typeface="+mn-ea"/>
                          <a:cs typeface="+mn-cs"/>
                        </a:rPr>
                        <a:t>4 </a:t>
                      </a: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0" lang="en-US" sz="1400" b="1" kern="1200" dirty="0">
                        <a:solidFill>
                          <a:schemeClr val="dk1"/>
                        </a:solidFill>
                        <a:latin typeface="Arial Narrow"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19" name="Picture 18" descr="Picture2.png">
            <a:extLst>
              <a:ext uri="{FF2B5EF4-FFF2-40B4-BE49-F238E27FC236}">
                <a16:creationId xmlns:a16="http://schemas.microsoft.com/office/drawing/2014/main" id="{C9280AA2-4DB7-758C-37F6-AB101E97C214}"/>
              </a:ext>
            </a:extLst>
          </p:cNvPr>
          <p:cNvPicPr>
            <a:picLocks noChangeAspect="1"/>
          </p:cNvPicPr>
          <p:nvPr/>
        </p:nvPicPr>
        <p:blipFill>
          <a:blip r:embed="rId2"/>
          <a:srcRect l="6984" t="50000"/>
          <a:stretch>
            <a:fillRect/>
          </a:stretch>
        </p:blipFill>
        <p:spPr>
          <a:xfrm>
            <a:off x="4038252" y="2508721"/>
            <a:ext cx="7569206" cy="1185574"/>
          </a:xfrm>
          <a:prstGeom prst="rect">
            <a:avLst/>
          </a:prstGeom>
        </p:spPr>
      </p:pic>
      <p:pic>
        <p:nvPicPr>
          <p:cNvPr id="20" name="Picture 19" descr="green-approved-stamp-1-1024x772.png">
            <a:extLst>
              <a:ext uri="{FF2B5EF4-FFF2-40B4-BE49-F238E27FC236}">
                <a16:creationId xmlns:a16="http://schemas.microsoft.com/office/drawing/2014/main" id="{AAD9D1F5-848F-10A7-FEE6-119E9F207FEA}"/>
              </a:ext>
            </a:extLst>
          </p:cNvPr>
          <p:cNvPicPr>
            <a:picLocks noChangeAspect="1"/>
          </p:cNvPicPr>
          <p:nvPr/>
        </p:nvPicPr>
        <p:blipFill>
          <a:blip r:embed="rId3"/>
          <a:stretch>
            <a:fillRect/>
          </a:stretch>
        </p:blipFill>
        <p:spPr>
          <a:xfrm>
            <a:off x="4985528" y="661678"/>
            <a:ext cx="4971654" cy="3748162"/>
          </a:xfrm>
          <a:prstGeom prst="rect">
            <a:avLst/>
          </a:prstGeom>
        </p:spPr>
      </p:pic>
    </p:spTree>
    <p:extLst>
      <p:ext uri="{BB962C8B-B14F-4D97-AF65-F5344CB8AC3E}">
        <p14:creationId xmlns:p14="http://schemas.microsoft.com/office/powerpoint/2010/main" val="3967030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6"/>
                                        </p:tgtEl>
                                      </p:cBhvr>
                                    </p:animEffect>
                                    <p:animScale>
                                      <p:cBhvr>
                                        <p:cTn id="7" dur="250" autoRev="1" fill="hold"/>
                                        <p:tgtEl>
                                          <p:spTgt spid="16"/>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D4437-F5AC-FC76-F52F-7A0CAE84D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301E3-7316-F114-A216-BE2D80433759}"/>
              </a:ext>
            </a:extLst>
          </p:cNvPr>
          <p:cNvSpPr>
            <a:spLocks noGrp="1"/>
          </p:cNvSpPr>
          <p:nvPr>
            <p:ph type="title"/>
          </p:nvPr>
        </p:nvSpPr>
        <p:spPr>
          <a:xfrm>
            <a:off x="0" y="1399032"/>
            <a:ext cx="3048000" cy="3647530"/>
          </a:xfrm>
        </p:spPr>
        <p:txBody>
          <a:bodyPr/>
          <a:lstStyle/>
          <a:p>
            <a:pPr algn="ctr">
              <a:lnSpc>
                <a:spcPct val="150000"/>
              </a:lnSpc>
            </a:pPr>
            <a:r>
              <a:rPr lang="en-IN" sz="2400" b="1" dirty="0">
                <a:effectLst>
                  <a:outerShdw blurRad="38100" dist="38100" dir="2700000" algn="tl">
                    <a:srgbClr val="000000">
                      <a:alpha val="43137"/>
                    </a:srgbClr>
                  </a:outerShdw>
                </a:effectLst>
              </a:rPr>
              <a:t>APPROVAL BY ADMINISTRATIVE HEAD </a:t>
            </a:r>
            <a:br>
              <a:rPr lang="en-IN" sz="2400" b="1" dirty="0">
                <a:effectLst>
                  <a:outerShdw blurRad="38100" dist="38100" dir="2700000" algn="tl">
                    <a:srgbClr val="000000">
                      <a:alpha val="43137"/>
                    </a:srgbClr>
                  </a:outerShdw>
                </a:effectLst>
              </a:rPr>
            </a:br>
            <a:r>
              <a:rPr lang="hi-IN" sz="2400" b="1" dirty="0">
                <a:solidFill>
                  <a:schemeClr val="accent3">
                    <a:lumMod val="50000"/>
                  </a:schemeClr>
                </a:solidFill>
                <a:effectLst>
                  <a:outerShdw blurRad="38100" dist="38100" dir="2700000" algn="tl">
                    <a:srgbClr val="000000">
                      <a:alpha val="43137"/>
                    </a:srgbClr>
                  </a:outerShdw>
                </a:effectLst>
              </a:rPr>
              <a:t>UPLOADING OFFICERS UNDER CONSIDERATION</a:t>
            </a:r>
            <a:br>
              <a:rPr lang="en-US" sz="3200" dirty="0"/>
            </a:br>
            <a:endParaRPr lang="en-US" sz="3200" dirty="0"/>
          </a:p>
        </p:txBody>
      </p:sp>
      <p:sp>
        <p:nvSpPr>
          <p:cNvPr id="12" name="Footer Placeholder 11">
            <a:extLst>
              <a:ext uri="{FF2B5EF4-FFF2-40B4-BE49-F238E27FC236}">
                <a16:creationId xmlns:a16="http://schemas.microsoft.com/office/drawing/2014/main" id="{6F4349D6-67CC-D745-708A-8E0116AB1B1E}"/>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D54FF42B-73E2-D455-169C-61D6841A032C}"/>
              </a:ext>
            </a:extLst>
          </p:cNvPr>
          <p:cNvSpPr>
            <a:spLocks noGrp="1"/>
          </p:cNvSpPr>
          <p:nvPr>
            <p:ph type="sldNum" sz="quarter" idx="12"/>
          </p:nvPr>
        </p:nvSpPr>
        <p:spPr/>
        <p:txBody>
          <a:bodyPr/>
          <a:lstStyle/>
          <a:p>
            <a:fld id="{5BFCF61C-3B18-4C03-8326-CC3B32D710C9}" type="slidenum">
              <a:rPr lang="en-US" smtClean="0"/>
              <a:pPr/>
              <a:t>23</a:t>
            </a:fld>
            <a:endParaRPr lang="en-US"/>
          </a:p>
        </p:txBody>
      </p:sp>
      <p:sp>
        <p:nvSpPr>
          <p:cNvPr id="5" name="Rectangle 4">
            <a:extLst>
              <a:ext uri="{FF2B5EF4-FFF2-40B4-BE49-F238E27FC236}">
                <a16:creationId xmlns:a16="http://schemas.microsoft.com/office/drawing/2014/main" id="{873AB265-4EAB-FFCA-4DAA-CAD3C3D1E8CB}"/>
              </a:ext>
            </a:extLst>
          </p:cNvPr>
          <p:cNvSpPr/>
          <p:nvPr/>
        </p:nvSpPr>
        <p:spPr>
          <a:xfrm>
            <a:off x="3366076" y="892951"/>
            <a:ext cx="8429684" cy="5072098"/>
          </a:xfrm>
          <a:prstGeom prst="rect">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t"/>
          <a:lstStyle/>
          <a:p>
            <a:pPr algn="just"/>
            <a:endParaRPr lang="en-US" dirty="0">
              <a:solidFill>
                <a:srgbClr val="0070C0"/>
              </a:solidFill>
            </a:endParaRPr>
          </a:p>
        </p:txBody>
      </p:sp>
      <p:sp>
        <p:nvSpPr>
          <p:cNvPr id="20" name="TextBox 19">
            <a:extLst>
              <a:ext uri="{FF2B5EF4-FFF2-40B4-BE49-F238E27FC236}">
                <a16:creationId xmlns:a16="http://schemas.microsoft.com/office/drawing/2014/main" id="{86EBB9F1-3E8E-A2F9-209C-1103E071870D}"/>
              </a:ext>
            </a:extLst>
          </p:cNvPr>
          <p:cNvSpPr txBox="1"/>
          <p:nvPr/>
        </p:nvSpPr>
        <p:spPr>
          <a:xfrm>
            <a:off x="3985806" y="892951"/>
            <a:ext cx="7000924" cy="830997"/>
          </a:xfrm>
          <a:prstGeom prst="rect">
            <a:avLst/>
          </a:prstGeom>
          <a:noFill/>
        </p:spPr>
        <p:txBody>
          <a:bodyPr wrap="square" rtlCol="0">
            <a:spAutoFit/>
          </a:bodyPr>
          <a:lstStyle/>
          <a:p>
            <a:pPr algn="ctr"/>
            <a:r>
              <a:rPr lang="hi-IN" sz="2400" b="1" dirty="0">
                <a:latin typeface="Kokila" panose="020B0604020202020204" pitchFamily="34" charset="0"/>
                <a:cs typeface="Kokila" panose="020B0604020202020204" pitchFamily="34" charset="0"/>
              </a:rPr>
              <a:t>2026 की स्थिति में उप सचिव पद पर कार्यरत अधिकारीयों का विवरण प्रविष्ट करें अथवा विवरण अपलोड करें </a:t>
            </a:r>
            <a:endParaRPr lang="en-IN" sz="2400" b="1" dirty="0">
              <a:latin typeface="Kokila" panose="020B0604020202020204" pitchFamily="34" charset="0"/>
              <a:cs typeface="Kokila" panose="020B0604020202020204" pitchFamily="34" charset="0"/>
            </a:endParaRPr>
          </a:p>
        </p:txBody>
      </p:sp>
      <p:sp>
        <p:nvSpPr>
          <p:cNvPr id="21" name="TextBox 20">
            <a:extLst>
              <a:ext uri="{FF2B5EF4-FFF2-40B4-BE49-F238E27FC236}">
                <a16:creationId xmlns:a16="http://schemas.microsoft.com/office/drawing/2014/main" id="{829B916C-1896-B09A-60B4-4D91D2D56FD8}"/>
              </a:ext>
            </a:extLst>
          </p:cNvPr>
          <p:cNvSpPr txBox="1"/>
          <p:nvPr/>
        </p:nvSpPr>
        <p:spPr>
          <a:xfrm>
            <a:off x="4223332" y="3607595"/>
            <a:ext cx="5643602" cy="461665"/>
          </a:xfrm>
          <a:prstGeom prst="rect">
            <a:avLst/>
          </a:prstGeom>
          <a:noFill/>
        </p:spPr>
        <p:txBody>
          <a:bodyPr wrap="square" rtlCol="0">
            <a:spAutoFit/>
          </a:bodyPr>
          <a:lstStyle/>
          <a:p>
            <a:r>
              <a:rPr lang="hi-IN" sz="2400" b="1" dirty="0">
                <a:latin typeface="Kokila" panose="020B0604020202020204" pitchFamily="34" charset="0"/>
                <a:cs typeface="Kokila" panose="020B0604020202020204" pitchFamily="34" charset="0"/>
              </a:rPr>
              <a:t>20</a:t>
            </a:r>
            <a:r>
              <a:rPr lang="en-US" sz="2400" b="1" dirty="0">
                <a:latin typeface="Kokila" panose="020B0604020202020204" pitchFamily="34" charset="0"/>
                <a:cs typeface="Kokila" panose="020B0604020202020204" pitchFamily="34" charset="0"/>
              </a:rPr>
              <a:t>26 </a:t>
            </a:r>
            <a:r>
              <a:rPr lang="hi-IN" sz="2400" b="1" dirty="0">
                <a:latin typeface="Kokila" panose="020B0604020202020204" pitchFamily="34" charset="0"/>
                <a:cs typeface="Kokila" panose="020B0604020202020204" pitchFamily="34" charset="0"/>
              </a:rPr>
              <a:t>की स्थिति में स्वीकृत उप सचिव पद संख्या - </a:t>
            </a:r>
            <a:endParaRPr lang="en-IN" sz="2400" b="1" dirty="0">
              <a:latin typeface="Kokila" panose="020B0604020202020204" pitchFamily="34" charset="0"/>
              <a:cs typeface="Kokila" panose="020B0604020202020204" pitchFamily="34" charset="0"/>
            </a:endParaRPr>
          </a:p>
        </p:txBody>
      </p:sp>
      <p:sp>
        <p:nvSpPr>
          <p:cNvPr id="22" name="TextBox 21">
            <a:extLst>
              <a:ext uri="{FF2B5EF4-FFF2-40B4-BE49-F238E27FC236}">
                <a16:creationId xmlns:a16="http://schemas.microsoft.com/office/drawing/2014/main" id="{5C02FF0E-C874-2A5D-9059-05626D873EC0}"/>
              </a:ext>
            </a:extLst>
          </p:cNvPr>
          <p:cNvSpPr txBox="1"/>
          <p:nvPr/>
        </p:nvSpPr>
        <p:spPr>
          <a:xfrm>
            <a:off x="9938372" y="3607595"/>
            <a:ext cx="1071570" cy="369332"/>
          </a:xfrm>
          <a:prstGeom prst="rect">
            <a:avLst/>
          </a:prstGeom>
          <a:noFill/>
          <a:ln>
            <a:solidFill>
              <a:schemeClr val="tx1"/>
            </a:solidFill>
          </a:ln>
        </p:spPr>
        <p:txBody>
          <a:bodyPr wrap="square" rtlCol="0">
            <a:spAutoFit/>
          </a:bodyPr>
          <a:lstStyle/>
          <a:p>
            <a:r>
              <a:rPr lang="hi-IN" dirty="0"/>
              <a:t>4</a:t>
            </a:r>
            <a:endParaRPr lang="en-IN" dirty="0"/>
          </a:p>
        </p:txBody>
      </p:sp>
      <p:sp>
        <p:nvSpPr>
          <p:cNvPr id="23" name="TextBox 22">
            <a:extLst>
              <a:ext uri="{FF2B5EF4-FFF2-40B4-BE49-F238E27FC236}">
                <a16:creationId xmlns:a16="http://schemas.microsoft.com/office/drawing/2014/main" id="{D5DAEEB5-BA2E-A4E4-FB9F-B60A24A57916}"/>
              </a:ext>
            </a:extLst>
          </p:cNvPr>
          <p:cNvSpPr txBox="1"/>
          <p:nvPr/>
        </p:nvSpPr>
        <p:spPr>
          <a:xfrm>
            <a:off x="4294770" y="3957643"/>
            <a:ext cx="6715172" cy="1600438"/>
          </a:xfrm>
          <a:prstGeom prst="rect">
            <a:avLst/>
          </a:prstGeom>
          <a:noFill/>
        </p:spPr>
        <p:txBody>
          <a:bodyPr wrap="square" rtlCol="0">
            <a:spAutoFit/>
          </a:bodyPr>
          <a:lstStyle/>
          <a:p>
            <a:r>
              <a:rPr lang="hi-IN" sz="2000" b="1" dirty="0">
                <a:latin typeface="Kokila" panose="020B0604020202020204" pitchFamily="34" charset="0"/>
                <a:cs typeface="Kokila" panose="020B0604020202020204" pitchFamily="34" charset="0"/>
              </a:rPr>
              <a:t>स्पष्ट रिक्ति – </a:t>
            </a:r>
            <a:r>
              <a:rPr lang="en-IN" sz="2000" b="1" dirty="0">
                <a:solidFill>
                  <a:srgbClr val="FF0000"/>
                </a:solidFill>
                <a:latin typeface="Kokila" panose="020B0604020202020204" pitchFamily="34" charset="0"/>
                <a:cs typeface="Kokila" panose="020B0604020202020204" pitchFamily="34" charset="0"/>
              </a:rPr>
              <a:t>01 (UR-1)</a:t>
            </a:r>
            <a:endParaRPr lang="hi-IN" sz="2000" b="1" dirty="0">
              <a:latin typeface="Kokila" panose="020B0604020202020204" pitchFamily="34" charset="0"/>
              <a:cs typeface="Kokila" panose="020B0604020202020204" pitchFamily="34" charset="0"/>
            </a:endParaRPr>
          </a:p>
          <a:p>
            <a:r>
              <a:rPr lang="hi-IN" sz="2000" b="1" dirty="0">
                <a:latin typeface="Kokila" panose="020B0604020202020204" pitchFamily="34" charset="0"/>
                <a:cs typeface="Kokila" panose="020B0604020202020204" pitchFamily="34" charset="0"/>
              </a:rPr>
              <a:t>पदोन्नति से संभावित रिक्ति – </a:t>
            </a:r>
            <a:r>
              <a:rPr lang="en-IN" sz="2000" b="1" dirty="0">
                <a:solidFill>
                  <a:srgbClr val="FF0000"/>
                </a:solidFill>
                <a:latin typeface="Kokila" panose="020B0604020202020204" pitchFamily="34" charset="0"/>
                <a:cs typeface="Kokila" panose="020B0604020202020204" pitchFamily="34" charset="0"/>
              </a:rPr>
              <a:t>0</a:t>
            </a:r>
            <a:endParaRPr lang="hi-IN" sz="2000" b="1" dirty="0">
              <a:solidFill>
                <a:srgbClr val="FF0000"/>
              </a:solidFill>
              <a:latin typeface="Kokila" panose="020B0604020202020204" pitchFamily="34" charset="0"/>
              <a:cs typeface="Kokila" panose="020B0604020202020204" pitchFamily="34" charset="0"/>
            </a:endParaRPr>
          </a:p>
          <a:p>
            <a:r>
              <a:rPr lang="hi-IN" sz="2000" b="1" dirty="0">
                <a:latin typeface="Kokila" panose="020B0604020202020204" pitchFamily="34" charset="0"/>
                <a:cs typeface="Kokila" panose="020B0604020202020204" pitchFamily="34" charset="0"/>
              </a:rPr>
              <a:t>सेवानिवृत्ति से संभावित रिक्ति –  </a:t>
            </a:r>
            <a:r>
              <a:rPr lang="en-IN" sz="2000" b="1" dirty="0">
                <a:solidFill>
                  <a:srgbClr val="FF0000"/>
                </a:solidFill>
                <a:latin typeface="Kokila" panose="020B0604020202020204" pitchFamily="34" charset="0"/>
                <a:cs typeface="Kokila" panose="020B0604020202020204" pitchFamily="34" charset="0"/>
              </a:rPr>
              <a:t>01</a:t>
            </a:r>
            <a:r>
              <a:rPr lang="en-IN" sz="2000" b="1" dirty="0">
                <a:solidFill>
                  <a:srgbClr val="00B050"/>
                </a:solidFill>
                <a:latin typeface="Kokila" panose="020B0604020202020204" pitchFamily="34" charset="0"/>
                <a:cs typeface="Kokila" panose="020B0604020202020204" pitchFamily="34" charset="0"/>
              </a:rPr>
              <a:t>(ST-1)</a:t>
            </a:r>
            <a:endParaRPr lang="hi-IN" sz="2000" b="1" dirty="0">
              <a:solidFill>
                <a:srgbClr val="00B050"/>
              </a:solidFill>
              <a:latin typeface="Kokila" panose="020B0604020202020204" pitchFamily="34" charset="0"/>
              <a:cs typeface="Kokila" panose="020B0604020202020204" pitchFamily="34" charset="0"/>
            </a:endParaRPr>
          </a:p>
          <a:p>
            <a:r>
              <a:rPr lang="hi-IN" sz="2000" b="1" dirty="0">
                <a:latin typeface="Kokila" panose="020B0604020202020204" pitchFamily="34" charset="0"/>
                <a:cs typeface="Kokila" panose="020B0604020202020204" pitchFamily="34" charset="0"/>
              </a:rPr>
              <a:t>प्रतिनियुक्ति से संभावित रिक्ति – </a:t>
            </a:r>
            <a:r>
              <a:rPr lang="en-IN" sz="2000" b="1" dirty="0">
                <a:solidFill>
                  <a:srgbClr val="FF0000"/>
                </a:solidFill>
                <a:latin typeface="Kokila" panose="020B0604020202020204" pitchFamily="34" charset="0"/>
                <a:cs typeface="Kokila" panose="020B0604020202020204" pitchFamily="34" charset="0"/>
              </a:rPr>
              <a:t>0</a:t>
            </a:r>
            <a:r>
              <a:rPr lang="hi-IN" sz="2000" b="1" dirty="0">
                <a:latin typeface="Kokila" panose="020B0604020202020204" pitchFamily="34" charset="0"/>
                <a:cs typeface="Kokila" panose="020B0604020202020204" pitchFamily="34" charset="0"/>
              </a:rPr>
              <a:t>  </a:t>
            </a:r>
          </a:p>
          <a:p>
            <a:endParaRPr lang="en-IN" dirty="0"/>
          </a:p>
        </p:txBody>
      </p:sp>
      <p:graphicFrame>
        <p:nvGraphicFramePr>
          <p:cNvPr id="24" name="Table 23">
            <a:extLst>
              <a:ext uri="{FF2B5EF4-FFF2-40B4-BE49-F238E27FC236}">
                <a16:creationId xmlns:a16="http://schemas.microsoft.com/office/drawing/2014/main" id="{AAFB9458-F075-7F6A-DDA4-C36C8EEA5AFD}"/>
              </a:ext>
            </a:extLst>
          </p:cNvPr>
          <p:cNvGraphicFramePr>
            <a:graphicFrameLocks noGrp="1"/>
          </p:cNvGraphicFramePr>
          <p:nvPr>
            <p:extLst>
              <p:ext uri="{D42A27DB-BD31-4B8C-83A1-F6EECF244321}">
                <p14:modId xmlns:p14="http://schemas.microsoft.com/office/powerpoint/2010/main" val="544101897"/>
              </p:ext>
            </p:extLst>
          </p:nvPr>
        </p:nvGraphicFramePr>
        <p:xfrm>
          <a:off x="3794704" y="1607331"/>
          <a:ext cx="7691470" cy="1762125"/>
        </p:xfrm>
        <a:graphic>
          <a:graphicData uri="http://schemas.openxmlformats.org/drawingml/2006/table">
            <a:tbl>
              <a:tblPr firstRow="1" bandRow="1">
                <a:tableStyleId>{5C22544A-7EE6-4342-B048-85BDC9FD1C3A}</a:tableStyleId>
              </a:tblPr>
              <a:tblGrid>
                <a:gridCol w="355600">
                  <a:extLst>
                    <a:ext uri="{9D8B030D-6E8A-4147-A177-3AD203B41FA5}">
                      <a16:colId xmlns:a16="http://schemas.microsoft.com/office/drawing/2014/main" val="20000"/>
                    </a:ext>
                  </a:extLst>
                </a:gridCol>
                <a:gridCol w="692136">
                  <a:extLst>
                    <a:ext uri="{9D8B030D-6E8A-4147-A177-3AD203B41FA5}">
                      <a16:colId xmlns:a16="http://schemas.microsoft.com/office/drawing/2014/main" val="20001"/>
                    </a:ext>
                  </a:extLst>
                </a:gridCol>
                <a:gridCol w="1143008">
                  <a:extLst>
                    <a:ext uri="{9D8B030D-6E8A-4147-A177-3AD203B41FA5}">
                      <a16:colId xmlns:a16="http://schemas.microsoft.com/office/drawing/2014/main" val="20002"/>
                    </a:ext>
                  </a:extLst>
                </a:gridCol>
                <a:gridCol w="582620">
                  <a:extLst>
                    <a:ext uri="{9D8B030D-6E8A-4147-A177-3AD203B41FA5}">
                      <a16:colId xmlns:a16="http://schemas.microsoft.com/office/drawing/2014/main" val="20003"/>
                    </a:ext>
                  </a:extLst>
                </a:gridCol>
                <a:gridCol w="1131892">
                  <a:extLst>
                    <a:ext uri="{9D8B030D-6E8A-4147-A177-3AD203B41FA5}">
                      <a16:colId xmlns:a16="http://schemas.microsoft.com/office/drawing/2014/main" val="20004"/>
                    </a:ext>
                  </a:extLst>
                </a:gridCol>
                <a:gridCol w="1143008">
                  <a:extLst>
                    <a:ext uri="{9D8B030D-6E8A-4147-A177-3AD203B41FA5}">
                      <a16:colId xmlns:a16="http://schemas.microsoft.com/office/drawing/2014/main" val="20005"/>
                    </a:ext>
                  </a:extLst>
                </a:gridCol>
                <a:gridCol w="642942">
                  <a:extLst>
                    <a:ext uri="{9D8B030D-6E8A-4147-A177-3AD203B41FA5}">
                      <a16:colId xmlns:a16="http://schemas.microsoft.com/office/drawing/2014/main" val="20006"/>
                    </a:ext>
                  </a:extLst>
                </a:gridCol>
                <a:gridCol w="1000132">
                  <a:extLst>
                    <a:ext uri="{9D8B030D-6E8A-4147-A177-3AD203B41FA5}">
                      <a16:colId xmlns:a16="http://schemas.microsoft.com/office/drawing/2014/main" val="20007"/>
                    </a:ext>
                  </a:extLst>
                </a:gridCol>
                <a:gridCol w="1000132">
                  <a:extLst>
                    <a:ext uri="{9D8B030D-6E8A-4147-A177-3AD203B41FA5}">
                      <a16:colId xmlns:a16="http://schemas.microsoft.com/office/drawing/2014/main" val="20008"/>
                    </a:ext>
                  </a:extLst>
                </a:gridCol>
              </a:tblGrid>
              <a:tr h="370840">
                <a:tc>
                  <a:txBody>
                    <a:bodyPr/>
                    <a:lstStyle/>
                    <a:p>
                      <a:pPr algn="ctr" fontAlgn="ctr"/>
                      <a:r>
                        <a:rPr lang="en-US" sz="1400" b="1" i="0" u="none" strike="noStrike" dirty="0" err="1">
                          <a:solidFill>
                            <a:srgbClr val="000000"/>
                          </a:solidFill>
                          <a:latin typeface="Calibri"/>
                        </a:rPr>
                        <a:t>S.N.</a:t>
                      </a:r>
                      <a:endParaRPr lang="en-US" sz="1400" b="1" i="0" u="none" strike="noStrike" dirty="0">
                        <a:solidFill>
                          <a:srgbClr val="000000"/>
                        </a:solidFill>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dirty="0">
                          <a:solidFill>
                            <a:srgbClr val="000000"/>
                          </a:solidFill>
                          <a:latin typeface="Calibri"/>
                        </a:rPr>
                        <a:t>NAME OF DS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a:solidFill>
                            <a:srgbClr val="000000"/>
                          </a:solidFill>
                          <a:latin typeface="Calibri"/>
                        </a:rPr>
                        <a:t>DOB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dirty="0">
                          <a:solidFill>
                            <a:srgbClr val="000000"/>
                          </a:solidFill>
                          <a:latin typeface="Calibri"/>
                        </a:rPr>
                        <a:t>QUAL.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a:solidFill>
                            <a:srgbClr val="000000"/>
                          </a:solidFill>
                          <a:latin typeface="Calibri"/>
                        </a:rPr>
                        <a:t>DATE OF JOINING IN SERVICE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a:solidFill>
                            <a:srgbClr val="000000"/>
                          </a:solidFill>
                          <a:latin typeface="Calibri"/>
                        </a:rPr>
                        <a:t>DATE OF POSTING ON DS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a:solidFill>
                            <a:srgbClr val="000000"/>
                          </a:solidFill>
                          <a:latin typeface="Calibri"/>
                        </a:rPr>
                        <a:t>CAT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a:solidFill>
                            <a:srgbClr val="000000"/>
                          </a:solidFill>
                          <a:latin typeface="Calibri"/>
                        </a:rPr>
                        <a:t>ROSTER POSITION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dirty="0">
                          <a:solidFill>
                            <a:srgbClr val="000000"/>
                          </a:solidFill>
                          <a:latin typeface="Calibri"/>
                        </a:rPr>
                        <a:t>DEPUTATION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algn="ctr" fontAlgn="ctr"/>
                      <a:r>
                        <a:rPr lang="en-US" sz="1400" b="0" i="0" u="none" strike="noStrike">
                          <a:solidFill>
                            <a:srgbClr val="000000"/>
                          </a:solidFill>
                          <a:latin typeface="Calibri"/>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DS1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20-03-196472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err="1">
                          <a:solidFill>
                            <a:srgbClr val="000000"/>
                          </a:solidFill>
                          <a:latin typeface="Calibri"/>
                        </a:rPr>
                        <a:t>BSC</a:t>
                      </a:r>
                      <a:endParaRPr lang="en-US" sz="1400" b="0" i="0" u="none" strike="noStrike" dirty="0">
                        <a:solidFill>
                          <a:srgbClr val="000000"/>
                        </a:solidFill>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01-04-1994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a:solidFill>
                            <a:srgbClr val="000000"/>
                          </a:solidFill>
                          <a:latin typeface="Calibri"/>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a:solidFill>
                            <a:srgbClr val="000000"/>
                          </a:solidFill>
                          <a:latin typeface="Calibri"/>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pPr algn="ctr" fontAlgn="ctr"/>
                      <a:r>
                        <a:rPr lang="en-US" sz="1400" b="0" i="0" u="none" strike="noStrike">
                          <a:solidFill>
                            <a:srgbClr val="000000"/>
                          </a:solidFill>
                          <a:latin typeface="Calibri"/>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a:solidFill>
                            <a:srgbClr val="000000"/>
                          </a:solidFill>
                          <a:latin typeface="Calibri"/>
                        </a:rPr>
                        <a:t>DS2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12-05-1976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err="1">
                          <a:solidFill>
                            <a:srgbClr val="000000"/>
                          </a:solidFill>
                          <a:latin typeface="Calibri"/>
                        </a:rPr>
                        <a:t>BCOM</a:t>
                      </a:r>
                      <a:endParaRPr lang="en-US" sz="1400" b="0" i="0" u="none" strike="noStrike" dirty="0">
                        <a:solidFill>
                          <a:srgbClr val="000000"/>
                        </a:solidFill>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13-03-1994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400" b="0" i="0" u="none" strike="noStrike" dirty="0">
                          <a:solidFill>
                            <a:srgbClr val="000000"/>
                          </a:solidFill>
                          <a:latin typeface="Calibri"/>
                        </a:rPr>
                        <a:t>4</a:t>
                      </a:r>
                      <a:endParaRPr lang="en-US" sz="1400" b="0" i="0" u="none" strike="noStrike" dirty="0">
                        <a:solidFill>
                          <a:srgbClr val="000000"/>
                        </a:solidFill>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dirty="0">
                          <a:solidFill>
                            <a:srgbClr val="FF0000"/>
                          </a:solidFill>
                          <a:latin typeface="Calibri"/>
                        </a:rPr>
                        <a:t>15-11-2025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pPr algn="ctr" fontAlgn="ctr"/>
                      <a:r>
                        <a:rPr lang="en-US" sz="1400" b="0" i="0" u="none" strike="noStrike">
                          <a:solidFill>
                            <a:srgbClr val="000000"/>
                          </a:solidFill>
                          <a:latin typeface="Calibri"/>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a:solidFill>
                            <a:srgbClr val="000000"/>
                          </a:solidFill>
                          <a:latin typeface="Calibri"/>
                        </a:rPr>
                        <a:t>DS3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1" i="0" u="none" strike="noStrike" dirty="0">
                          <a:solidFill>
                            <a:srgbClr val="FF0000"/>
                          </a:solidFill>
                          <a:latin typeface="Calibri"/>
                        </a:rPr>
                        <a:t>09-04-1969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a:solidFill>
                            <a:srgbClr val="000000"/>
                          </a:solidFill>
                          <a:latin typeface="Calibri"/>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04-07-1994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400" b="0" i="0" u="none" strike="noStrike" dirty="0">
                          <a:solidFill>
                            <a:srgbClr val="000000"/>
                          </a:solidFill>
                          <a:latin typeface="Calibri"/>
                        </a:rPr>
                        <a:t>ST</a:t>
                      </a:r>
                      <a:endParaRPr lang="en-US" sz="1400" b="0" i="0" u="none" strike="noStrike" dirty="0">
                        <a:solidFill>
                          <a:srgbClr val="000000"/>
                        </a:solidFill>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400" b="0" i="0" u="none" strike="noStrike" dirty="0">
                          <a:solidFill>
                            <a:srgbClr val="000000"/>
                          </a:solidFill>
                          <a:latin typeface="Calibri"/>
                        </a:rPr>
                        <a:t>2</a:t>
                      </a:r>
                      <a:endParaRPr lang="en-US" sz="1400" b="0" i="0" u="none" strike="noStrike" dirty="0">
                        <a:solidFill>
                          <a:srgbClr val="000000"/>
                        </a:solidFill>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400" b="0" i="0" u="none" strike="noStrike" dirty="0">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5" name="Rounded Rectangle 21">
            <a:extLst>
              <a:ext uri="{FF2B5EF4-FFF2-40B4-BE49-F238E27FC236}">
                <a16:creationId xmlns:a16="http://schemas.microsoft.com/office/drawing/2014/main" id="{862D5EAA-1CB6-419A-BFC2-5535F9085A53}"/>
              </a:ext>
            </a:extLst>
          </p:cNvPr>
          <p:cNvSpPr/>
          <p:nvPr/>
        </p:nvSpPr>
        <p:spPr>
          <a:xfrm>
            <a:off x="3866142" y="5179231"/>
            <a:ext cx="7429552"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a:t>APPROVE</a:t>
            </a:r>
            <a:endParaRPr lang="en-IN" dirty="0"/>
          </a:p>
        </p:txBody>
      </p:sp>
      <p:pic>
        <p:nvPicPr>
          <p:cNvPr id="26" name="Picture 25" descr="green-approved-stamp-1-1024x772.png">
            <a:extLst>
              <a:ext uri="{FF2B5EF4-FFF2-40B4-BE49-F238E27FC236}">
                <a16:creationId xmlns:a16="http://schemas.microsoft.com/office/drawing/2014/main" id="{95FF0903-27D0-EEA6-C766-A13824D734DC}"/>
              </a:ext>
            </a:extLst>
          </p:cNvPr>
          <p:cNvPicPr>
            <a:picLocks noChangeAspect="1"/>
          </p:cNvPicPr>
          <p:nvPr/>
        </p:nvPicPr>
        <p:blipFill>
          <a:blip r:embed="rId2"/>
          <a:stretch>
            <a:fillRect/>
          </a:stretch>
        </p:blipFill>
        <p:spPr>
          <a:xfrm>
            <a:off x="4904399" y="1246089"/>
            <a:ext cx="5495914" cy="4143404"/>
          </a:xfrm>
          <a:prstGeom prst="rect">
            <a:avLst/>
          </a:prstGeom>
        </p:spPr>
      </p:pic>
    </p:spTree>
    <p:extLst>
      <p:ext uri="{BB962C8B-B14F-4D97-AF65-F5344CB8AC3E}">
        <p14:creationId xmlns:p14="http://schemas.microsoft.com/office/powerpoint/2010/main" val="1037252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5"/>
                                        </p:tgtEl>
                                      </p:cBhvr>
                                    </p:animEffect>
                                    <p:animScale>
                                      <p:cBhvr>
                                        <p:cTn id="7" dur="250" autoRev="1" fill="hold"/>
                                        <p:tgtEl>
                                          <p:spTgt spid="25"/>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p:cTn id="12" dur="500" fill="hold"/>
                                        <p:tgtEl>
                                          <p:spTgt spid="26"/>
                                        </p:tgtEl>
                                        <p:attrNameLst>
                                          <p:attrName>ppt_w</p:attrName>
                                        </p:attrNameLst>
                                      </p:cBhvr>
                                      <p:tavLst>
                                        <p:tav tm="0">
                                          <p:val>
                                            <p:fltVal val="0"/>
                                          </p:val>
                                        </p:tav>
                                        <p:tav tm="100000">
                                          <p:val>
                                            <p:strVal val="#ppt_w"/>
                                          </p:val>
                                        </p:tav>
                                      </p:tavLst>
                                    </p:anim>
                                    <p:anim calcmode="lin" valueType="num">
                                      <p:cBhvr>
                                        <p:cTn id="13" dur="500" fill="hold"/>
                                        <p:tgtEl>
                                          <p:spTgt spid="26"/>
                                        </p:tgtEl>
                                        <p:attrNameLst>
                                          <p:attrName>ppt_h</p:attrName>
                                        </p:attrNameLst>
                                      </p:cBhvr>
                                      <p:tavLst>
                                        <p:tav tm="0">
                                          <p:val>
                                            <p:fltVal val="0"/>
                                          </p:val>
                                        </p:tav>
                                        <p:tav tm="100000">
                                          <p:val>
                                            <p:strVal val="#ppt_h"/>
                                          </p:val>
                                        </p:tav>
                                      </p:tavLst>
                                    </p:anim>
                                    <p:animEffect transition="in" filter="fade">
                                      <p:cBhvr>
                                        <p:cTn id="1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E7CC3-6DE3-1752-A467-85E9C1D88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7D8F9B-E9BE-1B26-7FF5-AD967D970116}"/>
              </a:ext>
            </a:extLst>
          </p:cNvPr>
          <p:cNvSpPr>
            <a:spLocks noGrp="1"/>
          </p:cNvSpPr>
          <p:nvPr>
            <p:ph type="title"/>
          </p:nvPr>
        </p:nvSpPr>
        <p:spPr>
          <a:xfrm>
            <a:off x="0" y="1399032"/>
            <a:ext cx="3048000" cy="1682749"/>
          </a:xfrm>
        </p:spPr>
        <p:txBody>
          <a:bodyPr/>
          <a:lstStyle/>
          <a:p>
            <a:pPr algn="ctr">
              <a:lnSpc>
                <a:spcPct val="150000"/>
              </a:lnSpc>
            </a:pPr>
            <a:r>
              <a:rPr lang="en-IN" sz="2400" b="1" dirty="0">
                <a:effectLst>
                  <a:outerShdw blurRad="38100" dist="38100" dir="2700000" algn="tl">
                    <a:srgbClr val="000000">
                      <a:alpha val="43137"/>
                    </a:srgbClr>
                  </a:outerShdw>
                </a:effectLst>
              </a:rPr>
              <a:t>APPROVAL BY ADMINISTRATIVE HEAD </a:t>
            </a: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UPLOADING SENIORITY LIST</a:t>
            </a:r>
            <a:br>
              <a:rPr lang="en-US" sz="3200" dirty="0"/>
            </a:br>
            <a:endParaRPr lang="en-US" sz="3200" dirty="0"/>
          </a:p>
        </p:txBody>
      </p:sp>
      <p:sp>
        <p:nvSpPr>
          <p:cNvPr id="12" name="Footer Placeholder 11">
            <a:extLst>
              <a:ext uri="{FF2B5EF4-FFF2-40B4-BE49-F238E27FC236}">
                <a16:creationId xmlns:a16="http://schemas.microsoft.com/office/drawing/2014/main" id="{2298D5FF-A4C3-EE26-9CF9-6E1DC8657EFA}"/>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B0C1410A-6063-BE60-52AE-F9F953F2E1CA}"/>
              </a:ext>
            </a:extLst>
          </p:cNvPr>
          <p:cNvSpPr>
            <a:spLocks noGrp="1"/>
          </p:cNvSpPr>
          <p:nvPr>
            <p:ph type="sldNum" sz="quarter" idx="12"/>
          </p:nvPr>
        </p:nvSpPr>
        <p:spPr/>
        <p:txBody>
          <a:bodyPr/>
          <a:lstStyle/>
          <a:p>
            <a:fld id="{5BFCF61C-3B18-4C03-8326-CC3B32D710C9}" type="slidenum">
              <a:rPr lang="en-US" smtClean="0"/>
              <a:pPr/>
              <a:t>24</a:t>
            </a:fld>
            <a:endParaRPr lang="en-US" dirty="0"/>
          </a:p>
        </p:txBody>
      </p:sp>
      <p:sp>
        <p:nvSpPr>
          <p:cNvPr id="18" name="TextBox 17">
            <a:extLst>
              <a:ext uri="{FF2B5EF4-FFF2-40B4-BE49-F238E27FC236}">
                <a16:creationId xmlns:a16="http://schemas.microsoft.com/office/drawing/2014/main" id="{F14A8B94-6859-A6CF-EA08-CD9D82E2DDFD}"/>
              </a:ext>
            </a:extLst>
          </p:cNvPr>
          <p:cNvSpPr txBox="1"/>
          <p:nvPr/>
        </p:nvSpPr>
        <p:spPr>
          <a:xfrm>
            <a:off x="4104042" y="919743"/>
            <a:ext cx="7000924" cy="707886"/>
          </a:xfrm>
          <a:prstGeom prst="rect">
            <a:avLst/>
          </a:prstGeom>
          <a:noFill/>
        </p:spPr>
        <p:txBody>
          <a:bodyPr wrap="square" rtlCol="0">
            <a:spAutoFit/>
          </a:bodyPr>
          <a:lstStyle/>
          <a:p>
            <a:pPr algn="ctr"/>
            <a:r>
              <a:rPr lang="hi-IN" sz="2000" b="1" dirty="0">
                <a:latin typeface="Kokila" panose="020B0604020202020204" pitchFamily="34" charset="0"/>
                <a:cs typeface="Kokila" panose="020B0604020202020204" pitchFamily="34" charset="0"/>
              </a:rPr>
              <a:t>2026 की स्थिति में अवर सचिव की </a:t>
            </a:r>
            <a:r>
              <a:rPr lang="hi-IN" sz="2000" b="1" u="sng" dirty="0">
                <a:latin typeface="Kokila" panose="020B0604020202020204" pitchFamily="34" charset="0"/>
                <a:cs typeface="Kokila" panose="020B0604020202020204" pitchFamily="34" charset="0"/>
              </a:rPr>
              <a:t>अंतिम पदक्रम सूचि</a:t>
            </a:r>
            <a:r>
              <a:rPr lang="hi-IN" sz="2000" b="1" dirty="0">
                <a:latin typeface="Kokila" panose="020B0604020202020204" pitchFamily="34" charset="0"/>
                <a:cs typeface="Kokila" panose="020B0604020202020204" pitchFamily="34" charset="0"/>
              </a:rPr>
              <a:t> की प्रविष्टि करें अथवा 2026 की स्थिति में अवर सचिव की अंतिम पदक्रम सूचि अपलोड करें </a:t>
            </a:r>
            <a:endParaRPr lang="en-IN" sz="2000" b="1" dirty="0">
              <a:latin typeface="Kokila" panose="020B0604020202020204" pitchFamily="34" charset="0"/>
              <a:cs typeface="Kokila" panose="020B0604020202020204" pitchFamily="34" charset="0"/>
            </a:endParaRPr>
          </a:p>
        </p:txBody>
      </p:sp>
      <p:sp>
        <p:nvSpPr>
          <p:cNvPr id="19" name="TextBox 18">
            <a:extLst>
              <a:ext uri="{FF2B5EF4-FFF2-40B4-BE49-F238E27FC236}">
                <a16:creationId xmlns:a16="http://schemas.microsoft.com/office/drawing/2014/main" id="{3F1C75FF-2402-6756-761D-650FE45CA2D2}"/>
              </a:ext>
            </a:extLst>
          </p:cNvPr>
          <p:cNvSpPr txBox="1"/>
          <p:nvPr/>
        </p:nvSpPr>
        <p:spPr>
          <a:xfrm>
            <a:off x="3889728" y="4933542"/>
            <a:ext cx="6572296" cy="461665"/>
          </a:xfrm>
          <a:prstGeom prst="rect">
            <a:avLst/>
          </a:prstGeom>
          <a:noFill/>
        </p:spPr>
        <p:txBody>
          <a:bodyPr wrap="square" rtlCol="0">
            <a:spAutoFit/>
          </a:bodyPr>
          <a:lstStyle/>
          <a:p>
            <a:r>
              <a:rPr lang="hi-IN" sz="2400" b="1" dirty="0">
                <a:latin typeface="Kokila" panose="020B0604020202020204" pitchFamily="34" charset="0"/>
                <a:cs typeface="Kokila" panose="020B0604020202020204" pitchFamily="34" charset="0"/>
              </a:rPr>
              <a:t>पदोन्नति हेतु कुल विचार्य संख्या – </a:t>
            </a:r>
            <a:r>
              <a:rPr lang="hi-IN" sz="2400" b="1" dirty="0">
                <a:solidFill>
                  <a:schemeClr val="tx1">
                    <a:lumMod val="50000"/>
                    <a:lumOff val="50000"/>
                  </a:schemeClr>
                </a:solidFill>
                <a:latin typeface="Kokila" panose="020B0604020202020204" pitchFamily="34" charset="0"/>
                <a:cs typeface="Kokila" panose="020B0604020202020204" pitchFamily="34" charset="0"/>
              </a:rPr>
              <a:t>2 X 2 + 4 </a:t>
            </a:r>
            <a:r>
              <a:rPr lang="hi-IN" sz="2400" b="1" dirty="0">
                <a:latin typeface="Kokila" panose="020B0604020202020204" pitchFamily="34" charset="0"/>
                <a:cs typeface="Kokila" panose="020B0604020202020204" pitchFamily="34" charset="0"/>
              </a:rPr>
              <a:t>= 8</a:t>
            </a:r>
            <a:endParaRPr lang="en-IN" sz="2400" b="1" dirty="0">
              <a:latin typeface="Kokila" panose="020B0604020202020204" pitchFamily="34" charset="0"/>
              <a:cs typeface="Kokila" panose="020B0604020202020204" pitchFamily="34" charset="0"/>
            </a:endParaRPr>
          </a:p>
        </p:txBody>
      </p:sp>
      <p:graphicFrame>
        <p:nvGraphicFramePr>
          <p:cNvPr id="20" name="Content Placeholder 19">
            <a:extLst>
              <a:ext uri="{FF2B5EF4-FFF2-40B4-BE49-F238E27FC236}">
                <a16:creationId xmlns:a16="http://schemas.microsoft.com/office/drawing/2014/main" id="{8E6FD240-03A4-4845-F18C-6AB4C3A7BB78}"/>
              </a:ext>
            </a:extLst>
          </p:cNvPr>
          <p:cNvGraphicFramePr>
            <a:graphicFrameLocks/>
          </p:cNvGraphicFramePr>
          <p:nvPr>
            <p:extLst>
              <p:ext uri="{D42A27DB-BD31-4B8C-83A1-F6EECF244321}">
                <p14:modId xmlns:p14="http://schemas.microsoft.com/office/powerpoint/2010/main" val="441325286"/>
              </p:ext>
            </p:extLst>
          </p:nvPr>
        </p:nvGraphicFramePr>
        <p:xfrm>
          <a:off x="3484312" y="1746968"/>
          <a:ext cx="8229599" cy="3030855"/>
        </p:xfrm>
        <a:graphic>
          <a:graphicData uri="http://schemas.openxmlformats.org/drawingml/2006/table">
            <a:tbl>
              <a:tblPr firstRow="1" bandRow="1">
                <a:tableStyleId>{5C22544A-7EE6-4342-B048-85BDC9FD1C3A}</a:tableStyleId>
              </a:tblPr>
              <a:tblGrid>
                <a:gridCol w="1175657">
                  <a:extLst>
                    <a:ext uri="{9D8B030D-6E8A-4147-A177-3AD203B41FA5}">
                      <a16:colId xmlns:a16="http://schemas.microsoft.com/office/drawing/2014/main" val="20000"/>
                    </a:ext>
                  </a:extLst>
                </a:gridCol>
                <a:gridCol w="1175657">
                  <a:extLst>
                    <a:ext uri="{9D8B030D-6E8A-4147-A177-3AD203B41FA5}">
                      <a16:colId xmlns:a16="http://schemas.microsoft.com/office/drawing/2014/main" val="20001"/>
                    </a:ext>
                  </a:extLst>
                </a:gridCol>
                <a:gridCol w="1175657">
                  <a:extLst>
                    <a:ext uri="{9D8B030D-6E8A-4147-A177-3AD203B41FA5}">
                      <a16:colId xmlns:a16="http://schemas.microsoft.com/office/drawing/2014/main" val="20002"/>
                    </a:ext>
                  </a:extLst>
                </a:gridCol>
                <a:gridCol w="844976">
                  <a:extLst>
                    <a:ext uri="{9D8B030D-6E8A-4147-A177-3AD203B41FA5}">
                      <a16:colId xmlns:a16="http://schemas.microsoft.com/office/drawing/2014/main" val="20003"/>
                    </a:ext>
                  </a:extLst>
                </a:gridCol>
                <a:gridCol w="1571636">
                  <a:extLst>
                    <a:ext uri="{9D8B030D-6E8A-4147-A177-3AD203B41FA5}">
                      <a16:colId xmlns:a16="http://schemas.microsoft.com/office/drawing/2014/main" val="20004"/>
                    </a:ext>
                  </a:extLst>
                </a:gridCol>
                <a:gridCol w="1428760">
                  <a:extLst>
                    <a:ext uri="{9D8B030D-6E8A-4147-A177-3AD203B41FA5}">
                      <a16:colId xmlns:a16="http://schemas.microsoft.com/office/drawing/2014/main" val="20005"/>
                    </a:ext>
                  </a:extLst>
                </a:gridCol>
                <a:gridCol w="857256">
                  <a:extLst>
                    <a:ext uri="{9D8B030D-6E8A-4147-A177-3AD203B41FA5}">
                      <a16:colId xmlns:a16="http://schemas.microsoft.com/office/drawing/2014/main" val="20006"/>
                    </a:ext>
                  </a:extLst>
                </a:gridCol>
              </a:tblGrid>
              <a:tr h="370840">
                <a:tc>
                  <a:txBody>
                    <a:bodyPr/>
                    <a:lstStyle/>
                    <a:p>
                      <a:pPr algn="ctr" fontAlgn="ctr"/>
                      <a:r>
                        <a:rPr lang="en-US" sz="1600" b="1" i="0" u="none" strike="noStrike" dirty="0" err="1">
                          <a:solidFill>
                            <a:srgbClr val="000000"/>
                          </a:solidFill>
                          <a:latin typeface="Calibri"/>
                        </a:rPr>
                        <a:t>S.N.</a:t>
                      </a:r>
                      <a:endParaRPr lang="en-US" sz="1600" b="1" i="0" u="none" strike="noStrike" dirty="0">
                        <a:solidFill>
                          <a:srgbClr val="000000"/>
                        </a:solidFill>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1" i="0" u="none" strike="noStrike" dirty="0">
                          <a:solidFill>
                            <a:srgbClr val="000000"/>
                          </a:solidFill>
                          <a:latin typeface="Calibri"/>
                        </a:rPr>
                        <a:t>NAME OF 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1" i="0" u="none" strike="noStrike">
                          <a:solidFill>
                            <a:srgbClr val="000000"/>
                          </a:solidFill>
                          <a:latin typeface="Calibri"/>
                        </a:rPr>
                        <a:t>DOB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1" i="0" u="none" strike="noStrike">
                          <a:solidFill>
                            <a:srgbClr val="000000"/>
                          </a:solidFill>
                          <a:latin typeface="Calibri"/>
                        </a:rPr>
                        <a:t>QUAL.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1" i="0" u="none" strike="noStrike" dirty="0">
                          <a:solidFill>
                            <a:srgbClr val="000000"/>
                          </a:solidFill>
                          <a:latin typeface="Calibri"/>
                        </a:rPr>
                        <a:t>DATE OF JOINING IN SERVICE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1" i="0" u="none" strike="noStrike">
                          <a:solidFill>
                            <a:srgbClr val="000000"/>
                          </a:solidFill>
                          <a:latin typeface="Calibri"/>
                        </a:rPr>
                        <a:t>DATE OF POSTING ON 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1" i="0" u="none" strike="noStrike">
                          <a:solidFill>
                            <a:srgbClr val="000000"/>
                          </a:solidFill>
                          <a:latin typeface="Calibri"/>
                        </a:rPr>
                        <a:t>CAT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45737">
                <a:tc>
                  <a:txBody>
                    <a:bodyPr/>
                    <a:lstStyle/>
                    <a:p>
                      <a:pPr algn="ctr" fontAlgn="ctr"/>
                      <a:r>
                        <a:rPr lang="en-US" sz="1600" b="0" i="0" u="none" strike="noStrike" dirty="0">
                          <a:solidFill>
                            <a:srgbClr val="000000"/>
                          </a:solidFill>
                          <a:latin typeface="Calibri"/>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20-03-1964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01-04-1985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5248">
                <a:tc>
                  <a:txBody>
                    <a:bodyPr/>
                    <a:lstStyle/>
                    <a:p>
                      <a:pPr algn="ctr" fontAlgn="ctr"/>
                      <a:r>
                        <a:rPr lang="en-US" sz="1600" b="0" i="0" u="none" strike="noStrike">
                          <a:solidFill>
                            <a:srgbClr val="000000"/>
                          </a:solidFill>
                          <a:latin typeface="Calibri"/>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US2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12-05-1968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13-03-1986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7635">
                <a:tc>
                  <a:txBody>
                    <a:bodyPr/>
                    <a:lstStyle/>
                    <a:p>
                      <a:pPr algn="ctr" fontAlgn="ctr"/>
                      <a:r>
                        <a:rPr lang="en-US" sz="1600" b="0" i="0" u="none" strike="noStrike">
                          <a:solidFill>
                            <a:srgbClr val="000000"/>
                          </a:solidFill>
                          <a:latin typeface="Calibri"/>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09-04-1967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04-07-1986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algn="ctr" fontAlgn="ctr"/>
                      <a:r>
                        <a:rPr lang="en-US" sz="1600" b="0" i="0" u="none" strike="noStrike">
                          <a:solidFill>
                            <a:srgbClr val="000000"/>
                          </a:solidFill>
                          <a:latin typeface="Calibri"/>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11-07-1964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12-09-1987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971">
                <a:tc>
                  <a:txBody>
                    <a:bodyPr/>
                    <a:lstStyle/>
                    <a:p>
                      <a:pPr algn="ctr" fontAlgn="ctr"/>
                      <a:r>
                        <a:rPr lang="en-US" sz="1600" b="0" i="0" u="none" strike="noStrike">
                          <a:solidFill>
                            <a:srgbClr val="000000"/>
                          </a:solidFill>
                          <a:latin typeface="Calibri"/>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US5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22-05-1971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10-11-1987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0">
                <a:tc>
                  <a:txBody>
                    <a:bodyPr/>
                    <a:lstStyle/>
                    <a:p>
                      <a:pPr algn="ctr" fontAlgn="ctr"/>
                      <a:r>
                        <a:rPr lang="en-US" sz="1600" b="0" i="0" u="none" strike="noStrike">
                          <a:solidFill>
                            <a:srgbClr val="000000"/>
                          </a:solidFill>
                          <a:latin typeface="Calibri"/>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US6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16-09-1972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04-05-1988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4307">
                <a:tc>
                  <a:txBody>
                    <a:bodyPr/>
                    <a:lstStyle/>
                    <a:p>
                      <a:pPr algn="ctr" fontAlgn="ctr"/>
                      <a:r>
                        <a:rPr lang="en-US" sz="1600" b="0" i="0" u="none" strike="noStrike">
                          <a:solidFill>
                            <a:srgbClr val="000000"/>
                          </a:solidFill>
                          <a:latin typeface="Calibri"/>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US7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22-06-1969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04-05-1988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err="1">
                          <a:solidFill>
                            <a:srgbClr val="000000"/>
                          </a:solidFill>
                          <a:latin typeface="Calibri"/>
                        </a:rPr>
                        <a:t>OBC</a:t>
                      </a:r>
                      <a:endParaRPr lang="en-US" sz="1600" b="0" i="0" u="none" strike="noStrike" dirty="0">
                        <a:solidFill>
                          <a:srgbClr val="000000"/>
                        </a:solidFill>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0">
                <a:tc>
                  <a:txBody>
                    <a:bodyPr/>
                    <a:lstStyle/>
                    <a:p>
                      <a:pPr algn="ctr" fontAlgn="ctr"/>
                      <a:r>
                        <a:rPr lang="en-US" sz="1600" b="0" i="0" u="none" strike="noStrike">
                          <a:solidFill>
                            <a:srgbClr val="000000"/>
                          </a:solidFill>
                          <a:latin typeface="Calibri"/>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13-01-1970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12-07-1988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7643">
                <a:tc>
                  <a:txBody>
                    <a:bodyPr/>
                    <a:lstStyle/>
                    <a:p>
                      <a:pPr algn="ctr" fontAlgn="ctr"/>
                      <a:r>
                        <a:rPr lang="en-US" sz="1600" b="0" i="0" u="none" strike="noStrike">
                          <a:solidFill>
                            <a:srgbClr val="000000"/>
                          </a:solidFill>
                          <a:latin typeface="Calibri"/>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US9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07-12-1969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22-07-1989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0">
                <a:tc>
                  <a:txBody>
                    <a:bodyPr/>
                    <a:lstStyle/>
                    <a:p>
                      <a:pPr algn="ctr" fontAlgn="ctr"/>
                      <a:r>
                        <a:rPr lang="en-US" sz="1600" b="0" i="0" u="none" strike="noStrike">
                          <a:solidFill>
                            <a:srgbClr val="000000"/>
                          </a:solidFill>
                          <a:latin typeface="Calibri"/>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US10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21-08-1971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BCOM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10-01-1990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0000"/>
                          </a:solidFill>
                          <a:latin typeface="Calibri"/>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0000"/>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21" name="Content Placeholder 19">
            <a:extLst>
              <a:ext uri="{FF2B5EF4-FFF2-40B4-BE49-F238E27FC236}">
                <a16:creationId xmlns:a16="http://schemas.microsoft.com/office/drawing/2014/main" id="{520D9EAA-B234-8A68-1DAF-2A095972A972}"/>
              </a:ext>
            </a:extLst>
          </p:cNvPr>
          <p:cNvGraphicFramePr>
            <a:graphicFrameLocks/>
          </p:cNvGraphicFramePr>
          <p:nvPr>
            <p:extLst>
              <p:ext uri="{D42A27DB-BD31-4B8C-83A1-F6EECF244321}">
                <p14:modId xmlns:p14="http://schemas.microsoft.com/office/powerpoint/2010/main" val="1741831734"/>
              </p:ext>
            </p:extLst>
          </p:nvPr>
        </p:nvGraphicFramePr>
        <p:xfrm>
          <a:off x="3476671" y="1745870"/>
          <a:ext cx="8229599" cy="3030855"/>
        </p:xfrm>
        <a:graphic>
          <a:graphicData uri="http://schemas.openxmlformats.org/drawingml/2006/table">
            <a:tbl>
              <a:tblPr firstRow="1" bandRow="1">
                <a:tableStyleId>{5C22544A-7EE6-4342-B048-85BDC9FD1C3A}</a:tableStyleId>
              </a:tblPr>
              <a:tblGrid>
                <a:gridCol w="1175657">
                  <a:extLst>
                    <a:ext uri="{9D8B030D-6E8A-4147-A177-3AD203B41FA5}">
                      <a16:colId xmlns:a16="http://schemas.microsoft.com/office/drawing/2014/main" val="20000"/>
                    </a:ext>
                  </a:extLst>
                </a:gridCol>
                <a:gridCol w="1175657">
                  <a:extLst>
                    <a:ext uri="{9D8B030D-6E8A-4147-A177-3AD203B41FA5}">
                      <a16:colId xmlns:a16="http://schemas.microsoft.com/office/drawing/2014/main" val="20001"/>
                    </a:ext>
                  </a:extLst>
                </a:gridCol>
                <a:gridCol w="1175657">
                  <a:extLst>
                    <a:ext uri="{9D8B030D-6E8A-4147-A177-3AD203B41FA5}">
                      <a16:colId xmlns:a16="http://schemas.microsoft.com/office/drawing/2014/main" val="20002"/>
                    </a:ext>
                  </a:extLst>
                </a:gridCol>
                <a:gridCol w="844976">
                  <a:extLst>
                    <a:ext uri="{9D8B030D-6E8A-4147-A177-3AD203B41FA5}">
                      <a16:colId xmlns:a16="http://schemas.microsoft.com/office/drawing/2014/main" val="20003"/>
                    </a:ext>
                  </a:extLst>
                </a:gridCol>
                <a:gridCol w="1571636">
                  <a:extLst>
                    <a:ext uri="{9D8B030D-6E8A-4147-A177-3AD203B41FA5}">
                      <a16:colId xmlns:a16="http://schemas.microsoft.com/office/drawing/2014/main" val="20004"/>
                    </a:ext>
                  </a:extLst>
                </a:gridCol>
                <a:gridCol w="1428760">
                  <a:extLst>
                    <a:ext uri="{9D8B030D-6E8A-4147-A177-3AD203B41FA5}">
                      <a16:colId xmlns:a16="http://schemas.microsoft.com/office/drawing/2014/main" val="20005"/>
                    </a:ext>
                  </a:extLst>
                </a:gridCol>
                <a:gridCol w="857256">
                  <a:extLst>
                    <a:ext uri="{9D8B030D-6E8A-4147-A177-3AD203B41FA5}">
                      <a16:colId xmlns:a16="http://schemas.microsoft.com/office/drawing/2014/main" val="20006"/>
                    </a:ext>
                  </a:extLst>
                </a:gridCol>
              </a:tblGrid>
              <a:tr h="370840">
                <a:tc>
                  <a:txBody>
                    <a:bodyPr/>
                    <a:lstStyle/>
                    <a:p>
                      <a:pPr algn="ctr" fontAlgn="ctr"/>
                      <a:r>
                        <a:rPr lang="en-US" sz="1600" b="1" i="0" u="none" strike="noStrike" dirty="0" err="1">
                          <a:solidFill>
                            <a:srgbClr val="000000"/>
                          </a:solidFill>
                          <a:latin typeface="Calibri"/>
                        </a:rPr>
                        <a:t>S.N.</a:t>
                      </a:r>
                      <a:endParaRPr lang="en-US" sz="1600" b="1" i="0" u="none" strike="noStrike" dirty="0">
                        <a:solidFill>
                          <a:srgbClr val="000000"/>
                        </a:solidFill>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i="0" u="none" strike="noStrike" dirty="0">
                          <a:solidFill>
                            <a:srgbClr val="000000"/>
                          </a:solidFill>
                          <a:latin typeface="Calibri"/>
                        </a:rPr>
                        <a:t>NAME OF 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i="0" u="none" strike="noStrike">
                          <a:solidFill>
                            <a:srgbClr val="000000"/>
                          </a:solidFill>
                          <a:latin typeface="Calibri"/>
                        </a:rPr>
                        <a:t>DOB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i="0" u="none" strike="noStrike">
                          <a:solidFill>
                            <a:srgbClr val="000000"/>
                          </a:solidFill>
                          <a:latin typeface="Calibri"/>
                        </a:rPr>
                        <a:t>QUAL.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i="0" u="none" strike="noStrike" dirty="0">
                          <a:solidFill>
                            <a:srgbClr val="000000"/>
                          </a:solidFill>
                          <a:latin typeface="Calibri"/>
                        </a:rPr>
                        <a:t>DATE OF JOINING IN SERVICE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i="0" u="none" strike="noStrike" dirty="0">
                          <a:solidFill>
                            <a:srgbClr val="000000"/>
                          </a:solidFill>
                          <a:latin typeface="Calibri"/>
                        </a:rPr>
                        <a:t>DATE OF POSTING ON 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i="0" u="none" strike="noStrike">
                          <a:solidFill>
                            <a:srgbClr val="000000"/>
                          </a:solidFill>
                          <a:latin typeface="Calibri"/>
                        </a:rPr>
                        <a:t>CAT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45737">
                <a:tc>
                  <a:txBody>
                    <a:bodyPr/>
                    <a:lstStyle/>
                    <a:p>
                      <a:pPr algn="ctr" fontAlgn="ctr"/>
                      <a:r>
                        <a:rPr lang="en-US" sz="1600" b="0" i="0" u="none" strike="noStrike" dirty="0">
                          <a:solidFill>
                            <a:srgbClr val="00B050"/>
                          </a:solidFill>
                          <a:latin typeface="Calibri"/>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20-03-1972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00B050"/>
                          </a:solidFill>
                          <a:latin typeface="Calibri"/>
                          <a:ea typeface="+mn-ea"/>
                          <a:cs typeface="+mn-cs"/>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01-04-1993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5248">
                <a:tc>
                  <a:txBody>
                    <a:bodyPr/>
                    <a:lstStyle/>
                    <a:p>
                      <a:pPr algn="ctr" fontAlgn="ctr"/>
                      <a:r>
                        <a:rPr lang="en-US" sz="1600" b="0" i="0" u="none" strike="noStrike" dirty="0">
                          <a:solidFill>
                            <a:srgbClr val="00B050"/>
                          </a:solidFill>
                          <a:latin typeface="Calibri"/>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US2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12-05-1974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00B050"/>
                          </a:solidFill>
                          <a:latin typeface="Calibri"/>
                          <a:ea typeface="+mn-ea"/>
                          <a:cs typeface="+mn-cs"/>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13-03-1994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B050"/>
                          </a:solidFill>
                          <a:latin typeface="Calibri"/>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7635">
                <a:tc>
                  <a:txBody>
                    <a:bodyPr/>
                    <a:lstStyle/>
                    <a:p>
                      <a:pPr algn="ctr" fontAlgn="ctr"/>
                      <a:r>
                        <a:rPr lang="en-US" sz="1600" b="0" i="0" u="none" strike="noStrike">
                          <a:solidFill>
                            <a:srgbClr val="00B050"/>
                          </a:solidFill>
                          <a:latin typeface="Calibri"/>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09-04-1975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00B050"/>
                          </a:solidFill>
                          <a:latin typeface="Calibri"/>
                          <a:ea typeface="+mn-ea"/>
                          <a:cs typeface="+mn-cs"/>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04-07-1994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B050"/>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algn="ctr" fontAlgn="ctr"/>
                      <a:r>
                        <a:rPr lang="en-US" sz="1600" b="0" i="0" u="none" strike="noStrike">
                          <a:solidFill>
                            <a:srgbClr val="00B050"/>
                          </a:solidFill>
                          <a:latin typeface="Calibri"/>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11-07-1972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err="1">
                          <a:solidFill>
                            <a:srgbClr val="00B050"/>
                          </a:solidFill>
                          <a:latin typeface="Calibri"/>
                          <a:ea typeface="+mn-ea"/>
                          <a:cs typeface="+mn-cs"/>
                        </a:rPr>
                        <a:t>MSC</a:t>
                      </a:r>
                      <a:endParaRPr kumimoji="0" lang="en-US" sz="1600" b="0" i="0" u="none" strike="noStrike" kern="1200" dirty="0">
                        <a:solidFill>
                          <a:srgbClr val="00B050"/>
                        </a:solidFill>
                        <a:latin typeface="Calibri"/>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12-09-1995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B050"/>
                          </a:solidFill>
                          <a:latin typeface="Calibri"/>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971">
                <a:tc>
                  <a:txBody>
                    <a:bodyPr/>
                    <a:lstStyle/>
                    <a:p>
                      <a:pPr algn="ctr" fontAlgn="ctr"/>
                      <a:r>
                        <a:rPr lang="en-US" sz="1600" b="0" i="0" u="none" strike="noStrike">
                          <a:solidFill>
                            <a:srgbClr val="00B050"/>
                          </a:solidFill>
                          <a:latin typeface="Calibri"/>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B050"/>
                          </a:solidFill>
                          <a:latin typeface="Calibri"/>
                        </a:rPr>
                        <a:t>US5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22-05-1979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00B050"/>
                          </a:solidFill>
                          <a:latin typeface="Calibri"/>
                          <a:ea typeface="+mn-ea"/>
                          <a:cs typeface="+mn-cs"/>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10-11-1995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10-05-2018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B050"/>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0">
                <a:tc>
                  <a:txBody>
                    <a:bodyPr/>
                    <a:lstStyle/>
                    <a:p>
                      <a:pPr algn="ctr" fontAlgn="ctr"/>
                      <a:r>
                        <a:rPr lang="en-US" sz="1600" b="0" i="0" u="none" strike="noStrike">
                          <a:solidFill>
                            <a:srgbClr val="00B050"/>
                          </a:solidFill>
                          <a:latin typeface="Calibri"/>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B050"/>
                          </a:solidFill>
                          <a:latin typeface="Calibri"/>
                        </a:rPr>
                        <a:t>US6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16-09-1980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00B050"/>
                          </a:solidFill>
                          <a:latin typeface="Calibri"/>
                          <a:ea typeface="+mn-ea"/>
                          <a:cs typeface="+mn-cs"/>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04-05-1996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10-05-2018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B050"/>
                          </a:solidFill>
                          <a:latin typeface="Calibri"/>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4307">
                <a:tc>
                  <a:txBody>
                    <a:bodyPr/>
                    <a:lstStyle/>
                    <a:p>
                      <a:pPr algn="ctr" fontAlgn="ctr"/>
                      <a:r>
                        <a:rPr lang="en-US" sz="1600" b="0" i="0" u="none" strike="noStrike">
                          <a:solidFill>
                            <a:srgbClr val="00B050"/>
                          </a:solidFill>
                          <a:latin typeface="Calibri"/>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a:solidFill>
                            <a:srgbClr val="00B050"/>
                          </a:solidFill>
                          <a:latin typeface="Calibri"/>
                        </a:rPr>
                        <a:t>US7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22-06-1977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a:solidFill>
                            <a:srgbClr val="00B050"/>
                          </a:solidFill>
                          <a:latin typeface="Calibri"/>
                          <a:ea typeface="+mn-ea"/>
                          <a:cs typeface="+mn-cs"/>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04-05-1996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10-05-2018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err="1">
                          <a:solidFill>
                            <a:srgbClr val="00B050"/>
                          </a:solidFill>
                          <a:latin typeface="Calibri"/>
                        </a:rPr>
                        <a:t>OBC</a:t>
                      </a:r>
                      <a:endParaRPr lang="en-US" sz="1600" b="0" i="0" u="none" strike="noStrike" dirty="0">
                        <a:solidFill>
                          <a:srgbClr val="00B050"/>
                        </a:solidFill>
                        <a:latin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0">
                <a:tc>
                  <a:txBody>
                    <a:bodyPr/>
                    <a:lstStyle/>
                    <a:p>
                      <a:pPr algn="ctr" fontAlgn="ctr"/>
                      <a:r>
                        <a:rPr lang="en-US" sz="1600" b="0" i="0" u="none" strike="noStrike">
                          <a:solidFill>
                            <a:srgbClr val="00B050"/>
                          </a:solidFill>
                          <a:latin typeface="Calibri"/>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13-01-1978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err="1">
                          <a:solidFill>
                            <a:srgbClr val="00B050"/>
                          </a:solidFill>
                          <a:latin typeface="Calibri"/>
                          <a:ea typeface="+mn-ea"/>
                          <a:cs typeface="+mn-cs"/>
                        </a:rPr>
                        <a:t>MCOM</a:t>
                      </a:r>
                      <a:endParaRPr kumimoji="0" lang="en-US" sz="1600" b="0" i="0" u="none" strike="noStrike" kern="1200" dirty="0">
                        <a:solidFill>
                          <a:srgbClr val="00B050"/>
                        </a:solidFill>
                        <a:latin typeface="Calibri"/>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12-07-1996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00B050"/>
                          </a:solidFill>
                          <a:latin typeface="Calibri"/>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7643">
                <a:tc>
                  <a:txBody>
                    <a:bodyPr/>
                    <a:lstStyle/>
                    <a:p>
                      <a:pPr algn="ctr" fontAlgn="ctr"/>
                      <a:r>
                        <a:rPr lang="en-US" sz="1600" b="0" i="0" u="none" strike="noStrike" dirty="0">
                          <a:solidFill>
                            <a:srgbClr val="E71D57"/>
                          </a:solidFill>
                          <a:latin typeface="Calibri"/>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US9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07-12-1977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err="1">
                          <a:solidFill>
                            <a:srgbClr val="E71D57"/>
                          </a:solidFill>
                          <a:latin typeface="Calibri"/>
                          <a:ea typeface="+mn-ea"/>
                          <a:cs typeface="+mn-cs"/>
                        </a:rPr>
                        <a:t>BSC</a:t>
                      </a:r>
                      <a:endParaRPr kumimoji="0" lang="en-US" sz="1600" b="0" i="0" u="none" strike="noStrike" kern="1200" dirty="0">
                        <a:solidFill>
                          <a:srgbClr val="E71D57"/>
                        </a:solidFill>
                        <a:latin typeface="Calibri"/>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22-07-1997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0">
                <a:tc>
                  <a:txBody>
                    <a:bodyPr/>
                    <a:lstStyle/>
                    <a:p>
                      <a:pPr algn="ctr" fontAlgn="ctr"/>
                      <a:r>
                        <a:rPr lang="en-US" sz="1600" b="0" i="0" u="none" strike="noStrike">
                          <a:solidFill>
                            <a:srgbClr val="E71D57"/>
                          </a:solidFill>
                          <a:latin typeface="Calibri"/>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US10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21-08-1978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kumimoji="0" lang="en-US" sz="1600" b="0" i="0" u="none" strike="noStrike" kern="1200" dirty="0" err="1">
                          <a:solidFill>
                            <a:srgbClr val="E71D57"/>
                          </a:solidFill>
                          <a:latin typeface="Calibri"/>
                          <a:ea typeface="+mn-ea"/>
                          <a:cs typeface="+mn-cs"/>
                        </a:rPr>
                        <a:t>BCOM</a:t>
                      </a:r>
                      <a:endParaRPr kumimoji="0" lang="en-US" sz="1600" b="0" i="0" u="none" strike="noStrike" kern="1200" dirty="0">
                        <a:solidFill>
                          <a:srgbClr val="E71D57"/>
                        </a:solidFill>
                        <a:latin typeface="Calibri"/>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10-01-1998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600" b="0" i="0" u="none" strike="noStrike" dirty="0">
                          <a:solidFill>
                            <a:srgbClr val="E71D57"/>
                          </a:solidFill>
                          <a:latin typeface="Calibri"/>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sp>
        <p:nvSpPr>
          <p:cNvPr id="22" name="Rounded Rectangle 18">
            <a:extLst>
              <a:ext uri="{FF2B5EF4-FFF2-40B4-BE49-F238E27FC236}">
                <a16:creationId xmlns:a16="http://schemas.microsoft.com/office/drawing/2014/main" id="{7BAD836E-1789-98D6-8DF9-E33229EB3FC4}"/>
              </a:ext>
            </a:extLst>
          </p:cNvPr>
          <p:cNvSpPr/>
          <p:nvPr/>
        </p:nvSpPr>
        <p:spPr>
          <a:xfrm>
            <a:off x="3912940" y="5331838"/>
            <a:ext cx="7429552"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a:t>APPROVE</a:t>
            </a:r>
            <a:endParaRPr lang="en-IN" dirty="0"/>
          </a:p>
        </p:txBody>
      </p:sp>
      <p:pic>
        <p:nvPicPr>
          <p:cNvPr id="23" name="Picture 22" descr="green-approved-stamp-1-1024x772.png">
            <a:extLst>
              <a:ext uri="{FF2B5EF4-FFF2-40B4-BE49-F238E27FC236}">
                <a16:creationId xmlns:a16="http://schemas.microsoft.com/office/drawing/2014/main" id="{4E6995A7-F4FA-6FF2-C8BA-4605436DD7AA}"/>
              </a:ext>
            </a:extLst>
          </p:cNvPr>
          <p:cNvPicPr>
            <a:picLocks noChangeAspect="1"/>
          </p:cNvPicPr>
          <p:nvPr/>
        </p:nvPicPr>
        <p:blipFill>
          <a:blip r:embed="rId3"/>
          <a:stretch>
            <a:fillRect/>
          </a:stretch>
        </p:blipFill>
        <p:spPr>
          <a:xfrm>
            <a:off x="4851154" y="1110575"/>
            <a:ext cx="5495914" cy="4143404"/>
          </a:xfrm>
          <a:prstGeom prst="rect">
            <a:avLst/>
          </a:prstGeom>
        </p:spPr>
      </p:pic>
    </p:spTree>
    <p:extLst>
      <p:ext uri="{BB962C8B-B14F-4D97-AF65-F5344CB8AC3E}">
        <p14:creationId xmlns:p14="http://schemas.microsoft.com/office/powerpoint/2010/main" val="190084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2"/>
                                        </p:tgtEl>
                                      </p:cBhvr>
                                    </p:animEffect>
                                    <p:animScale>
                                      <p:cBhvr>
                                        <p:cTn id="7" dur="250" autoRev="1" fill="hold"/>
                                        <p:tgtEl>
                                          <p:spTgt spid="2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p:cTn id="12" dur="500" fill="hold"/>
                                        <p:tgtEl>
                                          <p:spTgt spid="23"/>
                                        </p:tgtEl>
                                        <p:attrNameLst>
                                          <p:attrName>ppt_w</p:attrName>
                                        </p:attrNameLst>
                                      </p:cBhvr>
                                      <p:tavLst>
                                        <p:tav tm="0">
                                          <p:val>
                                            <p:fltVal val="0"/>
                                          </p:val>
                                        </p:tav>
                                        <p:tav tm="100000">
                                          <p:val>
                                            <p:strVal val="#ppt_w"/>
                                          </p:val>
                                        </p:tav>
                                      </p:tavLst>
                                    </p:anim>
                                    <p:anim calcmode="lin" valueType="num">
                                      <p:cBhvr>
                                        <p:cTn id="13" dur="500" fill="hold"/>
                                        <p:tgtEl>
                                          <p:spTgt spid="23"/>
                                        </p:tgtEl>
                                        <p:attrNameLst>
                                          <p:attrName>ppt_h</p:attrName>
                                        </p:attrNameLst>
                                      </p:cBhvr>
                                      <p:tavLst>
                                        <p:tav tm="0">
                                          <p:val>
                                            <p:fltVal val="0"/>
                                          </p:val>
                                        </p:tav>
                                        <p:tav tm="100000">
                                          <p:val>
                                            <p:strVal val="#ppt_h"/>
                                          </p:val>
                                        </p:tav>
                                      </p:tavLst>
                                    </p:anim>
                                    <p:animEffect transition="in" filter="fade">
                                      <p:cBhvr>
                                        <p:cTn id="1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44E62-5839-E182-F684-52229B017E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51AA07-3E2D-5A3D-1FBD-804ACF95E3F3}"/>
              </a:ext>
            </a:extLst>
          </p:cNvPr>
          <p:cNvSpPr>
            <a:spLocks noGrp="1"/>
          </p:cNvSpPr>
          <p:nvPr>
            <p:ph type="title"/>
          </p:nvPr>
        </p:nvSpPr>
        <p:spPr>
          <a:xfrm>
            <a:off x="0" y="1399032"/>
            <a:ext cx="3048000" cy="1682749"/>
          </a:xfrm>
        </p:spPr>
        <p:txBody>
          <a:bodyPr/>
          <a:lstStyle/>
          <a:p>
            <a:pPr algn="ctr">
              <a:lnSpc>
                <a:spcPct val="150000"/>
              </a:lnSpc>
            </a:pPr>
            <a:r>
              <a:rPr lang="en-IN" sz="2400" b="1" dirty="0">
                <a:effectLst>
                  <a:outerShdw blurRad="38100" dist="38100" dir="2700000" algn="tl">
                    <a:srgbClr val="000000">
                      <a:alpha val="43137"/>
                    </a:srgbClr>
                  </a:outerShdw>
                </a:effectLst>
              </a:rPr>
              <a:t>APPROVAL BY ADMINISTRATIVE HEAD </a:t>
            </a:r>
            <a:br>
              <a:rPr lang="en-IN" sz="2400" b="1" dirty="0">
                <a:effectLst>
                  <a:outerShdw blurRad="38100" dist="38100" dir="2700000" algn="tl">
                    <a:srgbClr val="000000">
                      <a:alpha val="43137"/>
                    </a:srgbClr>
                  </a:outerShdw>
                </a:effectLst>
              </a:rPr>
            </a:br>
            <a:r>
              <a:rPr lang="hi-IN" sz="2400" b="1" dirty="0">
                <a:solidFill>
                  <a:schemeClr val="accent3">
                    <a:lumMod val="50000"/>
                  </a:schemeClr>
                </a:solidFill>
                <a:effectLst>
                  <a:outerShdw blurRad="38100" dist="38100" dir="2700000" algn="tl">
                    <a:srgbClr val="000000">
                      <a:alpha val="43137"/>
                    </a:srgbClr>
                  </a:outerShdw>
                </a:effectLst>
              </a:rPr>
              <a:t>UPLOADING TABULATION CHART</a:t>
            </a:r>
            <a:br>
              <a:rPr lang="en-US" sz="3200" dirty="0"/>
            </a:br>
            <a:endParaRPr lang="en-US" sz="3200" dirty="0"/>
          </a:p>
        </p:txBody>
      </p:sp>
      <p:sp>
        <p:nvSpPr>
          <p:cNvPr id="12" name="Footer Placeholder 11">
            <a:extLst>
              <a:ext uri="{FF2B5EF4-FFF2-40B4-BE49-F238E27FC236}">
                <a16:creationId xmlns:a16="http://schemas.microsoft.com/office/drawing/2014/main" id="{961FEB33-28CD-AE59-3DD0-9BBF57EBFABA}"/>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96B87FF8-613E-D974-6781-747C0EA981F0}"/>
              </a:ext>
            </a:extLst>
          </p:cNvPr>
          <p:cNvSpPr>
            <a:spLocks noGrp="1"/>
          </p:cNvSpPr>
          <p:nvPr>
            <p:ph type="sldNum" sz="quarter" idx="12"/>
          </p:nvPr>
        </p:nvSpPr>
        <p:spPr/>
        <p:txBody>
          <a:bodyPr/>
          <a:lstStyle/>
          <a:p>
            <a:fld id="{5BFCF61C-3B18-4C03-8326-CC3B32D710C9}" type="slidenum">
              <a:rPr lang="en-US" smtClean="0"/>
              <a:pPr/>
              <a:t>25</a:t>
            </a:fld>
            <a:endParaRPr lang="en-US" dirty="0"/>
          </a:p>
        </p:txBody>
      </p:sp>
      <p:sp>
        <p:nvSpPr>
          <p:cNvPr id="38" name="TextBox 37">
            <a:extLst>
              <a:ext uri="{FF2B5EF4-FFF2-40B4-BE49-F238E27FC236}">
                <a16:creationId xmlns:a16="http://schemas.microsoft.com/office/drawing/2014/main" id="{428D0793-6D4A-9DEA-A728-09DF7DDFDD8E}"/>
              </a:ext>
            </a:extLst>
          </p:cNvPr>
          <p:cNvSpPr txBox="1"/>
          <p:nvPr/>
        </p:nvSpPr>
        <p:spPr>
          <a:xfrm>
            <a:off x="3389726" y="763775"/>
            <a:ext cx="8286808" cy="461665"/>
          </a:xfrm>
          <a:prstGeom prst="rect">
            <a:avLst/>
          </a:prstGeom>
          <a:noFill/>
        </p:spPr>
        <p:txBody>
          <a:bodyPr wrap="square" rtlCol="0">
            <a:spAutoFit/>
          </a:bodyPr>
          <a:lstStyle/>
          <a:p>
            <a:pPr algn="ctr"/>
            <a:r>
              <a:rPr lang="hi-IN" sz="2400" b="1" dirty="0">
                <a:latin typeface="Kokila" panose="020B0604020202020204" pitchFamily="34" charset="0"/>
                <a:cs typeface="Kokila" panose="020B0604020202020204" pitchFamily="34" charset="0"/>
              </a:rPr>
              <a:t>2026 की स्थिति में अवर सचिवों के मूल्यान्कन पत्रक अपलोड/प्रविष्ट करें अथवा 2026</a:t>
            </a:r>
            <a:endParaRPr lang="en-IN" sz="2400" b="1" dirty="0">
              <a:latin typeface="Kokila" panose="020B0604020202020204" pitchFamily="34" charset="0"/>
              <a:cs typeface="Kokila" panose="020B0604020202020204" pitchFamily="34" charset="0"/>
            </a:endParaRPr>
          </a:p>
        </p:txBody>
      </p:sp>
      <p:sp>
        <p:nvSpPr>
          <p:cNvPr id="39" name="TextBox 38">
            <a:extLst>
              <a:ext uri="{FF2B5EF4-FFF2-40B4-BE49-F238E27FC236}">
                <a16:creationId xmlns:a16="http://schemas.microsoft.com/office/drawing/2014/main" id="{2745C48E-2C79-D2ED-B392-120C645D00D1}"/>
              </a:ext>
            </a:extLst>
          </p:cNvPr>
          <p:cNvSpPr txBox="1"/>
          <p:nvPr/>
        </p:nvSpPr>
        <p:spPr>
          <a:xfrm>
            <a:off x="4246982" y="1573735"/>
            <a:ext cx="6572296" cy="369332"/>
          </a:xfrm>
          <a:prstGeom prst="rect">
            <a:avLst/>
          </a:prstGeom>
          <a:noFill/>
        </p:spPr>
        <p:txBody>
          <a:bodyPr wrap="square" rtlCol="0">
            <a:spAutoFit/>
          </a:bodyPr>
          <a:lstStyle/>
          <a:p>
            <a:pPr algn="ctr"/>
            <a:r>
              <a:rPr lang="hi-IN" dirty="0"/>
              <a:t>पदोन्नति हेतु कुल विचार्य संख्या –</a:t>
            </a:r>
            <a:r>
              <a:rPr lang="hi-IN" b="1" dirty="0"/>
              <a:t> </a:t>
            </a:r>
            <a:r>
              <a:rPr lang="hi-IN" b="1" dirty="0">
                <a:solidFill>
                  <a:schemeClr val="tx1">
                    <a:lumMod val="50000"/>
                    <a:lumOff val="50000"/>
                  </a:schemeClr>
                </a:solidFill>
              </a:rPr>
              <a:t>2 X 2 + 4 </a:t>
            </a:r>
            <a:r>
              <a:rPr lang="hi-IN" b="1" dirty="0"/>
              <a:t>= 8</a:t>
            </a:r>
            <a:endParaRPr lang="en-IN" b="1" dirty="0"/>
          </a:p>
        </p:txBody>
      </p:sp>
      <p:graphicFrame>
        <p:nvGraphicFramePr>
          <p:cNvPr id="40" name="Table 39">
            <a:extLst>
              <a:ext uri="{FF2B5EF4-FFF2-40B4-BE49-F238E27FC236}">
                <a16:creationId xmlns:a16="http://schemas.microsoft.com/office/drawing/2014/main" id="{A81099EC-2722-0B38-71E0-2D354D5A2276}"/>
              </a:ext>
            </a:extLst>
          </p:cNvPr>
          <p:cNvGraphicFramePr>
            <a:graphicFrameLocks noGrp="1"/>
          </p:cNvGraphicFramePr>
          <p:nvPr>
            <p:extLst>
              <p:ext uri="{D42A27DB-BD31-4B8C-83A1-F6EECF244321}">
                <p14:modId xmlns:p14="http://schemas.microsoft.com/office/powerpoint/2010/main" val="2468282884"/>
              </p:ext>
            </p:extLst>
          </p:nvPr>
        </p:nvGraphicFramePr>
        <p:xfrm>
          <a:off x="3138025" y="1399032"/>
          <a:ext cx="8968203" cy="3651023"/>
        </p:xfrm>
        <a:graphic>
          <a:graphicData uri="http://schemas.openxmlformats.org/drawingml/2006/table">
            <a:tbl>
              <a:tblPr firstRow="1" bandRow="1">
                <a:tableStyleId>{5C22544A-7EE6-4342-B048-85BDC9FD1C3A}</a:tableStyleId>
              </a:tblPr>
              <a:tblGrid>
                <a:gridCol w="255648">
                  <a:extLst>
                    <a:ext uri="{9D8B030D-6E8A-4147-A177-3AD203B41FA5}">
                      <a16:colId xmlns:a16="http://schemas.microsoft.com/office/drawing/2014/main" val="20000"/>
                    </a:ext>
                  </a:extLst>
                </a:gridCol>
                <a:gridCol w="571504">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642942">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428628">
                  <a:extLst>
                    <a:ext uri="{9D8B030D-6E8A-4147-A177-3AD203B41FA5}">
                      <a16:colId xmlns:a16="http://schemas.microsoft.com/office/drawing/2014/main" val="20005"/>
                    </a:ext>
                  </a:extLst>
                </a:gridCol>
                <a:gridCol w="428628">
                  <a:extLst>
                    <a:ext uri="{9D8B030D-6E8A-4147-A177-3AD203B41FA5}">
                      <a16:colId xmlns:a16="http://schemas.microsoft.com/office/drawing/2014/main" val="20006"/>
                    </a:ext>
                  </a:extLst>
                </a:gridCol>
                <a:gridCol w="342900">
                  <a:extLst>
                    <a:ext uri="{9D8B030D-6E8A-4147-A177-3AD203B41FA5}">
                      <a16:colId xmlns:a16="http://schemas.microsoft.com/office/drawing/2014/main" val="20007"/>
                    </a:ext>
                  </a:extLst>
                </a:gridCol>
                <a:gridCol w="342900">
                  <a:extLst>
                    <a:ext uri="{9D8B030D-6E8A-4147-A177-3AD203B41FA5}">
                      <a16:colId xmlns:a16="http://schemas.microsoft.com/office/drawing/2014/main" val="20008"/>
                    </a:ext>
                  </a:extLst>
                </a:gridCol>
                <a:gridCol w="342900">
                  <a:extLst>
                    <a:ext uri="{9D8B030D-6E8A-4147-A177-3AD203B41FA5}">
                      <a16:colId xmlns:a16="http://schemas.microsoft.com/office/drawing/2014/main" val="20009"/>
                    </a:ext>
                  </a:extLst>
                </a:gridCol>
                <a:gridCol w="342900">
                  <a:extLst>
                    <a:ext uri="{9D8B030D-6E8A-4147-A177-3AD203B41FA5}">
                      <a16:colId xmlns:a16="http://schemas.microsoft.com/office/drawing/2014/main" val="20010"/>
                    </a:ext>
                  </a:extLst>
                </a:gridCol>
                <a:gridCol w="271474">
                  <a:extLst>
                    <a:ext uri="{9D8B030D-6E8A-4147-A177-3AD203B41FA5}">
                      <a16:colId xmlns:a16="http://schemas.microsoft.com/office/drawing/2014/main" val="20011"/>
                    </a:ext>
                  </a:extLst>
                </a:gridCol>
                <a:gridCol w="355918">
                  <a:extLst>
                    <a:ext uri="{9D8B030D-6E8A-4147-A177-3AD203B41FA5}">
                      <a16:colId xmlns:a16="http://schemas.microsoft.com/office/drawing/2014/main" val="20012"/>
                    </a:ext>
                  </a:extLst>
                </a:gridCol>
                <a:gridCol w="355918">
                  <a:extLst>
                    <a:ext uri="{9D8B030D-6E8A-4147-A177-3AD203B41FA5}">
                      <a16:colId xmlns:a16="http://schemas.microsoft.com/office/drawing/2014/main" val="20013"/>
                    </a:ext>
                  </a:extLst>
                </a:gridCol>
                <a:gridCol w="355918">
                  <a:extLst>
                    <a:ext uri="{9D8B030D-6E8A-4147-A177-3AD203B41FA5}">
                      <a16:colId xmlns:a16="http://schemas.microsoft.com/office/drawing/2014/main" val="20014"/>
                    </a:ext>
                  </a:extLst>
                </a:gridCol>
                <a:gridCol w="355918">
                  <a:extLst>
                    <a:ext uri="{9D8B030D-6E8A-4147-A177-3AD203B41FA5}">
                      <a16:colId xmlns:a16="http://schemas.microsoft.com/office/drawing/2014/main" val="20015"/>
                    </a:ext>
                  </a:extLst>
                </a:gridCol>
                <a:gridCol w="355918">
                  <a:extLst>
                    <a:ext uri="{9D8B030D-6E8A-4147-A177-3AD203B41FA5}">
                      <a16:colId xmlns:a16="http://schemas.microsoft.com/office/drawing/2014/main" val="20016"/>
                    </a:ext>
                  </a:extLst>
                </a:gridCol>
                <a:gridCol w="355918">
                  <a:extLst>
                    <a:ext uri="{9D8B030D-6E8A-4147-A177-3AD203B41FA5}">
                      <a16:colId xmlns:a16="http://schemas.microsoft.com/office/drawing/2014/main" val="20017"/>
                    </a:ext>
                  </a:extLst>
                </a:gridCol>
                <a:gridCol w="541337">
                  <a:extLst>
                    <a:ext uri="{9D8B030D-6E8A-4147-A177-3AD203B41FA5}">
                      <a16:colId xmlns:a16="http://schemas.microsoft.com/office/drawing/2014/main" val="20018"/>
                    </a:ext>
                  </a:extLst>
                </a:gridCol>
                <a:gridCol w="434975">
                  <a:extLst>
                    <a:ext uri="{9D8B030D-6E8A-4147-A177-3AD203B41FA5}">
                      <a16:colId xmlns:a16="http://schemas.microsoft.com/office/drawing/2014/main" val="20019"/>
                    </a:ext>
                  </a:extLst>
                </a:gridCol>
                <a:gridCol w="600075">
                  <a:extLst>
                    <a:ext uri="{9D8B030D-6E8A-4147-A177-3AD203B41FA5}">
                      <a16:colId xmlns:a16="http://schemas.microsoft.com/office/drawing/2014/main" val="20020"/>
                    </a:ext>
                  </a:extLst>
                </a:gridCol>
              </a:tblGrid>
              <a:tr h="443059">
                <a:tc rowSpan="2">
                  <a:txBody>
                    <a:bodyPr/>
                    <a:lstStyle/>
                    <a:p>
                      <a:pPr algn="ctr"/>
                      <a:r>
                        <a:rPr kumimoji="0" lang="en-IN" sz="900" b="1" kern="1200" dirty="0" err="1">
                          <a:solidFill>
                            <a:schemeClr val="lt1"/>
                          </a:solidFill>
                          <a:latin typeface="+mn-lt"/>
                          <a:ea typeface="+mn-ea"/>
                          <a:cs typeface="+mn-cs"/>
                        </a:rPr>
                        <a:t>SN</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0" i="0" u="none" strike="noStrike" kern="1200" dirty="0" err="1">
                          <a:solidFill>
                            <a:srgbClr val="000000"/>
                          </a:solidFill>
                          <a:latin typeface="Arial"/>
                          <a:ea typeface="+mn-ea"/>
                          <a:cs typeface="+mn-cs"/>
                        </a:rPr>
                        <a:t>QUAL</a:t>
                      </a:r>
                      <a:endParaRPr kumimoji="0" lang="en-US" sz="900" b="0" i="0" u="none" strike="noStrike" kern="1200" dirty="0">
                        <a:solidFill>
                          <a:srgbClr val="000000"/>
                        </a:solidFill>
                        <a:latin typeface="Arial"/>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0" i="0" u="none" strike="noStrike" kern="1200" dirty="0" err="1">
                          <a:solidFill>
                            <a:srgbClr val="000000"/>
                          </a:solidFill>
                          <a:latin typeface="Arial"/>
                          <a:ea typeface="+mn-ea"/>
                          <a:cs typeface="+mn-cs"/>
                        </a:rPr>
                        <a:t>DOP</a:t>
                      </a:r>
                      <a:endParaRPr kumimoji="0" lang="en-US" sz="900" b="0" i="0" u="none" strike="noStrike" kern="1200" dirty="0">
                        <a:solidFill>
                          <a:srgbClr val="000000"/>
                        </a:solidFill>
                        <a:latin typeface="Arial"/>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NOTE</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MARK</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REMARK</a:t>
                      </a:r>
                    </a:p>
                    <a:p>
                      <a:pPr algn="ctr" fontAlgn="ctr"/>
                      <a:r>
                        <a:rPr lang="en-US" sz="600" b="0" i="0" u="none" strike="noStrike" dirty="0">
                          <a:solidFill>
                            <a:srgbClr val="00B05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522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600" b="0" i="0" u="none" strike="noStrike" dirty="0">
                        <a:solidFill>
                          <a:srgbClr val="00B05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7058">
                <a:tc>
                  <a:txBody>
                    <a:bodyPr/>
                    <a:lstStyle/>
                    <a:p>
                      <a:pPr algn="ctr" fontAlgn="ctr"/>
                      <a:r>
                        <a:rPr lang="en-US" sz="900" b="0" i="0" u="none" strike="noStrike" dirty="0">
                          <a:solidFill>
                            <a:srgbClr val="000000"/>
                          </a:solidFill>
                          <a:latin typeface="Arial"/>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20-03-1972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27530">
                <a:tc>
                  <a:txBody>
                    <a:bodyPr/>
                    <a:lstStyle/>
                    <a:p>
                      <a:pPr algn="ctr" fontAlgn="ctr"/>
                      <a:r>
                        <a:rPr lang="en-US" sz="900" b="0" i="0" u="none" strike="noStrike">
                          <a:solidFill>
                            <a:srgbClr val="000000"/>
                          </a:solidFill>
                          <a:latin typeface="Arial"/>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US2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12-05-1974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49440">
                <a:tc>
                  <a:txBody>
                    <a:bodyPr/>
                    <a:lstStyle/>
                    <a:p>
                      <a:pPr algn="ctr" fontAlgn="ctr"/>
                      <a:r>
                        <a:rPr lang="en-US" sz="900" b="0" i="0" u="none" strike="noStrike">
                          <a:solidFill>
                            <a:srgbClr val="000000"/>
                          </a:solidFill>
                          <a:latin typeface="Arial"/>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09-04-1975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1350">
                <a:tc>
                  <a:txBody>
                    <a:bodyPr/>
                    <a:lstStyle/>
                    <a:p>
                      <a:pPr algn="ctr" fontAlgn="ctr"/>
                      <a:r>
                        <a:rPr lang="en-US" sz="900" b="0" i="0" u="none" strike="noStrike">
                          <a:solidFill>
                            <a:srgbClr val="000000"/>
                          </a:solidFill>
                          <a:latin typeface="Arial"/>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11-07-1972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MSC</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err="1">
                          <a:solidFill>
                            <a:srgbClr val="000000"/>
                          </a:solidFill>
                          <a:latin typeface="Arial Narrow" pitchFamily="34" charset="0"/>
                        </a:rPr>
                        <a:t>C.CASE</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21822">
                <a:tc>
                  <a:txBody>
                    <a:bodyPr/>
                    <a:lstStyle/>
                    <a:p>
                      <a:pPr algn="ctr" fontAlgn="ctr"/>
                      <a:r>
                        <a:rPr lang="en-US" sz="900" b="0" i="0" u="none" strike="noStrike">
                          <a:solidFill>
                            <a:srgbClr val="000000"/>
                          </a:solidFill>
                          <a:latin typeface="Arial"/>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a:solidFill>
                            <a:srgbClr val="000000"/>
                          </a:solidFill>
                          <a:latin typeface="Arial"/>
                          <a:ea typeface="+mn-ea"/>
                          <a:cs typeface="+mn-cs"/>
                        </a:rPr>
                        <a:t>US5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22-05-1979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10-05-2018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घ</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43732">
                <a:tc>
                  <a:txBody>
                    <a:bodyPr/>
                    <a:lstStyle/>
                    <a:p>
                      <a:pPr algn="ctr" fontAlgn="ctr"/>
                      <a:r>
                        <a:rPr lang="en-US" sz="900" b="0" i="0" u="none" strike="noStrike">
                          <a:solidFill>
                            <a:srgbClr val="000000"/>
                          </a:solidFill>
                          <a:latin typeface="Arial"/>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a:solidFill>
                            <a:srgbClr val="000000"/>
                          </a:solidFill>
                          <a:latin typeface="Arial"/>
                          <a:ea typeface="+mn-ea"/>
                          <a:cs typeface="+mn-cs"/>
                        </a:rPr>
                        <a:t>US6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16-09-1980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10-05-2018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gn="ctr" fontAlgn="ctr"/>
                      <a:r>
                        <a:rPr lang="en-US" sz="900" b="0" i="0" u="none" strike="noStrike">
                          <a:solidFill>
                            <a:srgbClr val="000000"/>
                          </a:solidFill>
                          <a:latin typeface="Arial"/>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a:solidFill>
                            <a:srgbClr val="000000"/>
                          </a:solidFill>
                          <a:latin typeface="Arial"/>
                          <a:ea typeface="+mn-ea"/>
                          <a:cs typeface="+mn-cs"/>
                        </a:rPr>
                        <a:t>US7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22-06-1977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10-05-2018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algn="ctr" fontAlgn="ctr"/>
                      <a:r>
                        <a:rPr lang="en-US" sz="900" b="0" i="0" u="none" strike="noStrike">
                          <a:solidFill>
                            <a:srgbClr val="000000"/>
                          </a:solidFill>
                          <a:latin typeface="Arial"/>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13-01-1978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MCOM</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hi-IN" sz="900" b="0" i="0" u="none" strike="noStrike" dirty="0">
                          <a:solidFill>
                            <a:srgbClr val="000000"/>
                          </a:solidFill>
                          <a:latin typeface="Arial"/>
                        </a:rPr>
                        <a:t>ST</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rgbClr val="E71D57"/>
                          </a:solidFill>
                          <a:latin typeface="Agency FB" pitchFamily="34" charset="0"/>
                          <a:ea typeface="+mn-ea"/>
                          <a:cs typeface="+mn-cs"/>
                        </a:rPr>
                        <a:t>N</a:t>
                      </a:r>
                      <a:endParaRPr kumimoji="0" lang="en-US" sz="120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38024">
                <a:tc>
                  <a:txBody>
                    <a:bodyPr/>
                    <a:lstStyle/>
                    <a:p>
                      <a:pPr algn="ctr" fontAlgn="ctr"/>
                      <a:r>
                        <a:rPr lang="en-US" sz="900" b="0" i="0" u="none" strike="noStrike">
                          <a:solidFill>
                            <a:srgbClr val="000000"/>
                          </a:solidFill>
                          <a:latin typeface="Arial"/>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900" b="0" i="0" u="none" strike="noStrike" kern="1200" dirty="0">
                          <a:solidFill>
                            <a:srgbClr val="000000"/>
                          </a:solidFill>
                          <a:latin typeface="Arial"/>
                          <a:ea typeface="+mn-ea"/>
                          <a:cs typeface="+mn-cs"/>
                        </a:rPr>
                        <a:t>US9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900" b="0" i="0" u="none" strike="noStrike" kern="1200" dirty="0">
                          <a:solidFill>
                            <a:srgbClr val="000000"/>
                          </a:solidFill>
                          <a:latin typeface="Arial"/>
                          <a:ea typeface="+mn-ea"/>
                          <a:cs typeface="+mn-cs"/>
                        </a:rPr>
                        <a:t>07-12-1977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BSC</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ग</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algn="ctr" fontAlgn="ctr"/>
                      <a:r>
                        <a:rPr lang="en-US" sz="900" b="0" i="0" u="none" strike="noStrike">
                          <a:solidFill>
                            <a:srgbClr val="000000"/>
                          </a:solidFill>
                          <a:latin typeface="Arial"/>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900" b="0" i="0" u="none" strike="noStrike" kern="1200" dirty="0">
                          <a:solidFill>
                            <a:srgbClr val="000000"/>
                          </a:solidFill>
                          <a:latin typeface="Arial"/>
                          <a:ea typeface="+mn-ea"/>
                          <a:cs typeface="+mn-cs"/>
                        </a:rPr>
                        <a:t>US10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900" b="0" i="0" u="none" strike="noStrike" kern="1200" dirty="0">
                          <a:solidFill>
                            <a:srgbClr val="000000"/>
                          </a:solidFill>
                          <a:latin typeface="Arial"/>
                          <a:ea typeface="+mn-ea"/>
                          <a:cs typeface="+mn-cs"/>
                        </a:rPr>
                        <a:t>21-08-1978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BCOM</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41" name="Rounded Rectangle 13">
            <a:extLst>
              <a:ext uri="{FF2B5EF4-FFF2-40B4-BE49-F238E27FC236}">
                <a16:creationId xmlns:a16="http://schemas.microsoft.com/office/drawing/2014/main" id="{2CD6F555-1CA5-1329-7865-FD35B028F06D}"/>
              </a:ext>
            </a:extLst>
          </p:cNvPr>
          <p:cNvSpPr/>
          <p:nvPr/>
        </p:nvSpPr>
        <p:spPr>
          <a:xfrm>
            <a:off x="3889792" y="5349875"/>
            <a:ext cx="7429552"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a:t>APPROVE</a:t>
            </a:r>
            <a:endParaRPr lang="en-IN" dirty="0"/>
          </a:p>
        </p:txBody>
      </p:sp>
      <p:pic>
        <p:nvPicPr>
          <p:cNvPr id="42" name="Picture 41" descr="green-approved-stamp-1-1024x772.png">
            <a:extLst>
              <a:ext uri="{FF2B5EF4-FFF2-40B4-BE49-F238E27FC236}">
                <a16:creationId xmlns:a16="http://schemas.microsoft.com/office/drawing/2014/main" id="{B42BB559-8A6E-108D-BAF6-911E59DF9478}"/>
              </a:ext>
            </a:extLst>
          </p:cNvPr>
          <p:cNvPicPr>
            <a:picLocks noChangeAspect="1"/>
          </p:cNvPicPr>
          <p:nvPr/>
        </p:nvPicPr>
        <p:blipFill>
          <a:blip r:embed="rId3"/>
          <a:stretch>
            <a:fillRect/>
          </a:stretch>
        </p:blipFill>
        <p:spPr>
          <a:xfrm>
            <a:off x="4414978" y="1230847"/>
            <a:ext cx="5495914" cy="4143404"/>
          </a:xfrm>
          <a:prstGeom prst="rect">
            <a:avLst/>
          </a:prstGeom>
        </p:spPr>
      </p:pic>
      <p:pic>
        <p:nvPicPr>
          <p:cNvPr id="43" name="Picture 42" descr="Blank_Popup.png">
            <a:extLst>
              <a:ext uri="{FF2B5EF4-FFF2-40B4-BE49-F238E27FC236}">
                <a16:creationId xmlns:a16="http://schemas.microsoft.com/office/drawing/2014/main" id="{1033F229-5100-C378-A8E3-F1194B5FA1B7}"/>
              </a:ext>
            </a:extLst>
          </p:cNvPr>
          <p:cNvPicPr>
            <a:picLocks noChangeAspect="1"/>
          </p:cNvPicPr>
          <p:nvPr/>
        </p:nvPicPr>
        <p:blipFill>
          <a:blip r:embed="rId4"/>
          <a:stretch>
            <a:fillRect/>
          </a:stretch>
        </p:blipFill>
        <p:spPr>
          <a:xfrm>
            <a:off x="6232413" y="1534817"/>
            <a:ext cx="2744309" cy="2458444"/>
          </a:xfrm>
          <a:prstGeom prst="rect">
            <a:avLst/>
          </a:prstGeom>
        </p:spPr>
      </p:pic>
      <p:pic>
        <p:nvPicPr>
          <p:cNvPr id="44" name="Picture 43" descr="DPC_ID - Copy.png">
            <a:extLst>
              <a:ext uri="{FF2B5EF4-FFF2-40B4-BE49-F238E27FC236}">
                <a16:creationId xmlns:a16="http://schemas.microsoft.com/office/drawing/2014/main" id="{7377AEED-EF87-6599-3153-3D94A5BB08D3}"/>
              </a:ext>
            </a:extLst>
          </p:cNvPr>
          <p:cNvPicPr>
            <a:picLocks noChangeAspect="1"/>
          </p:cNvPicPr>
          <p:nvPr/>
        </p:nvPicPr>
        <p:blipFill>
          <a:blip r:embed="rId5"/>
          <a:stretch>
            <a:fillRect/>
          </a:stretch>
        </p:blipFill>
        <p:spPr>
          <a:xfrm>
            <a:off x="6233139" y="1535467"/>
            <a:ext cx="2742857" cy="2457143"/>
          </a:xfrm>
          <a:prstGeom prst="rect">
            <a:avLst/>
          </a:prstGeom>
        </p:spPr>
      </p:pic>
    </p:spTree>
    <p:extLst>
      <p:ext uri="{BB962C8B-B14F-4D97-AF65-F5344CB8AC3E}">
        <p14:creationId xmlns:p14="http://schemas.microsoft.com/office/powerpoint/2010/main" val="1589607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1"/>
                                        </p:tgtEl>
                                      </p:cBhvr>
                                    </p:animEffect>
                                    <p:animScale>
                                      <p:cBhvr>
                                        <p:cTn id="7" dur="250" autoRev="1" fill="hold"/>
                                        <p:tgtEl>
                                          <p:spTgt spid="41"/>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cBhvr>
                                        <p:cTn id="12" dur="500" fill="hold"/>
                                        <p:tgtEl>
                                          <p:spTgt spid="42"/>
                                        </p:tgtEl>
                                        <p:attrNameLst>
                                          <p:attrName>ppt_w</p:attrName>
                                        </p:attrNameLst>
                                      </p:cBhvr>
                                      <p:tavLst>
                                        <p:tav tm="0">
                                          <p:val>
                                            <p:fltVal val="0"/>
                                          </p:val>
                                        </p:tav>
                                        <p:tav tm="100000">
                                          <p:val>
                                            <p:strVal val="#ppt_w"/>
                                          </p:val>
                                        </p:tav>
                                      </p:tavLst>
                                    </p:anim>
                                    <p:anim calcmode="lin" valueType="num">
                                      <p:cBhvr>
                                        <p:cTn id="13" dur="500" fill="hold"/>
                                        <p:tgtEl>
                                          <p:spTgt spid="42"/>
                                        </p:tgtEl>
                                        <p:attrNameLst>
                                          <p:attrName>ppt_h</p:attrName>
                                        </p:attrNameLst>
                                      </p:cBhvr>
                                      <p:tavLst>
                                        <p:tav tm="0">
                                          <p:val>
                                            <p:fltVal val="0"/>
                                          </p:val>
                                        </p:tav>
                                        <p:tav tm="100000">
                                          <p:val>
                                            <p:strVal val="#ppt_h"/>
                                          </p:val>
                                        </p:tav>
                                      </p:tavLst>
                                    </p:anim>
                                    <p:animEffect transition="in" filter="fade">
                                      <p:cBhvr>
                                        <p:cTn id="14" dur="500"/>
                                        <p:tgtEl>
                                          <p:spTgt spid="42"/>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DED15-6115-52C5-9C31-AB2B2EE751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D8651-ECC6-93C0-A3BC-F01ECBCCD385}"/>
              </a:ext>
            </a:extLst>
          </p:cNvPr>
          <p:cNvSpPr>
            <a:spLocks noGrp="1"/>
          </p:cNvSpPr>
          <p:nvPr>
            <p:ph type="title"/>
          </p:nvPr>
        </p:nvSpPr>
        <p:spPr>
          <a:xfrm>
            <a:off x="603504" y="1463040"/>
            <a:ext cx="11192256" cy="1025517"/>
          </a:xfrm>
        </p:spPr>
        <p:txBody>
          <a:bodyPr/>
          <a:lstStyle/>
          <a:p>
            <a:pPr algn="ctr">
              <a:lnSpc>
                <a:spcPct val="100000"/>
              </a:lnSpc>
            </a:pPr>
            <a:r>
              <a:rPr lang="en-IN" sz="3600" b="1" dirty="0"/>
              <a:t>ACTION BY CGPSC ON </a:t>
            </a:r>
            <a:r>
              <a:rPr lang="hi-IN" sz="3600" b="1" dirty="0"/>
              <a:t>DPC PROPOSAL</a:t>
            </a:r>
            <a:endParaRPr lang="en-US" sz="3600" b="1" dirty="0"/>
          </a:p>
        </p:txBody>
      </p:sp>
      <p:sp>
        <p:nvSpPr>
          <p:cNvPr id="12" name="Footer Placeholder 11">
            <a:extLst>
              <a:ext uri="{FF2B5EF4-FFF2-40B4-BE49-F238E27FC236}">
                <a16:creationId xmlns:a16="http://schemas.microsoft.com/office/drawing/2014/main" id="{9ADBDF3D-CEE6-D944-1D26-BE3D9906ACC9}"/>
              </a:ext>
            </a:extLst>
          </p:cNvPr>
          <p:cNvSpPr>
            <a:spLocks noGrp="1"/>
          </p:cNvSpPr>
          <p:nvPr>
            <p:ph type="ftr" sz="quarter" idx="11"/>
          </p:nvPr>
        </p:nvSpPr>
        <p:spPr/>
        <p:txBody>
          <a:bodyPr/>
          <a:lstStyle/>
          <a:p>
            <a:r>
              <a:rPr lang="en-US" dirty="0"/>
              <a:t>Online DPC</a:t>
            </a:r>
          </a:p>
        </p:txBody>
      </p:sp>
      <p:sp>
        <p:nvSpPr>
          <p:cNvPr id="5" name="Text Placeholder 4">
            <a:extLst>
              <a:ext uri="{FF2B5EF4-FFF2-40B4-BE49-F238E27FC236}">
                <a16:creationId xmlns:a16="http://schemas.microsoft.com/office/drawing/2014/main" id="{A49ED4EC-5CE1-DC12-F285-34B8A95C53A7}"/>
              </a:ext>
            </a:extLst>
          </p:cNvPr>
          <p:cNvSpPr>
            <a:spLocks noGrp="1"/>
          </p:cNvSpPr>
          <p:nvPr>
            <p:ph type="body" sz="quarter" idx="15"/>
          </p:nvPr>
        </p:nvSpPr>
        <p:spPr>
          <a:xfrm>
            <a:off x="365759" y="2808514"/>
            <a:ext cx="11602463" cy="4049486"/>
          </a:xfrm>
        </p:spPr>
        <p:txBody>
          <a:bodyPr/>
          <a:lstStyle/>
          <a:p>
            <a:pPr marL="0" indent="0" algn="just">
              <a:buNone/>
            </a:pPr>
            <a:r>
              <a:rPr lang="hi-IN" sz="2800" dirty="0">
                <a:solidFill>
                  <a:schemeClr val="tx1"/>
                </a:solidFill>
                <a:latin typeface="Kokila" panose="020B0604020202020204" pitchFamily="34" charset="0"/>
                <a:cs typeface="Kokila" panose="020B0604020202020204" pitchFamily="34" charset="0"/>
              </a:rPr>
              <a:t>डी.पी.सी. प्रस्ताव के आधार पर छत्तीसगढ़ लोक सेवा आयोग द्वारा डी.पी.सी. हेतु तिथि व समय निर्धारित किए जाएंगे तथा इस संबंध में जानकारी प्रशासकीय प्रमुख एवं ONLINE DPC हेतु अधिकृत अधिकारी के रजिस्टर्ड मोबाईल नंबर तथा ई-मेल पर प्रेषित हो जाएगी।</a:t>
            </a:r>
            <a:endParaRPr lang="hi-IN" sz="3600" b="1" dirty="0">
              <a:solidFill>
                <a:schemeClr val="tx1"/>
              </a:solidFill>
              <a:latin typeface="Kokila" panose="020B0604020202020204" pitchFamily="34" charset="0"/>
              <a:cs typeface="Kokila" panose="020B0604020202020204" pitchFamily="34" charset="0"/>
            </a:endParaRPr>
          </a:p>
        </p:txBody>
      </p:sp>
      <p:sp>
        <p:nvSpPr>
          <p:cNvPr id="13" name="Slide Number Placeholder 12">
            <a:extLst>
              <a:ext uri="{FF2B5EF4-FFF2-40B4-BE49-F238E27FC236}">
                <a16:creationId xmlns:a16="http://schemas.microsoft.com/office/drawing/2014/main" id="{88E297AE-B50A-5643-3FD7-24C405E707C3}"/>
              </a:ext>
            </a:extLst>
          </p:cNvPr>
          <p:cNvSpPr>
            <a:spLocks noGrp="1"/>
          </p:cNvSpPr>
          <p:nvPr>
            <p:ph type="sldNum" sz="quarter" idx="12"/>
          </p:nvPr>
        </p:nvSpPr>
        <p:spPr/>
        <p:txBody>
          <a:bodyPr/>
          <a:lstStyle/>
          <a:p>
            <a:fld id="{5BFCF61C-3B18-4C03-8326-CC3B32D710C9}" type="slidenum">
              <a:rPr lang="en-US" smtClean="0"/>
              <a:pPr/>
              <a:t>26</a:t>
            </a:fld>
            <a:endParaRPr lang="en-US"/>
          </a:p>
        </p:txBody>
      </p:sp>
    </p:spTree>
    <p:extLst>
      <p:ext uri="{BB962C8B-B14F-4D97-AF65-F5344CB8AC3E}">
        <p14:creationId xmlns:p14="http://schemas.microsoft.com/office/powerpoint/2010/main" val="30920206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83171-843A-D53B-BABC-2BD401739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EE124-81F5-3B24-A954-FCC1037E389B}"/>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ACTION ON </a:t>
            </a:r>
            <a:r>
              <a:rPr lang="en-IN" sz="2400" b="1" dirty="0" err="1">
                <a:effectLst>
                  <a:outerShdw blurRad="38100" dist="38100" dir="2700000" algn="tl">
                    <a:srgbClr val="000000">
                      <a:alpha val="43137"/>
                    </a:srgbClr>
                  </a:outerShdw>
                </a:effectLst>
              </a:rPr>
              <a:t>dpc</a:t>
            </a:r>
            <a:r>
              <a:rPr lang="en-IN" sz="2400" b="1" dirty="0">
                <a:effectLst>
                  <a:outerShdw blurRad="38100" dist="38100" dir="2700000" algn="tl">
                    <a:srgbClr val="000000">
                      <a:alpha val="43137"/>
                    </a:srgbClr>
                  </a:outerShdw>
                </a:effectLst>
              </a:rPr>
              <a:t> proposal BY </a:t>
            </a:r>
            <a:r>
              <a:rPr lang="en-IN" sz="2400" b="1" dirty="0" err="1">
                <a:effectLst>
                  <a:outerShdw blurRad="38100" dist="38100" dir="2700000" algn="tl">
                    <a:srgbClr val="000000">
                      <a:alpha val="43137"/>
                    </a:srgbClr>
                  </a:outerShdw>
                </a:effectLst>
              </a:rPr>
              <a:t>cgpsc</a:t>
            </a: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LOGIN </a:t>
            </a:r>
            <a:br>
              <a:rPr lang="en-IN" sz="2400" b="1" dirty="0">
                <a:solidFill>
                  <a:schemeClr val="accent3">
                    <a:lumMod val="50000"/>
                  </a:schemeClr>
                </a:solidFill>
                <a:effectLst>
                  <a:outerShdw blurRad="38100" dist="38100" dir="2700000" algn="tl">
                    <a:srgbClr val="000000">
                      <a:alpha val="43137"/>
                    </a:srgbClr>
                  </a:outerShdw>
                </a:effectLst>
              </a:rPr>
            </a:br>
            <a:r>
              <a:rPr lang="en-IN" sz="2000" b="1" dirty="0">
                <a:solidFill>
                  <a:schemeClr val="accent3">
                    <a:lumMod val="50000"/>
                  </a:schemeClr>
                </a:solidFill>
                <a:effectLst>
                  <a:outerShdw blurRad="38100" dist="38100" dir="2700000" algn="tl">
                    <a:srgbClr val="000000">
                      <a:alpha val="43137"/>
                    </a:srgbClr>
                  </a:outerShdw>
                </a:effectLst>
              </a:rPr>
              <a:t>(HON'BLE CHAIRMAN)</a:t>
            </a:r>
            <a:br>
              <a:rPr lang="en-US" sz="2800" dirty="0"/>
            </a:br>
            <a:endParaRPr lang="en-US" sz="3200" dirty="0"/>
          </a:p>
        </p:txBody>
      </p:sp>
      <p:sp>
        <p:nvSpPr>
          <p:cNvPr id="12" name="Footer Placeholder 11">
            <a:extLst>
              <a:ext uri="{FF2B5EF4-FFF2-40B4-BE49-F238E27FC236}">
                <a16:creationId xmlns:a16="http://schemas.microsoft.com/office/drawing/2014/main" id="{E3C81F97-A0BC-3BAA-67E9-D6A5298700D1}"/>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7DB2B8D8-9FB4-2D95-B82D-6F2D1A107741}"/>
              </a:ext>
            </a:extLst>
          </p:cNvPr>
          <p:cNvSpPr>
            <a:spLocks noGrp="1"/>
          </p:cNvSpPr>
          <p:nvPr>
            <p:ph type="sldNum" sz="quarter" idx="12"/>
          </p:nvPr>
        </p:nvSpPr>
        <p:spPr/>
        <p:txBody>
          <a:bodyPr/>
          <a:lstStyle/>
          <a:p>
            <a:fld id="{5BFCF61C-3B18-4C03-8326-CC3B32D710C9}" type="slidenum">
              <a:rPr lang="en-US" smtClean="0"/>
              <a:pPr/>
              <a:t>27</a:t>
            </a:fld>
            <a:endParaRPr lang="en-US" dirty="0"/>
          </a:p>
        </p:txBody>
      </p:sp>
      <p:sp>
        <p:nvSpPr>
          <p:cNvPr id="3" name="Rectangle 2">
            <a:extLst>
              <a:ext uri="{FF2B5EF4-FFF2-40B4-BE49-F238E27FC236}">
                <a16:creationId xmlns:a16="http://schemas.microsoft.com/office/drawing/2014/main" id="{E9155CE5-96E7-EE95-9E9F-B5841C500AAC}"/>
              </a:ext>
            </a:extLst>
          </p:cNvPr>
          <p:cNvSpPr/>
          <p:nvPr/>
        </p:nvSpPr>
        <p:spPr>
          <a:xfrm>
            <a:off x="3470748" y="892951"/>
            <a:ext cx="8429684" cy="5072098"/>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endParaRPr lang="en-US" dirty="0">
              <a:solidFill>
                <a:srgbClr val="0070C0"/>
              </a:solidFill>
            </a:endParaRPr>
          </a:p>
        </p:txBody>
      </p:sp>
      <p:grpSp>
        <p:nvGrpSpPr>
          <p:cNvPr id="5" name="Group 11">
            <a:extLst>
              <a:ext uri="{FF2B5EF4-FFF2-40B4-BE49-F238E27FC236}">
                <a16:creationId xmlns:a16="http://schemas.microsoft.com/office/drawing/2014/main" id="{FB23A6D7-808C-A72E-71B9-57FF4F7F3181}"/>
              </a:ext>
            </a:extLst>
          </p:cNvPr>
          <p:cNvGrpSpPr/>
          <p:nvPr/>
        </p:nvGrpSpPr>
        <p:grpSpPr>
          <a:xfrm>
            <a:off x="3843104" y="1036471"/>
            <a:ext cx="7715304" cy="4714264"/>
            <a:chOff x="1142976" y="1571612"/>
            <a:chExt cx="6429420" cy="3715420"/>
          </a:xfrm>
        </p:grpSpPr>
        <p:pic>
          <p:nvPicPr>
            <p:cNvPr id="6" name="Picture 5" descr="LOGIN_FORM.PNG">
              <a:extLst>
                <a:ext uri="{FF2B5EF4-FFF2-40B4-BE49-F238E27FC236}">
                  <a16:creationId xmlns:a16="http://schemas.microsoft.com/office/drawing/2014/main" id="{566D2914-A062-7A00-2F0A-C14CCB4FCF04}"/>
                </a:ext>
              </a:extLst>
            </p:cNvPr>
            <p:cNvPicPr>
              <a:picLocks noChangeAspect="1"/>
            </p:cNvPicPr>
            <p:nvPr/>
          </p:nvPicPr>
          <p:blipFill>
            <a:blip r:embed="rId3"/>
            <a:stretch>
              <a:fillRect/>
            </a:stretch>
          </p:blipFill>
          <p:spPr>
            <a:xfrm>
              <a:off x="1142976" y="1571612"/>
              <a:ext cx="6429420" cy="3715420"/>
            </a:xfrm>
            <a:prstGeom prst="rect">
              <a:avLst/>
            </a:prstGeom>
          </p:spPr>
        </p:pic>
        <p:sp>
          <p:nvSpPr>
            <p:cNvPr id="7" name="TextBox 6">
              <a:extLst>
                <a:ext uri="{FF2B5EF4-FFF2-40B4-BE49-F238E27FC236}">
                  <a16:creationId xmlns:a16="http://schemas.microsoft.com/office/drawing/2014/main" id="{E179C2A6-DB31-C957-1F64-B688DDE0F8A0}"/>
                </a:ext>
              </a:extLst>
            </p:cNvPr>
            <p:cNvSpPr txBox="1"/>
            <p:nvPr/>
          </p:nvSpPr>
          <p:spPr>
            <a:xfrm>
              <a:off x="1142976" y="2500306"/>
              <a:ext cx="6429420" cy="369332"/>
            </a:xfrm>
            <a:prstGeom prst="rect">
              <a:avLst/>
            </a:prstGeom>
            <a:solidFill>
              <a:schemeClr val="tx1">
                <a:lumMod val="75000"/>
                <a:lumOff val="25000"/>
              </a:schemeClr>
            </a:solidFill>
          </p:spPr>
          <p:txBody>
            <a:bodyPr wrap="square" rtlCol="0">
              <a:spAutoFit/>
            </a:bodyPr>
            <a:lstStyle/>
            <a:p>
              <a:pPr algn="ctr"/>
              <a:r>
                <a:rPr lang="hi-IN" dirty="0">
                  <a:solidFill>
                    <a:schemeClr val="bg1"/>
                  </a:solidFill>
                  <a:latin typeface="Arial" pitchFamily="34" charset="0"/>
                  <a:cs typeface="Arial" pitchFamily="34" charset="0"/>
                </a:rPr>
                <a:t>LOGIN PAGE FOR HON’BLE CHAIRMAN</a:t>
              </a:r>
              <a:r>
                <a:rPr lang="hi-IN" dirty="0">
                  <a:latin typeface="Arial" pitchFamily="34" charset="0"/>
                  <a:cs typeface="Arial" pitchFamily="34" charset="0"/>
                </a:rPr>
                <a:t> </a:t>
              </a:r>
              <a:endParaRPr lang="en-IN" dirty="0">
                <a:latin typeface="Arial" pitchFamily="34" charset="0"/>
                <a:cs typeface="Arial" pitchFamily="34" charset="0"/>
              </a:endParaRPr>
            </a:p>
          </p:txBody>
        </p:sp>
        <p:sp>
          <p:nvSpPr>
            <p:cNvPr id="8" name="TextBox 7">
              <a:extLst>
                <a:ext uri="{FF2B5EF4-FFF2-40B4-BE49-F238E27FC236}">
                  <a16:creationId xmlns:a16="http://schemas.microsoft.com/office/drawing/2014/main" id="{E46AFA50-3B8B-E5F5-8734-DCE9E917FE4B}"/>
                </a:ext>
              </a:extLst>
            </p:cNvPr>
            <p:cNvSpPr txBox="1"/>
            <p:nvPr/>
          </p:nvSpPr>
          <p:spPr>
            <a:xfrm>
              <a:off x="1214414" y="3286124"/>
              <a:ext cx="6215106" cy="369332"/>
            </a:xfrm>
            <a:prstGeom prst="rect">
              <a:avLst/>
            </a:prstGeom>
            <a:solidFill>
              <a:schemeClr val="bg1"/>
            </a:solidFill>
          </p:spPr>
          <p:txBody>
            <a:bodyPr wrap="square" rtlCol="0">
              <a:spAutoFit/>
            </a:bodyPr>
            <a:lstStyle/>
            <a:p>
              <a:endParaRPr lang="en-IN" dirty="0"/>
            </a:p>
          </p:txBody>
        </p:sp>
      </p:grpSp>
    </p:spTree>
    <p:extLst>
      <p:ext uri="{BB962C8B-B14F-4D97-AF65-F5344CB8AC3E}">
        <p14:creationId xmlns:p14="http://schemas.microsoft.com/office/powerpoint/2010/main" val="39413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9EF1B-B706-6533-6070-D7AF2B9180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155937-2784-74B2-54AA-AF935BEA575E}"/>
              </a:ext>
            </a:extLst>
          </p:cNvPr>
          <p:cNvSpPr>
            <a:spLocks noGrp="1"/>
          </p:cNvSpPr>
          <p:nvPr>
            <p:ph type="title"/>
          </p:nvPr>
        </p:nvSpPr>
        <p:spPr>
          <a:xfrm>
            <a:off x="0" y="1399032"/>
            <a:ext cx="3048000" cy="3091945"/>
          </a:xfrm>
        </p:spPr>
        <p:txBody>
          <a:bodyPr/>
          <a:lstStyle/>
          <a:p>
            <a:pPr algn="ctr">
              <a:lnSpc>
                <a:spcPct val="150000"/>
              </a:lnSpc>
            </a:pPr>
            <a:r>
              <a:rPr lang="en-IN" sz="2400" b="1" dirty="0">
                <a:effectLst>
                  <a:outerShdw blurRad="38100" dist="38100" dir="2700000" algn="tl">
                    <a:srgbClr val="000000">
                      <a:alpha val="43137"/>
                    </a:srgbClr>
                  </a:outerShdw>
                </a:effectLst>
              </a:rPr>
              <a:t>ACTION ON </a:t>
            </a:r>
            <a:r>
              <a:rPr lang="en-IN" sz="2400" b="1" dirty="0" err="1">
                <a:effectLst>
                  <a:outerShdw blurRad="38100" dist="38100" dir="2700000" algn="tl">
                    <a:srgbClr val="000000">
                      <a:alpha val="43137"/>
                    </a:srgbClr>
                  </a:outerShdw>
                </a:effectLst>
              </a:rPr>
              <a:t>dpc</a:t>
            </a:r>
            <a:r>
              <a:rPr lang="en-IN" sz="2400" b="1" dirty="0">
                <a:effectLst>
                  <a:outerShdw blurRad="38100" dist="38100" dir="2700000" algn="tl">
                    <a:srgbClr val="000000">
                      <a:alpha val="43137"/>
                    </a:srgbClr>
                  </a:outerShdw>
                </a:effectLst>
              </a:rPr>
              <a:t> proposal BY </a:t>
            </a:r>
            <a:r>
              <a:rPr lang="en-IN" sz="2400" b="1" dirty="0" err="1">
                <a:effectLst>
                  <a:outerShdw blurRad="38100" dist="38100" dir="2700000" algn="tl">
                    <a:srgbClr val="000000">
                      <a:alpha val="43137"/>
                    </a:srgbClr>
                  </a:outerShdw>
                </a:effectLst>
              </a:rPr>
              <a:t>cgpsc</a:t>
            </a: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ALLOTMENT</a:t>
            </a:r>
            <a:br>
              <a:rPr lang="en-IN" sz="2400" b="1" dirty="0">
                <a:solidFill>
                  <a:schemeClr val="accent3">
                    <a:lumMod val="50000"/>
                  </a:schemeClr>
                </a:solidFill>
                <a:effectLst>
                  <a:outerShdw blurRad="38100" dist="38100" dir="2700000" algn="tl">
                    <a:srgbClr val="000000">
                      <a:alpha val="43137"/>
                    </a:srgbClr>
                  </a:outerShdw>
                </a:effectLst>
              </a:rPr>
            </a:br>
            <a:r>
              <a:rPr lang="en-IN" sz="2000" b="1" dirty="0">
                <a:solidFill>
                  <a:schemeClr val="accent3">
                    <a:lumMod val="50000"/>
                  </a:schemeClr>
                </a:solidFill>
                <a:effectLst>
                  <a:outerShdw blurRad="38100" dist="38100" dir="2700000" algn="tl">
                    <a:srgbClr val="000000">
                      <a:alpha val="43137"/>
                    </a:srgbClr>
                  </a:outerShdw>
                </a:effectLst>
              </a:rPr>
              <a:t>(HON'BLE CHAIRMAN)</a:t>
            </a:r>
            <a:br>
              <a:rPr lang="en-US" sz="2800" dirty="0"/>
            </a:br>
            <a:br>
              <a:rPr lang="en-US" sz="3200" dirty="0"/>
            </a:br>
            <a:endParaRPr lang="en-US" sz="3200" dirty="0"/>
          </a:p>
        </p:txBody>
      </p:sp>
      <p:sp>
        <p:nvSpPr>
          <p:cNvPr id="12" name="Footer Placeholder 11">
            <a:extLst>
              <a:ext uri="{FF2B5EF4-FFF2-40B4-BE49-F238E27FC236}">
                <a16:creationId xmlns:a16="http://schemas.microsoft.com/office/drawing/2014/main" id="{34074884-09BC-A651-B8C8-AC94B4FE0D43}"/>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568EE5CD-DFD7-9651-6DB7-CB6099DD481F}"/>
              </a:ext>
            </a:extLst>
          </p:cNvPr>
          <p:cNvSpPr>
            <a:spLocks noGrp="1"/>
          </p:cNvSpPr>
          <p:nvPr>
            <p:ph type="sldNum" sz="quarter" idx="12"/>
          </p:nvPr>
        </p:nvSpPr>
        <p:spPr/>
        <p:txBody>
          <a:bodyPr/>
          <a:lstStyle/>
          <a:p>
            <a:fld id="{5BFCF61C-3B18-4C03-8326-CC3B32D710C9}" type="slidenum">
              <a:rPr lang="en-US" smtClean="0"/>
              <a:pPr/>
              <a:t>28</a:t>
            </a:fld>
            <a:endParaRPr lang="en-US" dirty="0"/>
          </a:p>
        </p:txBody>
      </p:sp>
      <p:sp>
        <p:nvSpPr>
          <p:cNvPr id="3" name="Rectangle 2">
            <a:extLst>
              <a:ext uri="{FF2B5EF4-FFF2-40B4-BE49-F238E27FC236}">
                <a16:creationId xmlns:a16="http://schemas.microsoft.com/office/drawing/2014/main" id="{C4D20851-6F17-9419-E0F3-534231B2C489}"/>
              </a:ext>
            </a:extLst>
          </p:cNvPr>
          <p:cNvSpPr/>
          <p:nvPr/>
        </p:nvSpPr>
        <p:spPr>
          <a:xfrm>
            <a:off x="3431666" y="956164"/>
            <a:ext cx="8429684" cy="5072098"/>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endParaRPr lang="en-US" dirty="0">
              <a:solidFill>
                <a:srgbClr val="0070C0"/>
              </a:solidFill>
            </a:endParaRPr>
          </a:p>
        </p:txBody>
      </p:sp>
      <p:graphicFrame>
        <p:nvGraphicFramePr>
          <p:cNvPr id="4" name="Table 3">
            <a:extLst>
              <a:ext uri="{FF2B5EF4-FFF2-40B4-BE49-F238E27FC236}">
                <a16:creationId xmlns:a16="http://schemas.microsoft.com/office/drawing/2014/main" id="{8DE9A1AC-D1A1-5672-E465-18B5033F620D}"/>
              </a:ext>
            </a:extLst>
          </p:cNvPr>
          <p:cNvGraphicFramePr>
            <a:graphicFrameLocks noGrp="1"/>
          </p:cNvGraphicFramePr>
          <p:nvPr>
            <p:extLst>
              <p:ext uri="{D42A27DB-BD31-4B8C-83A1-F6EECF244321}">
                <p14:modId xmlns:p14="http://schemas.microsoft.com/office/powerpoint/2010/main" val="3846346778"/>
              </p:ext>
            </p:extLst>
          </p:nvPr>
        </p:nvGraphicFramePr>
        <p:xfrm>
          <a:off x="3672896" y="1550528"/>
          <a:ext cx="8042226" cy="1706880"/>
        </p:xfrm>
        <a:graphic>
          <a:graphicData uri="http://schemas.openxmlformats.org/drawingml/2006/table">
            <a:tbl>
              <a:tblPr firstRow="1" bandRow="1">
                <a:tableStyleId>{9DCAF9ED-07DC-4A11-8D7F-57B35C25682E}</a:tableStyleId>
              </a:tblPr>
              <a:tblGrid>
                <a:gridCol w="432118">
                  <a:extLst>
                    <a:ext uri="{9D8B030D-6E8A-4147-A177-3AD203B41FA5}">
                      <a16:colId xmlns:a16="http://schemas.microsoft.com/office/drawing/2014/main" val="20000"/>
                    </a:ext>
                  </a:extLst>
                </a:gridCol>
                <a:gridCol w="1755544">
                  <a:extLst>
                    <a:ext uri="{9D8B030D-6E8A-4147-A177-3AD203B41FA5}">
                      <a16:colId xmlns:a16="http://schemas.microsoft.com/office/drawing/2014/main" val="20001"/>
                    </a:ext>
                  </a:extLst>
                </a:gridCol>
                <a:gridCol w="1143008">
                  <a:extLst>
                    <a:ext uri="{9D8B030D-6E8A-4147-A177-3AD203B41FA5}">
                      <a16:colId xmlns:a16="http://schemas.microsoft.com/office/drawing/2014/main" val="20002"/>
                    </a:ext>
                  </a:extLst>
                </a:gridCol>
                <a:gridCol w="1050857">
                  <a:extLst>
                    <a:ext uri="{9D8B030D-6E8A-4147-A177-3AD203B41FA5}">
                      <a16:colId xmlns:a16="http://schemas.microsoft.com/office/drawing/2014/main" val="20003"/>
                    </a:ext>
                  </a:extLst>
                </a:gridCol>
                <a:gridCol w="690880">
                  <a:extLst>
                    <a:ext uri="{9D8B030D-6E8A-4147-A177-3AD203B41FA5}">
                      <a16:colId xmlns:a16="http://schemas.microsoft.com/office/drawing/2014/main" val="20004"/>
                    </a:ext>
                  </a:extLst>
                </a:gridCol>
                <a:gridCol w="822643">
                  <a:extLst>
                    <a:ext uri="{9D8B030D-6E8A-4147-A177-3AD203B41FA5}">
                      <a16:colId xmlns:a16="http://schemas.microsoft.com/office/drawing/2014/main" val="20005"/>
                    </a:ext>
                  </a:extLst>
                </a:gridCol>
                <a:gridCol w="430530">
                  <a:extLst>
                    <a:ext uri="{9D8B030D-6E8A-4147-A177-3AD203B41FA5}">
                      <a16:colId xmlns:a16="http://schemas.microsoft.com/office/drawing/2014/main" val="20006"/>
                    </a:ext>
                  </a:extLst>
                </a:gridCol>
                <a:gridCol w="430530">
                  <a:extLst>
                    <a:ext uri="{9D8B030D-6E8A-4147-A177-3AD203B41FA5}">
                      <a16:colId xmlns:a16="http://schemas.microsoft.com/office/drawing/2014/main" val="20007"/>
                    </a:ext>
                  </a:extLst>
                </a:gridCol>
                <a:gridCol w="430530">
                  <a:extLst>
                    <a:ext uri="{9D8B030D-6E8A-4147-A177-3AD203B41FA5}">
                      <a16:colId xmlns:a16="http://schemas.microsoft.com/office/drawing/2014/main" val="20008"/>
                    </a:ext>
                  </a:extLst>
                </a:gridCol>
                <a:gridCol w="430530">
                  <a:extLst>
                    <a:ext uri="{9D8B030D-6E8A-4147-A177-3AD203B41FA5}">
                      <a16:colId xmlns:a16="http://schemas.microsoft.com/office/drawing/2014/main" val="20009"/>
                    </a:ext>
                  </a:extLst>
                </a:gridCol>
                <a:gridCol w="425056">
                  <a:extLst>
                    <a:ext uri="{9D8B030D-6E8A-4147-A177-3AD203B41FA5}">
                      <a16:colId xmlns:a16="http://schemas.microsoft.com/office/drawing/2014/main" val="20010"/>
                    </a:ext>
                  </a:extLst>
                </a:gridCol>
              </a:tblGrid>
              <a:tr h="297180">
                <a:tc rowSpan="2">
                  <a:txBody>
                    <a:bodyPr/>
                    <a:lstStyle/>
                    <a:p>
                      <a:pPr algn="ctr"/>
                      <a:r>
                        <a:rPr lang="en-IN" sz="1100" dirty="0">
                          <a:latin typeface="Arial Black" pitchFamily="34" charset="0"/>
                        </a:rPr>
                        <a:t>SN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IN" sz="1100" dirty="0">
                          <a:latin typeface="Arial Black" pitchFamily="34" charset="0"/>
                        </a:rPr>
                        <a:t>DEPARTMENT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1100" b="1" kern="1200" dirty="0">
                          <a:solidFill>
                            <a:schemeClr val="lt1"/>
                          </a:solidFill>
                          <a:latin typeface="Arial Black" pitchFamily="34" charset="0"/>
                          <a:ea typeface="+mn-ea"/>
                          <a:cs typeface="+mn-cs"/>
                        </a:rPr>
                        <a:t>DPC </a:t>
                      </a:r>
                      <a:r>
                        <a:rPr kumimoji="0" lang="en-IN" sz="1100" b="1" kern="1200" dirty="0" err="1">
                          <a:solidFill>
                            <a:schemeClr val="lt1"/>
                          </a:solidFill>
                          <a:latin typeface="Arial Black" pitchFamily="34" charset="0"/>
                          <a:ea typeface="+mn-ea"/>
                          <a:cs typeface="+mn-cs"/>
                        </a:rPr>
                        <a:t>P.No</a:t>
                      </a:r>
                      <a:r>
                        <a:rPr kumimoji="0" lang="en-IN" sz="1100" b="1" kern="1200" dirty="0">
                          <a:solidFill>
                            <a:schemeClr val="lt1"/>
                          </a:solidFill>
                          <a:latin typeface="Arial Black" pitchFamily="34" charset="0"/>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1100" b="1" kern="1200" dirty="0">
                          <a:solidFill>
                            <a:schemeClr val="lt1"/>
                          </a:solidFill>
                          <a:latin typeface="Arial Black" pitchFamily="34" charset="0"/>
                          <a:ea typeface="+mn-ea"/>
                          <a:cs typeface="+mn-cs"/>
                        </a:rPr>
                        <a:t>PROPOSAL 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IN" sz="1100" dirty="0">
                          <a:latin typeface="Arial Black" pitchFamily="34" charset="0"/>
                        </a:rPr>
                        <a:t>POST</a:t>
                      </a:r>
                    </a:p>
                    <a:p>
                      <a:pPr algn="ctr"/>
                      <a:r>
                        <a:rPr lang="en-IN" sz="1100" dirty="0">
                          <a:latin typeface="Arial Black" pitchFamily="34" charset="0"/>
                        </a:rPr>
                        <a:t>FROM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IN" sz="1100" dirty="0">
                          <a:latin typeface="Arial Black" pitchFamily="34" charset="0"/>
                        </a:rPr>
                        <a:t>POST</a:t>
                      </a:r>
                    </a:p>
                    <a:p>
                      <a:pPr algn="ctr"/>
                      <a:r>
                        <a:rPr lang="en-IN" sz="1100" dirty="0">
                          <a:latin typeface="Arial Black" pitchFamily="34" charset="0"/>
                        </a:rPr>
                        <a:t>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lang="en-IN" sz="1100" dirty="0">
                          <a:latin typeface="Arial Black" pitchFamily="34" charset="0"/>
                        </a:rPr>
                        <a:t>DPC ALLOTED 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10000"/>
                  </a:ext>
                </a:extLst>
              </a:tr>
              <a:tr h="297180">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a:r>
                        <a:rPr lang="en-IN" sz="1100" dirty="0">
                          <a:latin typeface="Arial Black" pitchFamily="34" charset="0"/>
                        </a:rPr>
                        <a:t>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Arial Black" pitchFamily="34" charset="0"/>
                        </a:rPr>
                        <a:t>M2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Arial Black" pitchFamily="34" charset="0"/>
                        </a:rPr>
                        <a:t>M3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Arial Black" pitchFamily="34" charset="0"/>
                        </a:rPr>
                        <a:t>M4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100" dirty="0">
                          <a:latin typeface="Arial Black" pitchFamily="34" charset="0"/>
                        </a:rPr>
                        <a:t>M5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IN" sz="1000" b="1" dirty="0">
                          <a:latin typeface="Arial Black"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b="1" dirty="0">
                          <a:latin typeface="Arial Black" pitchFamily="34" charset="0"/>
                        </a:rPr>
                        <a:t>HIGHER EDUCATION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b="1" dirty="0">
                          <a:latin typeface="Arial Black" pitchFamily="34" charset="0"/>
                        </a:rPr>
                        <a:t>HE201711111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b="1" dirty="0">
                          <a:latin typeface="Arial Black" pitchFamily="34" charset="0"/>
                        </a:rPr>
                        <a:t>25/06/2026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a:latin typeface="Arial Black" pitchFamily="34" charset="0"/>
                        </a:rPr>
                        <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a:latin typeface="Arial Black" pitchFamily="34" charset="0"/>
                        </a:rPr>
                        <a:t>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IN" sz="1000" b="1" dirty="0">
                          <a:latin typeface="Arial Black"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b="1" dirty="0">
                          <a:latin typeface="Arial Black" pitchFamily="34" charset="0"/>
                        </a:rPr>
                        <a:t>MEDICAL EDUCATION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b="1" dirty="0">
                          <a:latin typeface="Arial Black" pitchFamily="34" charset="0"/>
                        </a:rPr>
                        <a:t>ME20170109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b="1" dirty="0">
                          <a:latin typeface="Arial Black" pitchFamily="34" charset="0"/>
                        </a:rPr>
                        <a:t>01/07/2026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AP</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READER</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IN" sz="1000" b="1" dirty="0">
                          <a:latin typeface="Arial Black"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b="1" dirty="0" err="1">
                          <a:latin typeface="Arial Black" pitchFamily="34" charset="0"/>
                        </a:rPr>
                        <a:t>PWD</a:t>
                      </a:r>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b="1" dirty="0">
                          <a:latin typeface="Arial Black" pitchFamily="34" charset="0"/>
                        </a:rPr>
                        <a:t>PW20171212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0" b="1" dirty="0">
                          <a:latin typeface="Arial Black" pitchFamily="34" charset="0"/>
                        </a:rPr>
                        <a:t>20/05/2025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a:latin typeface="Arial Black" pitchFamily="34" charset="0"/>
                          <a:cs typeface="Arial" pitchFamily="34" charset="0"/>
                        </a:rPr>
                        <a:t>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a:latin typeface="Arial Black" pitchFamily="34" charset="0"/>
                          <a:cs typeface="Arial" pitchFamily="34" charset="0"/>
                        </a:rPr>
                        <a:t>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sz="1000" b="1" dirty="0">
                        <a:latin typeface="Arial Black"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906DE4A6-6922-4D1A-6C1C-0096CF5054C7}"/>
              </a:ext>
            </a:extLst>
          </p:cNvPr>
          <p:cNvSpPr txBox="1"/>
          <p:nvPr/>
        </p:nvSpPr>
        <p:spPr>
          <a:xfrm>
            <a:off x="4512145" y="1121900"/>
            <a:ext cx="6215106" cy="369332"/>
          </a:xfrm>
          <a:prstGeom prst="rect">
            <a:avLst/>
          </a:prstGeom>
          <a:noFill/>
        </p:spPr>
        <p:txBody>
          <a:bodyPr wrap="square" rtlCol="0">
            <a:spAutoFit/>
          </a:bodyPr>
          <a:lstStyle/>
          <a:p>
            <a:pPr algn="ctr"/>
            <a:r>
              <a:rPr lang="en-IN" b="1" dirty="0">
                <a:solidFill>
                  <a:srgbClr val="002060"/>
                </a:solidFill>
              </a:rPr>
              <a:t>ALLOTMENT OF DPC</a:t>
            </a:r>
          </a:p>
        </p:txBody>
      </p:sp>
      <p:sp>
        <p:nvSpPr>
          <p:cNvPr id="6" name="Oval 5">
            <a:extLst>
              <a:ext uri="{FF2B5EF4-FFF2-40B4-BE49-F238E27FC236}">
                <a16:creationId xmlns:a16="http://schemas.microsoft.com/office/drawing/2014/main" id="{0BDE77A7-DBAD-A631-63A5-FDA84AB7EDAC}"/>
              </a:ext>
            </a:extLst>
          </p:cNvPr>
          <p:cNvSpPr/>
          <p:nvPr/>
        </p:nvSpPr>
        <p:spPr>
          <a:xfrm>
            <a:off x="9617581" y="2226808"/>
            <a:ext cx="214314" cy="214314"/>
          </a:xfrm>
          <a:prstGeom prst="ellipse">
            <a:avLst/>
          </a:prstGeom>
          <a:solidFill>
            <a:schemeClr val="accent2">
              <a:lumMod val="75000"/>
            </a:schemeClr>
          </a:solidFill>
          <a:ln w="762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12B6D1E1-0103-65FA-B596-EA7BAEC14E82}"/>
              </a:ext>
            </a:extLst>
          </p:cNvPr>
          <p:cNvSpPr/>
          <p:nvPr/>
        </p:nvSpPr>
        <p:spPr>
          <a:xfrm>
            <a:off x="10481181" y="2590350"/>
            <a:ext cx="214314" cy="214314"/>
          </a:xfrm>
          <a:prstGeom prst="ellipse">
            <a:avLst/>
          </a:prstGeom>
          <a:solidFill>
            <a:schemeClr val="accent2">
              <a:lumMod val="75000"/>
            </a:schemeClr>
          </a:solidFill>
          <a:ln w="762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73954B92-B76F-B30A-6C51-2D83164D38B1}"/>
              </a:ext>
            </a:extLst>
          </p:cNvPr>
          <p:cNvSpPr txBox="1"/>
          <p:nvPr/>
        </p:nvSpPr>
        <p:spPr>
          <a:xfrm>
            <a:off x="4512145" y="3479354"/>
            <a:ext cx="6215106" cy="369332"/>
          </a:xfrm>
          <a:prstGeom prst="rect">
            <a:avLst/>
          </a:prstGeom>
          <a:noFill/>
        </p:spPr>
        <p:txBody>
          <a:bodyPr wrap="square" rtlCol="0">
            <a:spAutoFit/>
          </a:bodyPr>
          <a:lstStyle/>
          <a:p>
            <a:pPr algn="ctr"/>
            <a:r>
              <a:rPr lang="en-IN" b="1" dirty="0">
                <a:solidFill>
                  <a:srgbClr val="002060"/>
                </a:solidFill>
              </a:rPr>
              <a:t>DPC ALLOTMENT REPORT</a:t>
            </a:r>
          </a:p>
        </p:txBody>
      </p:sp>
      <p:graphicFrame>
        <p:nvGraphicFramePr>
          <p:cNvPr id="9" name="Table 8">
            <a:extLst>
              <a:ext uri="{FF2B5EF4-FFF2-40B4-BE49-F238E27FC236}">
                <a16:creationId xmlns:a16="http://schemas.microsoft.com/office/drawing/2014/main" id="{D6ECF9CC-0539-0258-F361-D16EA0037F64}"/>
              </a:ext>
            </a:extLst>
          </p:cNvPr>
          <p:cNvGraphicFramePr>
            <a:graphicFrameLocks noGrp="1"/>
          </p:cNvGraphicFramePr>
          <p:nvPr>
            <p:extLst>
              <p:ext uri="{D42A27DB-BD31-4B8C-83A1-F6EECF244321}">
                <p14:modId xmlns:p14="http://schemas.microsoft.com/office/powerpoint/2010/main" val="3593709262"/>
              </p:ext>
            </p:extLst>
          </p:nvPr>
        </p:nvGraphicFramePr>
        <p:xfrm>
          <a:off x="3520879" y="4000702"/>
          <a:ext cx="8269033" cy="1760220"/>
        </p:xfrm>
        <a:graphic>
          <a:graphicData uri="http://schemas.openxmlformats.org/drawingml/2006/table">
            <a:tbl>
              <a:tblPr firstRow="1" bandRow="1">
                <a:tableStyleId>{10A1B5D5-9B99-4C35-A422-299274C87663}</a:tableStyleId>
              </a:tblPr>
              <a:tblGrid>
                <a:gridCol w="428628">
                  <a:extLst>
                    <a:ext uri="{9D8B030D-6E8A-4147-A177-3AD203B41FA5}">
                      <a16:colId xmlns:a16="http://schemas.microsoft.com/office/drawing/2014/main" val="20000"/>
                    </a:ext>
                  </a:extLst>
                </a:gridCol>
                <a:gridCol w="1469160">
                  <a:extLst>
                    <a:ext uri="{9D8B030D-6E8A-4147-A177-3AD203B41FA5}">
                      <a16:colId xmlns:a16="http://schemas.microsoft.com/office/drawing/2014/main" val="20001"/>
                    </a:ext>
                  </a:extLst>
                </a:gridCol>
                <a:gridCol w="1159933">
                  <a:extLst>
                    <a:ext uri="{9D8B030D-6E8A-4147-A177-3AD203B41FA5}">
                      <a16:colId xmlns:a16="http://schemas.microsoft.com/office/drawing/2014/main" val="20002"/>
                    </a:ext>
                  </a:extLst>
                </a:gridCol>
                <a:gridCol w="1032933">
                  <a:extLst>
                    <a:ext uri="{9D8B030D-6E8A-4147-A177-3AD203B41FA5}">
                      <a16:colId xmlns:a16="http://schemas.microsoft.com/office/drawing/2014/main" val="20003"/>
                    </a:ext>
                  </a:extLst>
                </a:gridCol>
                <a:gridCol w="7112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905934">
                  <a:extLst>
                    <a:ext uri="{9D8B030D-6E8A-4147-A177-3AD203B41FA5}">
                      <a16:colId xmlns:a16="http://schemas.microsoft.com/office/drawing/2014/main" val="20006"/>
                    </a:ext>
                  </a:extLst>
                </a:gridCol>
                <a:gridCol w="838200">
                  <a:extLst>
                    <a:ext uri="{9D8B030D-6E8A-4147-A177-3AD203B41FA5}">
                      <a16:colId xmlns:a16="http://schemas.microsoft.com/office/drawing/2014/main" val="20007"/>
                    </a:ext>
                  </a:extLst>
                </a:gridCol>
                <a:gridCol w="884845">
                  <a:extLst>
                    <a:ext uri="{9D8B030D-6E8A-4147-A177-3AD203B41FA5}">
                      <a16:colId xmlns:a16="http://schemas.microsoft.com/office/drawing/2014/main" val="20008"/>
                    </a:ext>
                  </a:extLst>
                </a:gridCol>
              </a:tblGrid>
              <a:tr h="297180">
                <a:tc>
                  <a:txBody>
                    <a:bodyPr/>
                    <a:lstStyle/>
                    <a:p>
                      <a:pPr algn="ctr"/>
                      <a:r>
                        <a:rPr lang="en-IN" sz="1050" dirty="0">
                          <a:latin typeface="Arial Black" pitchFamily="34" charset="0"/>
                        </a:rPr>
                        <a:t>SN</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DEPARTMENT</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kern="1200" dirty="0">
                          <a:latin typeface="Arial Black" pitchFamily="34" charset="0"/>
                        </a:rPr>
                        <a:t>DPC </a:t>
                      </a:r>
                      <a:r>
                        <a:rPr kumimoji="0" lang="en-IN" sz="1050" kern="1200" dirty="0" err="1">
                          <a:latin typeface="Arial Black" pitchFamily="34" charset="0"/>
                        </a:rPr>
                        <a:t>P.No</a:t>
                      </a:r>
                      <a:r>
                        <a:rPr kumimoji="0" lang="en-IN" sz="1050" kern="1200" dirty="0">
                          <a:latin typeface="Arial Black" pitchFamily="34" charset="0"/>
                        </a:rPr>
                        <a:t>.</a:t>
                      </a:r>
                      <a:endParaRPr kumimoji="0" lang="en-IN" sz="1050" b="1" kern="1200" dirty="0">
                        <a:solidFill>
                          <a:schemeClr val="lt1"/>
                        </a:solidFill>
                        <a:latin typeface="Arial Black" pitchFamily="34" charset="0"/>
                        <a:ea typeface="+mn-ea"/>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kern="1200" dirty="0">
                          <a:latin typeface="Arial Black" pitchFamily="34" charset="0"/>
                        </a:rPr>
                        <a:t>PROPOSAL DATE</a:t>
                      </a:r>
                      <a:endParaRPr kumimoji="0" lang="en-IN" sz="1050" b="1" kern="1200" dirty="0">
                        <a:solidFill>
                          <a:schemeClr val="lt1"/>
                        </a:solidFill>
                        <a:latin typeface="Arial Black" pitchFamily="34" charset="0"/>
                        <a:ea typeface="+mn-ea"/>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POST</a:t>
                      </a:r>
                    </a:p>
                    <a:p>
                      <a:pPr algn="ctr"/>
                      <a:r>
                        <a:rPr lang="en-IN" sz="1050" dirty="0">
                          <a:latin typeface="Arial Black" pitchFamily="34" charset="0"/>
                        </a:rPr>
                        <a:t>FROM</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POST</a:t>
                      </a:r>
                    </a:p>
                    <a:p>
                      <a:pPr algn="ctr"/>
                      <a:r>
                        <a:rPr lang="en-IN" sz="1050" dirty="0">
                          <a:latin typeface="Arial Black" pitchFamily="34" charset="0"/>
                        </a:rPr>
                        <a:t>TO</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DPC ALLOTED TO</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STATUS</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DEFAULT DPC DATE</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IN" sz="1000" dirty="0">
                          <a:latin typeface="Arial Black" pitchFamily="34" charset="0"/>
                        </a:rPr>
                        <a:t>1</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HIGHER EDUCATION</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HE201711111</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a:latin typeface="Arial Black" pitchFamily="34" charset="0"/>
                        </a:rPr>
                        <a:t>25/06/2026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US</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DS</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M1</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PENDING</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00" b="0" kern="1200" dirty="0">
                          <a:solidFill>
                            <a:schemeClr val="dk1"/>
                          </a:solidFill>
                          <a:latin typeface="Arial Black" pitchFamily="34" charset="0"/>
                          <a:ea typeface="+mn-ea"/>
                          <a:cs typeface="+mn-cs"/>
                        </a:rPr>
                        <a:t>10/07/26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IN" sz="1000" dirty="0">
                          <a:latin typeface="Arial Black" pitchFamily="34" charset="0"/>
                        </a:rPr>
                        <a:t>2</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MEDICAL EDUCATION</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ME20170109</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a:latin typeface="Arial Black" pitchFamily="34" charset="0"/>
                        </a:rPr>
                        <a:t>01/07/2026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AP</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READER</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M3</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PENDING</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00" kern="1200" dirty="0">
                          <a:solidFill>
                            <a:schemeClr val="dk1"/>
                          </a:solidFill>
                          <a:latin typeface="Arial Black" pitchFamily="34" charset="0"/>
                          <a:ea typeface="+mn-ea"/>
                          <a:cs typeface="+mn-cs"/>
                        </a:rPr>
                        <a:t>10/07/26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IN" sz="1000" b="1" dirty="0">
                          <a:latin typeface="Arial Black" pitchFamily="34" charset="0"/>
                          <a:cs typeface="Arial"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err="1">
                          <a:latin typeface="Arial Black" pitchFamily="34" charset="0"/>
                        </a:rPr>
                        <a:t>PWD</a:t>
                      </a:r>
                      <a:endParaRPr lang="en-IN" sz="1000" b="1" dirty="0">
                        <a:latin typeface="Arial Black"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a:latin typeface="Arial Black" pitchFamily="34" charset="0"/>
                        </a:rPr>
                        <a:t>PW20171212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a:latin typeface="Arial Black" pitchFamily="34" charset="0"/>
                        </a:rPr>
                        <a:t>20/05/2025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a:latin typeface="Arial Black" pitchFamily="34" charset="0"/>
                          <a:cs typeface="Arial" pitchFamily="34" charset="0"/>
                        </a:rPr>
                        <a:t>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a:latin typeface="Arial Black" pitchFamily="34" charset="0"/>
                          <a:cs typeface="Arial" pitchFamily="34" charset="0"/>
                        </a:rPr>
                        <a:t>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a:latin typeface="Arial Black" pitchFamily="34" charset="0"/>
                          <a:cs typeface="Arial" pitchFamily="34" charset="0"/>
                        </a:rPr>
                        <a:t>M4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dirty="0">
                          <a:latin typeface="Arial Black" pitchFamily="34" charset="0"/>
                        </a:rPr>
                        <a:t>PENDING</a:t>
                      </a:r>
                      <a:endParaRPr lang="en-IN" sz="1000" b="1" dirty="0">
                        <a:latin typeface="Arial Black" pitchFamily="34" charset="0"/>
                        <a:cs typeface="Arial" pitchFamily="34" charset="0"/>
                      </a:endParaRPr>
                    </a:p>
                    <a:p>
                      <a:pPr algn="ct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kern="1200" dirty="0">
                          <a:solidFill>
                            <a:schemeClr val="dk1"/>
                          </a:solidFill>
                          <a:latin typeface="Arial Black" pitchFamily="34" charset="0"/>
                          <a:ea typeface="+mn-ea"/>
                          <a:cs typeface="+mn-cs"/>
                        </a:rPr>
                        <a:t>10/07/26</a:t>
                      </a:r>
                    </a:p>
                    <a:p>
                      <a:pPr algn="ctr"/>
                      <a:endParaRPr kumimoji="0" lang="en-IN" sz="1000" kern="1200" dirty="0">
                        <a:solidFill>
                          <a:schemeClr val="dk1"/>
                        </a:solidFill>
                        <a:latin typeface="Arial Black"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Rounded Rectangle 16">
            <a:extLst>
              <a:ext uri="{FF2B5EF4-FFF2-40B4-BE49-F238E27FC236}">
                <a16:creationId xmlns:a16="http://schemas.microsoft.com/office/drawing/2014/main" id="{12E6B356-EF01-3413-1758-DB93872C1CFB}"/>
              </a:ext>
            </a:extLst>
          </p:cNvPr>
          <p:cNvSpPr/>
          <p:nvPr/>
        </p:nvSpPr>
        <p:spPr>
          <a:xfrm>
            <a:off x="9798557" y="3385056"/>
            <a:ext cx="1928826" cy="428628"/>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IN" dirty="0"/>
              <a:t>DONE</a:t>
            </a:r>
          </a:p>
        </p:txBody>
      </p:sp>
      <p:sp>
        <p:nvSpPr>
          <p:cNvPr id="11" name="Oval 10">
            <a:extLst>
              <a:ext uri="{FF2B5EF4-FFF2-40B4-BE49-F238E27FC236}">
                <a16:creationId xmlns:a16="http://schemas.microsoft.com/office/drawing/2014/main" id="{94CA368D-0E39-37A9-D0F4-453BA8FDFC4E}"/>
              </a:ext>
            </a:extLst>
          </p:cNvPr>
          <p:cNvSpPr/>
          <p:nvPr/>
        </p:nvSpPr>
        <p:spPr>
          <a:xfrm>
            <a:off x="10134138" y="2943728"/>
            <a:ext cx="214314" cy="214314"/>
          </a:xfrm>
          <a:prstGeom prst="ellipse">
            <a:avLst/>
          </a:prstGeom>
          <a:solidFill>
            <a:srgbClr val="FF0000"/>
          </a:solidFill>
          <a:ln w="762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B7C4E686-9EDF-AE65-C85A-8C60DA9D35CC}"/>
              </a:ext>
            </a:extLst>
          </p:cNvPr>
          <p:cNvSpPr/>
          <p:nvPr/>
        </p:nvSpPr>
        <p:spPr>
          <a:xfrm>
            <a:off x="11004094" y="2956428"/>
            <a:ext cx="214314" cy="214314"/>
          </a:xfrm>
          <a:prstGeom prst="ellipse">
            <a:avLst/>
          </a:prstGeom>
          <a:solidFill>
            <a:schemeClr val="accent2">
              <a:lumMod val="75000"/>
            </a:schemeClr>
          </a:solidFill>
          <a:ln w="762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88102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1000"/>
                                        <p:tgtEl>
                                          <p:spTgt spid="4"/>
                                        </p:tgtEl>
                                      </p:cBhvr>
                                    </p:animEffect>
                                  </p:childTnLst>
                                </p:cTn>
                              </p:par>
                            </p:childTnLst>
                          </p:cTn>
                        </p:par>
                        <p:par>
                          <p:cTn id="12" fill="hold">
                            <p:stCondLst>
                              <p:cond delay="2000"/>
                            </p:stCondLst>
                            <p:childTnLst>
                              <p:par>
                                <p:cTn id="13" presetID="1"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53"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fltVal val="0"/>
                                          </p:val>
                                        </p:tav>
                                        <p:tav tm="100000">
                                          <p:val>
                                            <p:strVal val="#ppt_h"/>
                                          </p:val>
                                        </p:tav>
                                      </p:tavLst>
                                    </p:anim>
                                    <p:animEffect transition="in" filter="fade">
                                      <p:cBhvr>
                                        <p:cTn id="33" dur="500"/>
                                        <p:tgtEl>
                                          <p:spTgt spid="10"/>
                                        </p:tgtEl>
                                      </p:cBhvr>
                                    </p:animEffect>
                                  </p:childTnLst>
                                </p:cTn>
                              </p:par>
                            </p:childTnLst>
                          </p:cTn>
                        </p:par>
                        <p:par>
                          <p:cTn id="34" fill="hold">
                            <p:stCondLst>
                              <p:cond delay="500"/>
                            </p:stCondLst>
                            <p:childTnLst>
                              <p:par>
                                <p:cTn id="35" presetID="26" presetClass="emph" presetSubtype="0" fill="hold" grpId="1" nodeType="afterEffect">
                                  <p:stCondLst>
                                    <p:cond delay="0"/>
                                  </p:stCondLst>
                                  <p:childTnLst>
                                    <p:animEffect transition="out" filter="fade">
                                      <p:cBhvr>
                                        <p:cTn id="36" dur="500" tmFilter="0, 0; .2, .5; .8, .5; 1, 0"/>
                                        <p:tgtEl>
                                          <p:spTgt spid="10"/>
                                        </p:tgtEl>
                                      </p:cBhvr>
                                    </p:animEffect>
                                    <p:animScale>
                                      <p:cBhvr>
                                        <p:cTn id="37" dur="250" autoRev="1" fill="hold"/>
                                        <p:tgtEl>
                                          <p:spTgt spid="10"/>
                                        </p:tgtEl>
                                      </p:cBhvr>
                                      <p:by x="105000" y="105000"/>
                                    </p:animScale>
                                  </p:childTnLst>
                                </p:cTn>
                              </p:par>
                            </p:childTnLst>
                          </p:cTn>
                        </p:par>
                      </p:childTnLst>
                    </p:cTn>
                  </p:par>
                  <p:par>
                    <p:cTn id="38" fill="hold">
                      <p:stCondLst>
                        <p:cond delay="indefinite"/>
                      </p:stCondLst>
                      <p:childTnLst>
                        <p:par>
                          <p:cTn id="39" fill="hold">
                            <p:stCondLst>
                              <p:cond delay="0"/>
                            </p:stCondLst>
                            <p:childTnLst>
                              <p:par>
                                <p:cTn id="40" presetID="9" presetClass="exit" presetSubtype="0" fill="hold" grpId="2" nodeType="clickEffect">
                                  <p:stCondLst>
                                    <p:cond delay="0"/>
                                  </p:stCondLst>
                                  <p:childTnLst>
                                    <p:animEffect transition="out" filter="dissolve">
                                      <p:cBhvr>
                                        <p:cTn id="41" dur="500"/>
                                        <p:tgtEl>
                                          <p:spTgt spid="10"/>
                                        </p:tgtEl>
                                      </p:cBhvr>
                                    </p:animEffect>
                                    <p:set>
                                      <p:cBhvr>
                                        <p:cTn id="42" dur="1" fill="hold">
                                          <p:stCondLst>
                                            <p:cond delay="499"/>
                                          </p:stCondLst>
                                        </p:cTn>
                                        <p:tgtEl>
                                          <p:spTgt spid="10"/>
                                        </p:tgtEl>
                                        <p:attrNameLst>
                                          <p:attrName>style.visibility</p:attrName>
                                        </p:attrNameLst>
                                      </p:cBhvr>
                                      <p:to>
                                        <p:strVal val="hidden"/>
                                      </p:to>
                                    </p:set>
                                  </p:childTnLst>
                                </p:cTn>
                              </p:par>
                            </p:childTnLst>
                          </p:cTn>
                        </p:par>
                        <p:par>
                          <p:cTn id="43" fill="hold">
                            <p:stCondLst>
                              <p:cond delay="500"/>
                            </p:stCondLst>
                            <p:childTnLst>
                              <p:par>
                                <p:cTn id="44" presetID="22" presetClass="entr" presetSubtype="1" fill="hold" grpId="0"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up)">
                                      <p:cBhvr>
                                        <p:cTn id="46" dur="500"/>
                                        <p:tgtEl>
                                          <p:spTgt spid="8"/>
                                        </p:tgtEl>
                                      </p:cBhvr>
                                    </p:animEffect>
                                  </p:childTnLst>
                                </p:cTn>
                              </p:par>
                            </p:childTnLst>
                          </p:cTn>
                        </p:par>
                        <p:par>
                          <p:cTn id="47" fill="hold">
                            <p:stCondLst>
                              <p:cond delay="1000"/>
                            </p:stCondLst>
                            <p:childTnLst>
                              <p:par>
                                <p:cTn id="48" presetID="22" presetClass="entr" presetSubtype="1" fill="hold" nodeType="after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up)">
                                      <p:cBhvr>
                                        <p:cTn id="5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p:bldP spid="10" grpId="0" animBg="1"/>
      <p:bldP spid="10" grpId="1" animBg="1"/>
      <p:bldP spid="10" grpId="2" animBg="1"/>
      <p:bldP spid="11" grpId="0" animBg="1"/>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A9767-716F-1ACC-C865-1BDE1A8DE0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CFD10-6943-DEDD-B401-1DB29A9C993A}"/>
              </a:ext>
            </a:extLst>
          </p:cNvPr>
          <p:cNvSpPr>
            <a:spLocks noGrp="1"/>
          </p:cNvSpPr>
          <p:nvPr>
            <p:ph type="title"/>
          </p:nvPr>
        </p:nvSpPr>
        <p:spPr>
          <a:xfrm>
            <a:off x="0" y="1399032"/>
            <a:ext cx="3048000" cy="3450760"/>
          </a:xfrm>
        </p:spPr>
        <p:txBody>
          <a:bodyPr/>
          <a:lstStyle/>
          <a:p>
            <a:pPr algn="ctr">
              <a:lnSpc>
                <a:spcPct val="150000"/>
              </a:lnSpc>
            </a:pPr>
            <a:r>
              <a:rPr lang="en-IN" sz="2400" b="1" dirty="0">
                <a:effectLst>
                  <a:outerShdw blurRad="38100" dist="38100" dir="2700000" algn="tl">
                    <a:srgbClr val="000000">
                      <a:alpha val="43137"/>
                    </a:srgbClr>
                  </a:outerShdw>
                </a:effectLst>
              </a:rPr>
              <a:t>ACTION ON </a:t>
            </a:r>
            <a:r>
              <a:rPr lang="en-IN" sz="2400" b="1" dirty="0" err="1">
                <a:effectLst>
                  <a:outerShdw blurRad="38100" dist="38100" dir="2700000" algn="tl">
                    <a:srgbClr val="000000">
                      <a:alpha val="43137"/>
                    </a:srgbClr>
                  </a:outerShdw>
                </a:effectLst>
              </a:rPr>
              <a:t>dpc</a:t>
            </a:r>
            <a:r>
              <a:rPr lang="en-IN" sz="2400" b="1" dirty="0">
                <a:effectLst>
                  <a:outerShdw blurRad="38100" dist="38100" dir="2700000" algn="tl">
                    <a:srgbClr val="000000">
                      <a:alpha val="43137"/>
                    </a:srgbClr>
                  </a:outerShdw>
                </a:effectLst>
              </a:rPr>
              <a:t> proposal BY </a:t>
            </a:r>
            <a:r>
              <a:rPr lang="en-IN" sz="2400" b="1" dirty="0" err="1">
                <a:effectLst>
                  <a:outerShdw blurRad="38100" dist="38100" dir="2700000" algn="tl">
                    <a:srgbClr val="000000">
                      <a:alpha val="43137"/>
                    </a:srgbClr>
                  </a:outerShdw>
                </a:effectLst>
              </a:rPr>
              <a:t>cgpsc</a:t>
            </a: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LOGIN </a:t>
            </a:r>
            <a:br>
              <a:rPr lang="en-IN" sz="2400" b="1" dirty="0">
                <a:solidFill>
                  <a:schemeClr val="accent3">
                    <a:lumMod val="50000"/>
                  </a:schemeClr>
                </a:solidFill>
                <a:effectLst>
                  <a:outerShdw blurRad="38100" dist="38100" dir="2700000" algn="tl">
                    <a:srgbClr val="000000">
                      <a:alpha val="43137"/>
                    </a:srgbClr>
                  </a:outerShdw>
                </a:effectLst>
              </a:rPr>
            </a:br>
            <a:r>
              <a:rPr lang="en-IN" sz="2000" b="1" dirty="0">
                <a:solidFill>
                  <a:schemeClr val="accent3">
                    <a:lumMod val="50000"/>
                  </a:schemeClr>
                </a:solidFill>
                <a:effectLst>
                  <a:outerShdw blurRad="38100" dist="38100" dir="2700000" algn="tl">
                    <a:srgbClr val="000000">
                      <a:alpha val="43137"/>
                    </a:srgbClr>
                  </a:outerShdw>
                </a:effectLst>
              </a:rPr>
              <a:t>(HON'BLE MEMBER)</a:t>
            </a:r>
            <a:br>
              <a:rPr lang="en-US" sz="2800" dirty="0"/>
            </a:br>
            <a:endParaRPr lang="en-US" sz="3200" dirty="0"/>
          </a:p>
        </p:txBody>
      </p:sp>
      <p:sp>
        <p:nvSpPr>
          <p:cNvPr id="12" name="Footer Placeholder 11">
            <a:extLst>
              <a:ext uri="{FF2B5EF4-FFF2-40B4-BE49-F238E27FC236}">
                <a16:creationId xmlns:a16="http://schemas.microsoft.com/office/drawing/2014/main" id="{0EA9B8BD-A44C-A052-8DEF-5ED90047E42D}"/>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6AF12675-3AE6-813F-58E3-B822E9C31CDC}"/>
              </a:ext>
            </a:extLst>
          </p:cNvPr>
          <p:cNvSpPr>
            <a:spLocks noGrp="1"/>
          </p:cNvSpPr>
          <p:nvPr>
            <p:ph type="sldNum" sz="quarter" idx="12"/>
          </p:nvPr>
        </p:nvSpPr>
        <p:spPr/>
        <p:txBody>
          <a:bodyPr/>
          <a:lstStyle/>
          <a:p>
            <a:fld id="{5BFCF61C-3B18-4C03-8326-CC3B32D710C9}" type="slidenum">
              <a:rPr lang="en-US" smtClean="0"/>
              <a:pPr/>
              <a:t>29</a:t>
            </a:fld>
            <a:endParaRPr lang="en-US" dirty="0"/>
          </a:p>
        </p:txBody>
      </p:sp>
      <p:sp>
        <p:nvSpPr>
          <p:cNvPr id="3" name="Rectangle 2">
            <a:extLst>
              <a:ext uri="{FF2B5EF4-FFF2-40B4-BE49-F238E27FC236}">
                <a16:creationId xmlns:a16="http://schemas.microsoft.com/office/drawing/2014/main" id="{84EE97DA-F46A-5A23-AFBE-A44B20A5B587}"/>
              </a:ext>
            </a:extLst>
          </p:cNvPr>
          <p:cNvSpPr/>
          <p:nvPr/>
        </p:nvSpPr>
        <p:spPr>
          <a:xfrm>
            <a:off x="3470748" y="1025612"/>
            <a:ext cx="8429684" cy="5072098"/>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endParaRPr lang="en-US" dirty="0">
              <a:solidFill>
                <a:srgbClr val="0070C0"/>
              </a:solidFill>
            </a:endParaRPr>
          </a:p>
        </p:txBody>
      </p:sp>
      <p:grpSp>
        <p:nvGrpSpPr>
          <p:cNvPr id="5" name="Group 10">
            <a:extLst>
              <a:ext uri="{FF2B5EF4-FFF2-40B4-BE49-F238E27FC236}">
                <a16:creationId xmlns:a16="http://schemas.microsoft.com/office/drawing/2014/main" id="{952816F7-C5C1-CF29-A250-23F05113C6EB}"/>
              </a:ext>
            </a:extLst>
          </p:cNvPr>
          <p:cNvGrpSpPr/>
          <p:nvPr/>
        </p:nvGrpSpPr>
        <p:grpSpPr>
          <a:xfrm>
            <a:off x="3827938" y="1169132"/>
            <a:ext cx="7715304" cy="4714264"/>
            <a:chOff x="1142976" y="1571612"/>
            <a:chExt cx="6429420" cy="3715420"/>
          </a:xfrm>
        </p:grpSpPr>
        <p:pic>
          <p:nvPicPr>
            <p:cNvPr id="6" name="Picture 5" descr="LOGIN_FORM.PNG">
              <a:extLst>
                <a:ext uri="{FF2B5EF4-FFF2-40B4-BE49-F238E27FC236}">
                  <a16:creationId xmlns:a16="http://schemas.microsoft.com/office/drawing/2014/main" id="{E158917E-6EE2-22BE-8CDA-7EF807C7D02B}"/>
                </a:ext>
              </a:extLst>
            </p:cNvPr>
            <p:cNvPicPr>
              <a:picLocks noChangeAspect="1"/>
            </p:cNvPicPr>
            <p:nvPr/>
          </p:nvPicPr>
          <p:blipFill>
            <a:blip r:embed="rId3"/>
            <a:stretch>
              <a:fillRect/>
            </a:stretch>
          </p:blipFill>
          <p:spPr>
            <a:xfrm>
              <a:off x="1142976" y="1571612"/>
              <a:ext cx="6429420" cy="3715420"/>
            </a:xfrm>
            <a:prstGeom prst="rect">
              <a:avLst/>
            </a:prstGeom>
          </p:spPr>
        </p:pic>
        <p:sp>
          <p:nvSpPr>
            <p:cNvPr id="7" name="TextBox 6">
              <a:extLst>
                <a:ext uri="{FF2B5EF4-FFF2-40B4-BE49-F238E27FC236}">
                  <a16:creationId xmlns:a16="http://schemas.microsoft.com/office/drawing/2014/main" id="{B8A75D55-5E8C-AEF3-867C-0341B40649F4}"/>
                </a:ext>
              </a:extLst>
            </p:cNvPr>
            <p:cNvSpPr txBox="1"/>
            <p:nvPr/>
          </p:nvSpPr>
          <p:spPr>
            <a:xfrm>
              <a:off x="1142976" y="2500306"/>
              <a:ext cx="6429420" cy="291079"/>
            </a:xfrm>
            <a:prstGeom prst="rect">
              <a:avLst/>
            </a:prstGeom>
            <a:solidFill>
              <a:schemeClr val="tx1">
                <a:lumMod val="75000"/>
                <a:lumOff val="25000"/>
              </a:schemeClr>
            </a:solidFill>
          </p:spPr>
          <p:txBody>
            <a:bodyPr wrap="square" rtlCol="0">
              <a:spAutoFit/>
            </a:bodyPr>
            <a:lstStyle/>
            <a:p>
              <a:pPr algn="ctr"/>
              <a:r>
                <a:rPr lang="hi-IN" dirty="0">
                  <a:solidFill>
                    <a:schemeClr val="bg1"/>
                  </a:solidFill>
                  <a:latin typeface="Arial" pitchFamily="34" charset="0"/>
                  <a:cs typeface="Arial" pitchFamily="34" charset="0"/>
                </a:rPr>
                <a:t>LOGIN PAGE FOR HON’BLE </a:t>
              </a:r>
              <a:r>
                <a:rPr lang="en-IN" dirty="0">
                  <a:solidFill>
                    <a:schemeClr val="bg1"/>
                  </a:solidFill>
                  <a:latin typeface="Arial" pitchFamily="34" charset="0"/>
                  <a:cs typeface="Arial" pitchFamily="34" charset="0"/>
                </a:rPr>
                <a:t>MEMBER</a:t>
              </a:r>
              <a:r>
                <a:rPr lang="hi-IN" dirty="0">
                  <a:solidFill>
                    <a:schemeClr val="bg1"/>
                  </a:solidFill>
                  <a:latin typeface="Arial" pitchFamily="34" charset="0"/>
                  <a:cs typeface="Arial" pitchFamily="34" charset="0"/>
                </a:rPr>
                <a:t> (TO WHOM DPC IS ALLOTED )</a:t>
              </a:r>
              <a:r>
                <a:rPr lang="hi-IN" dirty="0">
                  <a:latin typeface="Arial" pitchFamily="34" charset="0"/>
                  <a:cs typeface="Arial" pitchFamily="34" charset="0"/>
                </a:rPr>
                <a:t> </a:t>
              </a:r>
              <a:endParaRPr lang="en-IN" dirty="0">
                <a:latin typeface="Arial" pitchFamily="34" charset="0"/>
                <a:cs typeface="Arial" pitchFamily="34" charset="0"/>
              </a:endParaRPr>
            </a:p>
          </p:txBody>
        </p:sp>
        <p:sp>
          <p:nvSpPr>
            <p:cNvPr id="8" name="TextBox 7">
              <a:extLst>
                <a:ext uri="{FF2B5EF4-FFF2-40B4-BE49-F238E27FC236}">
                  <a16:creationId xmlns:a16="http://schemas.microsoft.com/office/drawing/2014/main" id="{12067E19-C8C0-4D4B-A845-C299B206EF42}"/>
                </a:ext>
              </a:extLst>
            </p:cNvPr>
            <p:cNvSpPr txBox="1"/>
            <p:nvPr/>
          </p:nvSpPr>
          <p:spPr>
            <a:xfrm>
              <a:off x="1214414" y="3286124"/>
              <a:ext cx="6215106" cy="369332"/>
            </a:xfrm>
            <a:prstGeom prst="rect">
              <a:avLst/>
            </a:prstGeom>
            <a:solidFill>
              <a:schemeClr val="bg1"/>
            </a:solidFill>
          </p:spPr>
          <p:txBody>
            <a:bodyPr wrap="square" rtlCol="0">
              <a:spAutoFit/>
            </a:bodyPr>
            <a:lstStyle/>
            <a:p>
              <a:endParaRPr lang="en-IN" dirty="0"/>
            </a:p>
          </p:txBody>
        </p:sp>
      </p:grpSp>
    </p:spTree>
    <p:extLst>
      <p:ext uri="{BB962C8B-B14F-4D97-AF65-F5344CB8AC3E}">
        <p14:creationId xmlns:p14="http://schemas.microsoft.com/office/powerpoint/2010/main" val="2804897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71830-E3CA-6E09-B629-F411FEA73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B59B1-AA9D-C52E-978F-8CE9F2C83CCC}"/>
              </a:ext>
            </a:extLst>
          </p:cNvPr>
          <p:cNvSpPr>
            <a:spLocks noGrp="1"/>
          </p:cNvSpPr>
          <p:nvPr>
            <p:ph type="title"/>
          </p:nvPr>
        </p:nvSpPr>
        <p:spPr>
          <a:xfrm>
            <a:off x="0" y="1399032"/>
            <a:ext cx="3048000" cy="1682749"/>
          </a:xfrm>
        </p:spPr>
        <p:txBody>
          <a:bodyPr/>
          <a:lstStyle/>
          <a:p>
            <a:pPr algn="ctr">
              <a:lnSpc>
                <a:spcPct val="150000"/>
              </a:lnSpc>
            </a:pPr>
            <a:r>
              <a:rPr lang="en-IN" sz="2400" b="1" dirty="0">
                <a:effectLst>
                  <a:outerShdw blurRad="38100" dist="38100" dir="2700000" algn="tl">
                    <a:srgbClr val="000000">
                      <a:alpha val="43137"/>
                    </a:srgbClr>
                  </a:outerShdw>
                </a:effectLst>
              </a:rPr>
              <a:t>ACTION ON </a:t>
            </a:r>
            <a:r>
              <a:rPr lang="en-IN" sz="2400" b="1" dirty="0" err="1">
                <a:effectLst>
                  <a:outerShdw blurRad="38100" dist="38100" dir="2700000" algn="tl">
                    <a:srgbClr val="000000">
                      <a:alpha val="43137"/>
                    </a:srgbClr>
                  </a:outerShdw>
                </a:effectLst>
              </a:rPr>
              <a:t>dpc</a:t>
            </a:r>
            <a:r>
              <a:rPr lang="en-IN" sz="2400" b="1" dirty="0">
                <a:effectLst>
                  <a:outerShdw blurRad="38100" dist="38100" dir="2700000" algn="tl">
                    <a:srgbClr val="000000">
                      <a:alpha val="43137"/>
                    </a:srgbClr>
                  </a:outerShdw>
                </a:effectLst>
              </a:rPr>
              <a:t> proposal BY </a:t>
            </a:r>
            <a:r>
              <a:rPr lang="en-IN" sz="2400" b="1" dirty="0" err="1">
                <a:effectLst>
                  <a:outerShdw blurRad="38100" dist="38100" dir="2700000" algn="tl">
                    <a:srgbClr val="000000">
                      <a:alpha val="43137"/>
                    </a:srgbClr>
                  </a:outerShdw>
                </a:effectLst>
              </a:rPr>
              <a:t>cgpsc</a:t>
            </a: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SCHEDULING</a:t>
            </a:r>
            <a:br>
              <a:rPr lang="en-US" sz="3200" dirty="0"/>
            </a:br>
            <a:endParaRPr lang="en-US" sz="3200" dirty="0"/>
          </a:p>
        </p:txBody>
      </p:sp>
      <p:sp>
        <p:nvSpPr>
          <p:cNvPr id="12" name="Footer Placeholder 11">
            <a:extLst>
              <a:ext uri="{FF2B5EF4-FFF2-40B4-BE49-F238E27FC236}">
                <a16:creationId xmlns:a16="http://schemas.microsoft.com/office/drawing/2014/main" id="{1D53AA9E-5CD9-E849-E8C5-60427D38CF54}"/>
              </a:ext>
            </a:extLst>
          </p:cNvPr>
          <p:cNvSpPr>
            <a:spLocks noGrp="1"/>
          </p:cNvSpPr>
          <p:nvPr>
            <p:ph type="ftr" sz="quarter" idx="11"/>
          </p:nvPr>
        </p:nvSpPr>
        <p:spPr/>
        <p:txBody>
          <a:bodyPr/>
          <a:lstStyle/>
          <a:p>
            <a:r>
              <a:rPr lang="en-US" dirty="0"/>
              <a:t>Online DPC</a:t>
            </a:r>
          </a:p>
        </p:txBody>
      </p:sp>
      <p:sp>
        <p:nvSpPr>
          <p:cNvPr id="3" name="Rectangle 2">
            <a:extLst>
              <a:ext uri="{FF2B5EF4-FFF2-40B4-BE49-F238E27FC236}">
                <a16:creationId xmlns:a16="http://schemas.microsoft.com/office/drawing/2014/main" id="{2B8D5877-B1E0-8EF0-58F5-356664D52E19}"/>
              </a:ext>
            </a:extLst>
          </p:cNvPr>
          <p:cNvSpPr/>
          <p:nvPr/>
        </p:nvSpPr>
        <p:spPr>
          <a:xfrm>
            <a:off x="3366575" y="989040"/>
            <a:ext cx="8429684" cy="507209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pPr algn="just"/>
            <a:endParaRPr lang="en-US" dirty="0">
              <a:solidFill>
                <a:srgbClr val="0070C0"/>
              </a:solidFill>
            </a:endParaRPr>
          </a:p>
        </p:txBody>
      </p:sp>
      <p:sp>
        <p:nvSpPr>
          <p:cNvPr id="4" name="TextBox 3">
            <a:extLst>
              <a:ext uri="{FF2B5EF4-FFF2-40B4-BE49-F238E27FC236}">
                <a16:creationId xmlns:a16="http://schemas.microsoft.com/office/drawing/2014/main" id="{2563166F-8E5D-ABDA-DEAD-45FE644DD6CD}"/>
              </a:ext>
            </a:extLst>
          </p:cNvPr>
          <p:cNvSpPr txBox="1"/>
          <p:nvPr/>
        </p:nvSpPr>
        <p:spPr>
          <a:xfrm>
            <a:off x="4152393" y="1060478"/>
            <a:ext cx="6786610" cy="338554"/>
          </a:xfrm>
          <a:prstGeom prst="rect">
            <a:avLst/>
          </a:prstGeom>
          <a:noFill/>
        </p:spPr>
        <p:txBody>
          <a:bodyPr wrap="square" rtlCol="0">
            <a:spAutoFit/>
          </a:bodyPr>
          <a:lstStyle/>
          <a:p>
            <a:pPr algn="ctr"/>
            <a:r>
              <a:rPr lang="en-IN" sz="1600" b="1" dirty="0">
                <a:solidFill>
                  <a:srgbClr val="002060"/>
                </a:solidFill>
              </a:rPr>
              <a:t>ACCEPTANCE OF DPC AND SCHEDULING</a:t>
            </a:r>
          </a:p>
        </p:txBody>
      </p:sp>
      <p:graphicFrame>
        <p:nvGraphicFramePr>
          <p:cNvPr id="5" name="Table 4">
            <a:extLst>
              <a:ext uri="{FF2B5EF4-FFF2-40B4-BE49-F238E27FC236}">
                <a16:creationId xmlns:a16="http://schemas.microsoft.com/office/drawing/2014/main" id="{E904810B-C32B-3E42-C671-5E681B0B90BA}"/>
              </a:ext>
            </a:extLst>
          </p:cNvPr>
          <p:cNvGraphicFramePr>
            <a:graphicFrameLocks noGrp="1"/>
          </p:cNvGraphicFramePr>
          <p:nvPr>
            <p:extLst>
              <p:ext uri="{D42A27DB-BD31-4B8C-83A1-F6EECF244321}">
                <p14:modId xmlns:p14="http://schemas.microsoft.com/office/powerpoint/2010/main" val="2800179405"/>
              </p:ext>
            </p:extLst>
          </p:nvPr>
        </p:nvGraphicFramePr>
        <p:xfrm>
          <a:off x="3371380" y="1560544"/>
          <a:ext cx="8398549" cy="807720"/>
        </p:xfrm>
        <a:graphic>
          <a:graphicData uri="http://schemas.openxmlformats.org/drawingml/2006/table">
            <a:tbl>
              <a:tblPr firstRow="1" bandRow="1">
                <a:tableStyleId>{10A1B5D5-9B99-4C35-A422-299274C87663}</a:tableStyleId>
              </a:tblPr>
              <a:tblGrid>
                <a:gridCol w="428628">
                  <a:extLst>
                    <a:ext uri="{9D8B030D-6E8A-4147-A177-3AD203B41FA5}">
                      <a16:colId xmlns:a16="http://schemas.microsoft.com/office/drawing/2014/main" val="20000"/>
                    </a:ext>
                  </a:extLst>
                </a:gridCol>
                <a:gridCol w="1566831">
                  <a:extLst>
                    <a:ext uri="{9D8B030D-6E8A-4147-A177-3AD203B41FA5}">
                      <a16:colId xmlns:a16="http://schemas.microsoft.com/office/drawing/2014/main" val="20001"/>
                    </a:ext>
                  </a:extLst>
                </a:gridCol>
                <a:gridCol w="1188116">
                  <a:extLst>
                    <a:ext uri="{9D8B030D-6E8A-4147-A177-3AD203B41FA5}">
                      <a16:colId xmlns:a16="http://schemas.microsoft.com/office/drawing/2014/main" val="20002"/>
                    </a:ext>
                  </a:extLst>
                </a:gridCol>
                <a:gridCol w="1071570">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785818">
                  <a:extLst>
                    <a:ext uri="{9D8B030D-6E8A-4147-A177-3AD203B41FA5}">
                      <a16:colId xmlns:a16="http://schemas.microsoft.com/office/drawing/2014/main" val="20005"/>
                    </a:ext>
                  </a:extLst>
                </a:gridCol>
                <a:gridCol w="1000132">
                  <a:extLst>
                    <a:ext uri="{9D8B030D-6E8A-4147-A177-3AD203B41FA5}">
                      <a16:colId xmlns:a16="http://schemas.microsoft.com/office/drawing/2014/main" val="20006"/>
                    </a:ext>
                  </a:extLst>
                </a:gridCol>
                <a:gridCol w="857256">
                  <a:extLst>
                    <a:ext uri="{9D8B030D-6E8A-4147-A177-3AD203B41FA5}">
                      <a16:colId xmlns:a16="http://schemas.microsoft.com/office/drawing/2014/main" val="20007"/>
                    </a:ext>
                  </a:extLst>
                </a:gridCol>
                <a:gridCol w="857256">
                  <a:extLst>
                    <a:ext uri="{9D8B030D-6E8A-4147-A177-3AD203B41FA5}">
                      <a16:colId xmlns:a16="http://schemas.microsoft.com/office/drawing/2014/main" val="20008"/>
                    </a:ext>
                  </a:extLst>
                </a:gridCol>
              </a:tblGrid>
              <a:tr h="297180">
                <a:tc>
                  <a:txBody>
                    <a:bodyPr/>
                    <a:lstStyle/>
                    <a:p>
                      <a:pPr algn="ctr"/>
                      <a:r>
                        <a:rPr lang="en-IN" sz="1050" dirty="0">
                          <a:latin typeface="Arial Black" pitchFamily="34" charset="0"/>
                        </a:rPr>
                        <a:t>SN</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DEPARTMENT</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kern="1200" dirty="0">
                          <a:latin typeface="Arial Black" pitchFamily="34" charset="0"/>
                        </a:rPr>
                        <a:t>DPC </a:t>
                      </a:r>
                      <a:r>
                        <a:rPr kumimoji="0" lang="en-IN" sz="1050" kern="1200" dirty="0" err="1">
                          <a:latin typeface="Arial Black" pitchFamily="34" charset="0"/>
                        </a:rPr>
                        <a:t>P.No</a:t>
                      </a:r>
                      <a:r>
                        <a:rPr kumimoji="0" lang="en-IN" sz="1050" kern="1200" dirty="0">
                          <a:latin typeface="Arial Black" pitchFamily="34" charset="0"/>
                        </a:rPr>
                        <a:t>.</a:t>
                      </a:r>
                      <a:endParaRPr kumimoji="0" lang="en-IN" sz="1050" b="1" kern="1200" dirty="0">
                        <a:solidFill>
                          <a:schemeClr val="lt1"/>
                        </a:solidFill>
                        <a:latin typeface="Arial Black" pitchFamily="34" charset="0"/>
                        <a:ea typeface="+mn-ea"/>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kern="1200" dirty="0">
                          <a:latin typeface="Arial Black" pitchFamily="34" charset="0"/>
                        </a:rPr>
                        <a:t>PROPOSAL DATE</a:t>
                      </a:r>
                      <a:endParaRPr kumimoji="0" lang="en-IN" sz="1050" b="1" kern="1200" dirty="0">
                        <a:solidFill>
                          <a:schemeClr val="lt1"/>
                        </a:solidFill>
                        <a:latin typeface="Arial Black" pitchFamily="34" charset="0"/>
                        <a:ea typeface="+mn-ea"/>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POST</a:t>
                      </a:r>
                    </a:p>
                    <a:p>
                      <a:pPr algn="ctr"/>
                      <a:r>
                        <a:rPr lang="en-IN" sz="1050" dirty="0">
                          <a:latin typeface="Arial Black" pitchFamily="34" charset="0"/>
                        </a:rPr>
                        <a:t>FROM</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POST</a:t>
                      </a:r>
                    </a:p>
                    <a:p>
                      <a:pPr algn="ctr"/>
                      <a:r>
                        <a:rPr lang="en-IN" sz="1050" dirty="0">
                          <a:latin typeface="Arial Black" pitchFamily="34" charset="0"/>
                        </a:rPr>
                        <a:t>TO</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cs typeface="Arial" pitchFamily="34" charset="0"/>
                        </a:rPr>
                        <a:t>SCHEDULING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DPC DATE</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DPC TIME</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IN" sz="1000" dirty="0">
                          <a:latin typeface="Arial Black" pitchFamily="34" charset="0"/>
                        </a:rPr>
                        <a:t>1</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HIGHER EDUCATION</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HE201711111</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25/06/2026</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US</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Arial Black" pitchFamily="34" charset="0"/>
                        </a:rPr>
                        <a:t>DS</a:t>
                      </a: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6" name="Rounded Rectangle 12">
            <a:extLst>
              <a:ext uri="{FF2B5EF4-FFF2-40B4-BE49-F238E27FC236}">
                <a16:creationId xmlns:a16="http://schemas.microsoft.com/office/drawing/2014/main" id="{CA0263DF-49A6-25AB-5493-CE82A6ED1855}"/>
              </a:ext>
            </a:extLst>
          </p:cNvPr>
          <p:cNvSpPr/>
          <p:nvPr/>
        </p:nvSpPr>
        <p:spPr>
          <a:xfrm>
            <a:off x="9724557" y="2632114"/>
            <a:ext cx="1928826" cy="428628"/>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400" b="1" dirty="0">
                <a:effectLst>
                  <a:outerShdw blurRad="38100" dist="38100" dir="2700000" algn="tl">
                    <a:srgbClr val="000000">
                      <a:alpha val="43137"/>
                    </a:srgbClr>
                  </a:outerShdw>
                </a:effectLst>
              </a:rPr>
              <a:t>DONE</a:t>
            </a:r>
          </a:p>
        </p:txBody>
      </p:sp>
      <p:sp>
        <p:nvSpPr>
          <p:cNvPr id="7" name="Rectangle 6">
            <a:extLst>
              <a:ext uri="{FF2B5EF4-FFF2-40B4-BE49-F238E27FC236}">
                <a16:creationId xmlns:a16="http://schemas.microsoft.com/office/drawing/2014/main" id="{D197EA82-52DE-981B-7778-57260F29A03A}"/>
              </a:ext>
            </a:extLst>
          </p:cNvPr>
          <p:cNvSpPr/>
          <p:nvPr/>
        </p:nvSpPr>
        <p:spPr>
          <a:xfrm>
            <a:off x="9930933" y="2060610"/>
            <a:ext cx="1117608" cy="229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solidFill>
                  <a:srgbClr val="002060"/>
                </a:solidFill>
                <a:latin typeface="Arial Black" pitchFamily="34" charset="0"/>
              </a:rPr>
              <a:t>12/07/2026</a:t>
            </a:r>
            <a:endParaRPr lang="en-IN" sz="900" b="1" dirty="0">
              <a:solidFill>
                <a:srgbClr val="002060"/>
              </a:solidFill>
              <a:latin typeface="Arial Black" pitchFamily="34" charset="0"/>
            </a:endParaRPr>
          </a:p>
        </p:txBody>
      </p:sp>
      <p:sp>
        <p:nvSpPr>
          <p:cNvPr id="8" name="Rectangle 7">
            <a:extLst>
              <a:ext uri="{FF2B5EF4-FFF2-40B4-BE49-F238E27FC236}">
                <a16:creationId xmlns:a16="http://schemas.microsoft.com/office/drawing/2014/main" id="{4D6B80C7-5D9D-5B38-4CC7-6C37C67CE978}"/>
              </a:ext>
            </a:extLst>
          </p:cNvPr>
          <p:cNvSpPr/>
          <p:nvPr/>
        </p:nvSpPr>
        <p:spPr>
          <a:xfrm>
            <a:off x="10896799" y="2060610"/>
            <a:ext cx="928694" cy="214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50" b="1" dirty="0">
                <a:solidFill>
                  <a:srgbClr val="002060"/>
                </a:solidFill>
                <a:latin typeface="Arial Black" pitchFamily="34" charset="0"/>
              </a:rPr>
              <a:t>02:00 PM</a:t>
            </a:r>
          </a:p>
        </p:txBody>
      </p:sp>
      <p:pic>
        <p:nvPicPr>
          <p:cNvPr id="9" name="Picture 8" descr="EMPTY_MSG_BOX - Copy (3).jpg">
            <a:extLst>
              <a:ext uri="{FF2B5EF4-FFF2-40B4-BE49-F238E27FC236}">
                <a16:creationId xmlns:a16="http://schemas.microsoft.com/office/drawing/2014/main" id="{14E71538-F0E6-1240-40F7-7784DE8F6CA7}"/>
              </a:ext>
            </a:extLst>
          </p:cNvPr>
          <p:cNvPicPr>
            <a:picLocks noChangeAspect="1"/>
          </p:cNvPicPr>
          <p:nvPr/>
        </p:nvPicPr>
        <p:blipFill>
          <a:blip r:embed="rId3"/>
          <a:stretch>
            <a:fillRect/>
          </a:stretch>
        </p:blipFill>
        <p:spPr>
          <a:xfrm>
            <a:off x="6193952" y="3185306"/>
            <a:ext cx="2933700" cy="2667000"/>
          </a:xfrm>
          <a:prstGeom prst="rect">
            <a:avLst/>
          </a:prstGeom>
        </p:spPr>
      </p:pic>
      <p:sp>
        <p:nvSpPr>
          <p:cNvPr id="10" name="Rounded Rectangle 15">
            <a:extLst>
              <a:ext uri="{FF2B5EF4-FFF2-40B4-BE49-F238E27FC236}">
                <a16:creationId xmlns:a16="http://schemas.microsoft.com/office/drawing/2014/main" id="{B3014A35-7AD1-CBB2-89B9-3881A56E004F}"/>
              </a:ext>
            </a:extLst>
          </p:cNvPr>
          <p:cNvSpPr/>
          <p:nvPr/>
        </p:nvSpPr>
        <p:spPr>
          <a:xfrm>
            <a:off x="3580889" y="2632114"/>
            <a:ext cx="1928826" cy="428628"/>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400" b="1" dirty="0">
                <a:effectLst>
                  <a:outerShdw blurRad="38100" dist="38100" dir="2700000" algn="tl">
                    <a:srgbClr val="000000">
                      <a:alpha val="43137"/>
                    </a:srgbClr>
                  </a:outerShdw>
                </a:effectLst>
              </a:rPr>
              <a:t>RE-ALLOTMENT</a:t>
            </a:r>
          </a:p>
        </p:txBody>
      </p:sp>
      <p:sp>
        <p:nvSpPr>
          <p:cNvPr id="11" name="Rounded Rectangle 17">
            <a:extLst>
              <a:ext uri="{FF2B5EF4-FFF2-40B4-BE49-F238E27FC236}">
                <a16:creationId xmlns:a16="http://schemas.microsoft.com/office/drawing/2014/main" id="{999E3D56-B3C0-3A28-4742-0E6F18FA0D9C}"/>
              </a:ext>
            </a:extLst>
          </p:cNvPr>
          <p:cNvSpPr/>
          <p:nvPr/>
        </p:nvSpPr>
        <p:spPr>
          <a:xfrm>
            <a:off x="6652723" y="2632114"/>
            <a:ext cx="1928826" cy="428628"/>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400" b="1" dirty="0">
                <a:effectLst>
                  <a:outerShdw blurRad="38100" dist="38100" dir="2700000" algn="tl">
                    <a:srgbClr val="000000">
                      <a:alpha val="43137"/>
                    </a:srgbClr>
                  </a:outerShdw>
                </a:effectLst>
              </a:rPr>
              <a:t>(RE)</a:t>
            </a:r>
            <a:r>
              <a:rPr lang="hi-IN" sz="1400" b="1" dirty="0">
                <a:effectLst>
                  <a:outerShdw blurRad="38100" dist="38100" dir="2700000" algn="tl">
                    <a:srgbClr val="000000">
                      <a:alpha val="43137"/>
                    </a:srgbClr>
                  </a:outerShdw>
                </a:effectLst>
              </a:rPr>
              <a:t>SCHEDULING</a:t>
            </a:r>
            <a:endParaRPr lang="en-IN" sz="1400" b="1" dirty="0">
              <a:effectLst>
                <a:outerShdw blurRad="38100" dist="38100" dir="2700000" algn="tl">
                  <a:srgbClr val="000000">
                    <a:alpha val="43137"/>
                  </a:srgbClr>
                </a:outerShdw>
              </a:effectLst>
            </a:endParaRPr>
          </a:p>
        </p:txBody>
      </p:sp>
      <p:pic>
        <p:nvPicPr>
          <p:cNvPr id="14" name="Picture 13" descr="DPC_ID.png">
            <a:extLst>
              <a:ext uri="{FF2B5EF4-FFF2-40B4-BE49-F238E27FC236}">
                <a16:creationId xmlns:a16="http://schemas.microsoft.com/office/drawing/2014/main" id="{212D7E3E-493C-F084-D85D-375C857DBB8E}"/>
              </a:ext>
            </a:extLst>
          </p:cNvPr>
          <p:cNvPicPr>
            <a:picLocks noChangeAspect="1"/>
          </p:cNvPicPr>
          <p:nvPr/>
        </p:nvPicPr>
        <p:blipFill>
          <a:blip r:embed="rId4"/>
          <a:stretch>
            <a:fillRect/>
          </a:stretch>
        </p:blipFill>
        <p:spPr>
          <a:xfrm>
            <a:off x="6288648" y="3261340"/>
            <a:ext cx="2744309" cy="2458444"/>
          </a:xfrm>
          <a:prstGeom prst="rect">
            <a:avLst/>
          </a:prstGeom>
        </p:spPr>
      </p:pic>
      <p:sp>
        <p:nvSpPr>
          <p:cNvPr id="15" name="TextBox 14">
            <a:extLst>
              <a:ext uri="{FF2B5EF4-FFF2-40B4-BE49-F238E27FC236}">
                <a16:creationId xmlns:a16="http://schemas.microsoft.com/office/drawing/2014/main" id="{8308F2D0-214B-F33A-3493-D3F2199407D6}"/>
              </a:ext>
            </a:extLst>
          </p:cNvPr>
          <p:cNvSpPr txBox="1"/>
          <p:nvPr/>
        </p:nvSpPr>
        <p:spPr>
          <a:xfrm>
            <a:off x="6553513" y="4109508"/>
            <a:ext cx="2214578" cy="307777"/>
          </a:xfrm>
          <a:prstGeom prst="rect">
            <a:avLst/>
          </a:prstGeom>
          <a:noFill/>
          <a:ln>
            <a:noFill/>
          </a:ln>
        </p:spPr>
        <p:txBody>
          <a:bodyPr wrap="square" rtlCol="0">
            <a:spAutoFit/>
          </a:bodyPr>
          <a:lstStyle/>
          <a:p>
            <a:r>
              <a:rPr lang="en-IN" sz="1400" b="1" dirty="0"/>
              <a:t>12</a:t>
            </a:r>
            <a:r>
              <a:rPr lang="hi-IN" sz="1400" b="1" dirty="0"/>
              <a:t>/0</a:t>
            </a:r>
            <a:r>
              <a:rPr lang="en-IN" sz="1400" b="1" dirty="0"/>
              <a:t>7</a:t>
            </a:r>
            <a:r>
              <a:rPr lang="hi-IN" sz="1400" b="1" dirty="0"/>
              <a:t>/2026 2:00 PM</a:t>
            </a:r>
            <a:endParaRPr lang="en-US" b="1" dirty="0">
              <a:latin typeface="+mj-lt"/>
            </a:endParaRPr>
          </a:p>
        </p:txBody>
      </p:sp>
      <p:pic>
        <p:nvPicPr>
          <p:cNvPr id="16" name="Picture 15" descr="DPC_ID.png">
            <a:extLst>
              <a:ext uri="{FF2B5EF4-FFF2-40B4-BE49-F238E27FC236}">
                <a16:creationId xmlns:a16="http://schemas.microsoft.com/office/drawing/2014/main" id="{F1EA7B29-A234-0529-DDC8-5085F64A3015}"/>
              </a:ext>
            </a:extLst>
          </p:cNvPr>
          <p:cNvPicPr>
            <a:picLocks noChangeAspect="1"/>
          </p:cNvPicPr>
          <p:nvPr/>
        </p:nvPicPr>
        <p:blipFill>
          <a:blip r:embed="rId4"/>
          <a:stretch>
            <a:fillRect/>
          </a:stretch>
        </p:blipFill>
        <p:spPr>
          <a:xfrm>
            <a:off x="6288648" y="3261340"/>
            <a:ext cx="2744309" cy="2458444"/>
          </a:xfrm>
          <a:prstGeom prst="rect">
            <a:avLst/>
          </a:prstGeom>
        </p:spPr>
      </p:pic>
      <p:sp>
        <p:nvSpPr>
          <p:cNvPr id="17" name="TextBox 16">
            <a:extLst>
              <a:ext uri="{FF2B5EF4-FFF2-40B4-BE49-F238E27FC236}">
                <a16:creationId xmlns:a16="http://schemas.microsoft.com/office/drawing/2014/main" id="{626589FC-DC62-B7DE-1FE7-11C19D115E01}"/>
              </a:ext>
            </a:extLst>
          </p:cNvPr>
          <p:cNvSpPr txBox="1"/>
          <p:nvPr/>
        </p:nvSpPr>
        <p:spPr>
          <a:xfrm>
            <a:off x="6553513" y="4078730"/>
            <a:ext cx="2214578" cy="369332"/>
          </a:xfrm>
          <a:prstGeom prst="rect">
            <a:avLst/>
          </a:prstGeom>
          <a:noFill/>
          <a:ln>
            <a:noFill/>
          </a:ln>
        </p:spPr>
        <p:txBody>
          <a:bodyPr wrap="square" rtlCol="0">
            <a:spAutoFit/>
          </a:bodyPr>
          <a:lstStyle/>
          <a:p>
            <a:r>
              <a:rPr lang="hi-IN" b="1" dirty="0">
                <a:latin typeface="Kokila" panose="020B0604020202020204" pitchFamily="34" charset="0"/>
                <a:cs typeface="Kokila" panose="020B0604020202020204" pitchFamily="34" charset="0"/>
              </a:rPr>
              <a:t>15/</a:t>
            </a:r>
            <a:r>
              <a:rPr lang="en-IN" b="1" dirty="0">
                <a:latin typeface="Kokila" panose="020B0604020202020204" pitchFamily="34" charset="0"/>
                <a:cs typeface="Kokila" panose="020B0604020202020204" pitchFamily="34" charset="0"/>
              </a:rPr>
              <a:t>07</a:t>
            </a:r>
            <a:r>
              <a:rPr lang="hi-IN" b="1" dirty="0">
                <a:latin typeface="Kokila" panose="020B0604020202020204" pitchFamily="34" charset="0"/>
                <a:cs typeface="Kokila" panose="020B0604020202020204" pitchFamily="34" charset="0"/>
              </a:rPr>
              <a:t>/2026 2:00 PM</a:t>
            </a:r>
            <a:endParaRPr lang="en-US" sz="2400" b="1" dirty="0">
              <a:latin typeface="Kokila" panose="020B0604020202020204" pitchFamily="34" charset="0"/>
              <a:cs typeface="Kokila" panose="020B0604020202020204" pitchFamily="34" charset="0"/>
            </a:endParaRPr>
          </a:p>
        </p:txBody>
      </p:sp>
      <p:sp>
        <p:nvSpPr>
          <p:cNvPr id="18" name="Rectangle 17">
            <a:extLst>
              <a:ext uri="{FF2B5EF4-FFF2-40B4-BE49-F238E27FC236}">
                <a16:creationId xmlns:a16="http://schemas.microsoft.com/office/drawing/2014/main" id="{3C614A31-D61F-F7D9-7CEE-4FDC83B7BA82}"/>
              </a:ext>
            </a:extLst>
          </p:cNvPr>
          <p:cNvSpPr/>
          <p:nvPr/>
        </p:nvSpPr>
        <p:spPr>
          <a:xfrm>
            <a:off x="9930933" y="2060610"/>
            <a:ext cx="1117608" cy="2294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solidFill>
                  <a:srgbClr val="002060"/>
                </a:solidFill>
                <a:latin typeface="Arial Black" pitchFamily="34" charset="0"/>
              </a:rPr>
              <a:t>15/07/2026</a:t>
            </a:r>
            <a:endParaRPr lang="en-IN" sz="900" dirty="0">
              <a:solidFill>
                <a:srgbClr val="002060"/>
              </a:solidFill>
              <a:latin typeface="Arial Black" pitchFamily="34" charset="0"/>
            </a:endParaRPr>
          </a:p>
        </p:txBody>
      </p:sp>
      <p:sp>
        <p:nvSpPr>
          <p:cNvPr id="19" name="Rectangle 18">
            <a:extLst>
              <a:ext uri="{FF2B5EF4-FFF2-40B4-BE49-F238E27FC236}">
                <a16:creationId xmlns:a16="http://schemas.microsoft.com/office/drawing/2014/main" id="{A1C73418-FCFC-C51B-4EAF-26473537E111}"/>
              </a:ext>
            </a:extLst>
          </p:cNvPr>
          <p:cNvSpPr/>
          <p:nvPr/>
        </p:nvSpPr>
        <p:spPr>
          <a:xfrm>
            <a:off x="10897727" y="2067838"/>
            <a:ext cx="928694" cy="214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50" b="1" dirty="0">
                <a:solidFill>
                  <a:srgbClr val="002060"/>
                </a:solidFill>
                <a:latin typeface="Arial Black" pitchFamily="34" charset="0"/>
              </a:rPr>
              <a:t>02:00 PM</a:t>
            </a:r>
          </a:p>
        </p:txBody>
      </p:sp>
      <p:sp>
        <p:nvSpPr>
          <p:cNvPr id="20" name="Flowchart: Connector 19">
            <a:extLst>
              <a:ext uri="{FF2B5EF4-FFF2-40B4-BE49-F238E27FC236}">
                <a16:creationId xmlns:a16="http://schemas.microsoft.com/office/drawing/2014/main" id="{F0C955AC-932F-A619-063D-0312F24AFA0B}"/>
              </a:ext>
            </a:extLst>
          </p:cNvPr>
          <p:cNvSpPr/>
          <p:nvPr/>
        </p:nvSpPr>
        <p:spPr>
          <a:xfrm>
            <a:off x="9438805" y="2035210"/>
            <a:ext cx="285752" cy="285752"/>
          </a:xfrm>
          <a:prstGeom prst="flowChartConnector">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endParaRPr lang="en-US" dirty="0"/>
          </a:p>
        </p:txBody>
      </p:sp>
      <p:graphicFrame>
        <p:nvGraphicFramePr>
          <p:cNvPr id="21" name="Table 20">
            <a:extLst>
              <a:ext uri="{FF2B5EF4-FFF2-40B4-BE49-F238E27FC236}">
                <a16:creationId xmlns:a16="http://schemas.microsoft.com/office/drawing/2014/main" id="{F308232F-3A82-DB8F-8406-5C87A70794A4}"/>
              </a:ext>
            </a:extLst>
          </p:cNvPr>
          <p:cNvGraphicFramePr>
            <a:graphicFrameLocks noGrp="1"/>
          </p:cNvGraphicFramePr>
          <p:nvPr>
            <p:extLst>
              <p:ext uri="{D42A27DB-BD31-4B8C-83A1-F6EECF244321}">
                <p14:modId xmlns:p14="http://schemas.microsoft.com/office/powerpoint/2010/main" val="1573552730"/>
              </p:ext>
            </p:extLst>
          </p:nvPr>
        </p:nvGraphicFramePr>
        <p:xfrm>
          <a:off x="3371380" y="1573244"/>
          <a:ext cx="8398549" cy="782320"/>
        </p:xfrm>
        <a:graphic>
          <a:graphicData uri="http://schemas.openxmlformats.org/drawingml/2006/table">
            <a:tbl>
              <a:tblPr firstRow="1" bandRow="1">
                <a:tableStyleId>{10A1B5D5-9B99-4C35-A422-299274C87663}</a:tableStyleId>
              </a:tblPr>
              <a:tblGrid>
                <a:gridCol w="428628">
                  <a:extLst>
                    <a:ext uri="{9D8B030D-6E8A-4147-A177-3AD203B41FA5}">
                      <a16:colId xmlns:a16="http://schemas.microsoft.com/office/drawing/2014/main" val="20000"/>
                    </a:ext>
                  </a:extLst>
                </a:gridCol>
                <a:gridCol w="1566831">
                  <a:extLst>
                    <a:ext uri="{9D8B030D-6E8A-4147-A177-3AD203B41FA5}">
                      <a16:colId xmlns:a16="http://schemas.microsoft.com/office/drawing/2014/main" val="20001"/>
                    </a:ext>
                  </a:extLst>
                </a:gridCol>
                <a:gridCol w="1188116">
                  <a:extLst>
                    <a:ext uri="{9D8B030D-6E8A-4147-A177-3AD203B41FA5}">
                      <a16:colId xmlns:a16="http://schemas.microsoft.com/office/drawing/2014/main" val="20002"/>
                    </a:ext>
                  </a:extLst>
                </a:gridCol>
                <a:gridCol w="1071570">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785818">
                  <a:extLst>
                    <a:ext uri="{9D8B030D-6E8A-4147-A177-3AD203B41FA5}">
                      <a16:colId xmlns:a16="http://schemas.microsoft.com/office/drawing/2014/main" val="20005"/>
                    </a:ext>
                  </a:extLst>
                </a:gridCol>
                <a:gridCol w="1000132">
                  <a:extLst>
                    <a:ext uri="{9D8B030D-6E8A-4147-A177-3AD203B41FA5}">
                      <a16:colId xmlns:a16="http://schemas.microsoft.com/office/drawing/2014/main" val="20006"/>
                    </a:ext>
                  </a:extLst>
                </a:gridCol>
                <a:gridCol w="857256">
                  <a:extLst>
                    <a:ext uri="{9D8B030D-6E8A-4147-A177-3AD203B41FA5}">
                      <a16:colId xmlns:a16="http://schemas.microsoft.com/office/drawing/2014/main" val="20007"/>
                    </a:ext>
                  </a:extLst>
                </a:gridCol>
                <a:gridCol w="857256">
                  <a:extLst>
                    <a:ext uri="{9D8B030D-6E8A-4147-A177-3AD203B41FA5}">
                      <a16:colId xmlns:a16="http://schemas.microsoft.com/office/drawing/2014/main" val="20008"/>
                    </a:ext>
                  </a:extLst>
                </a:gridCol>
              </a:tblGrid>
              <a:tr h="297180">
                <a:tc>
                  <a:txBody>
                    <a:bodyPr/>
                    <a:lstStyle/>
                    <a:p>
                      <a:pPr algn="ctr"/>
                      <a:r>
                        <a:rPr lang="en-IN" sz="1050" dirty="0" err="1">
                          <a:latin typeface="Arial Black" pitchFamily="34" charset="0"/>
                        </a:rPr>
                        <a:t>SN</a:t>
                      </a:r>
                      <a:r>
                        <a:rPr lang="en-IN" sz="1050" dirty="0">
                          <a:latin typeface="Arial Black" pitchFamily="34" charset="0"/>
                        </a:rPr>
                        <a:t> </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DEPARTMENT</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kern="1200" dirty="0">
                          <a:latin typeface="Arial Black" pitchFamily="34" charset="0"/>
                        </a:rPr>
                        <a:t>DPC </a:t>
                      </a:r>
                      <a:r>
                        <a:rPr kumimoji="0" lang="en-IN" sz="1050" kern="1200" dirty="0" err="1">
                          <a:latin typeface="Arial Black" pitchFamily="34" charset="0"/>
                        </a:rPr>
                        <a:t>P.No</a:t>
                      </a:r>
                      <a:r>
                        <a:rPr kumimoji="0" lang="en-IN" sz="1050" kern="1200" dirty="0">
                          <a:latin typeface="Arial Black" pitchFamily="34" charset="0"/>
                        </a:rPr>
                        <a:t>.</a:t>
                      </a:r>
                      <a:endParaRPr kumimoji="0" lang="en-IN" sz="1050" b="1" kern="1200" dirty="0">
                        <a:solidFill>
                          <a:schemeClr val="lt1"/>
                        </a:solidFill>
                        <a:latin typeface="Arial Black" pitchFamily="34" charset="0"/>
                        <a:ea typeface="+mn-ea"/>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kern="1200" dirty="0">
                          <a:latin typeface="Arial Black" pitchFamily="34" charset="0"/>
                        </a:rPr>
                        <a:t>PROPOSAL DATE</a:t>
                      </a:r>
                      <a:endParaRPr kumimoji="0" lang="en-IN" sz="1050" b="1" kern="1200" dirty="0">
                        <a:solidFill>
                          <a:schemeClr val="lt1"/>
                        </a:solidFill>
                        <a:latin typeface="Arial Black" pitchFamily="34" charset="0"/>
                        <a:ea typeface="+mn-ea"/>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POST</a:t>
                      </a:r>
                    </a:p>
                    <a:p>
                      <a:pPr algn="ctr"/>
                      <a:r>
                        <a:rPr lang="en-IN" sz="1050" dirty="0">
                          <a:latin typeface="Arial Black" pitchFamily="34" charset="0"/>
                        </a:rPr>
                        <a:t>FROM</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POST</a:t>
                      </a:r>
                    </a:p>
                    <a:p>
                      <a:pPr algn="ctr"/>
                      <a:r>
                        <a:rPr lang="en-IN" sz="1050" dirty="0">
                          <a:latin typeface="Arial Black" pitchFamily="34" charset="0"/>
                        </a:rPr>
                        <a:t>TO</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cs typeface="Arial" pitchFamily="34" charset="0"/>
                        </a:rPr>
                        <a:t>SCHEDULING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DPC DATE</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latin typeface="Arial Black" pitchFamily="34" charset="0"/>
                        </a:rPr>
                        <a:t>DPC TIME</a:t>
                      </a:r>
                      <a:endParaRPr lang="en-IN" sz="1050"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Arial Black"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08521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mph" presetSubtype="2" fill="hold" nodeType="clickEffect">
                                  <p:stCondLst>
                                    <p:cond delay="0"/>
                                  </p:stCondLst>
                                  <p:childTnLst>
                                    <p:animClr clrSpc="rgb" dir="cw">
                                      <p:cBhvr>
                                        <p:cTn id="14" dur="500" fill="hold"/>
                                        <p:tgtEl>
                                          <p:spTgt spid="20"/>
                                        </p:tgtEl>
                                        <p:attrNameLst>
                                          <p:attrName>fillcolor</p:attrName>
                                        </p:attrNameLst>
                                      </p:cBhvr>
                                      <p:to>
                                        <a:srgbClr val="FF0000"/>
                                      </p:to>
                                    </p:animClr>
                                    <p:set>
                                      <p:cBhvr>
                                        <p:cTn id="15" dur="500" fill="hold"/>
                                        <p:tgtEl>
                                          <p:spTgt spid="20"/>
                                        </p:tgtEl>
                                        <p:attrNameLst>
                                          <p:attrName>fill.type</p:attrName>
                                        </p:attrNameLst>
                                      </p:cBhvr>
                                      <p:to>
                                        <p:strVal val="solid"/>
                                      </p:to>
                                    </p:set>
                                    <p:set>
                                      <p:cBhvr>
                                        <p:cTn id="16" dur="500" fill="hold"/>
                                        <p:tgtEl>
                                          <p:spTgt spid="20"/>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26" presetClass="emph" presetSubtype="0" fill="hold" grpId="0" nodeType="clickEffect">
                                  <p:stCondLst>
                                    <p:cond delay="0"/>
                                  </p:stCondLst>
                                  <p:childTnLst>
                                    <p:animEffect transition="out" filter="fade">
                                      <p:cBhvr>
                                        <p:cTn id="20" dur="500" tmFilter="0, 0; .2, .5; .8, .5; 1, 0"/>
                                        <p:tgtEl>
                                          <p:spTgt spid="11"/>
                                        </p:tgtEl>
                                      </p:cBhvr>
                                    </p:animEffect>
                                    <p:animScale>
                                      <p:cBhvr>
                                        <p:cTn id="21" dur="250" autoRev="1" fill="hold"/>
                                        <p:tgtEl>
                                          <p:spTgt spid="11"/>
                                        </p:tgtEl>
                                      </p:cBhvr>
                                      <p:by x="105000" y="105000"/>
                                    </p:animScale>
                                  </p:childTnLst>
                                </p:cTn>
                              </p:par>
                            </p:childTnLst>
                          </p:cTn>
                        </p:par>
                        <p:par>
                          <p:cTn id="22" fill="hold">
                            <p:stCondLst>
                              <p:cond delay="500"/>
                            </p:stCondLst>
                            <p:childTnLst>
                              <p:par>
                                <p:cTn id="23" presetID="1" presetClass="entr" presetSubtype="0" fill="hold" nodeType="after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2" nodeType="withEffect">
                                  <p:stCondLst>
                                    <p:cond delay="0"/>
                                  </p:stCondLst>
                                  <p:iterate type="lt">
                                    <p:tmAbs val="0"/>
                                  </p:iterate>
                                  <p:childTnLst>
                                    <p:set>
                                      <p:cBhvr>
                                        <p:cTn id="26" dur="1" fill="hold">
                                          <p:stCondLst>
                                            <p:cond delay="0"/>
                                          </p:stCondLst>
                                        </p:cTn>
                                        <p:tgtEl>
                                          <p:spTgt spid="15"/>
                                        </p:tgtEl>
                                        <p:attrNameLst>
                                          <p:attrName>style.visibility</p:attrName>
                                        </p:attrNameLst>
                                      </p:cBhvr>
                                      <p:to>
                                        <p:strVal val="visible"/>
                                      </p:to>
                                    </p:set>
                                  </p:childTnLst>
                                </p:cTn>
                              </p:par>
                            </p:childTnLst>
                          </p:cTn>
                        </p:par>
                        <p:par>
                          <p:cTn id="27" fill="hold">
                            <p:stCondLst>
                              <p:cond delay="500"/>
                            </p:stCondLst>
                            <p:childTnLst>
                              <p:par>
                                <p:cTn id="28" presetID="1" presetClass="entr" presetSubtype="0" fill="hold" nodeType="after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childTnLst>
                          </p:cTn>
                        </p:par>
                        <p:par>
                          <p:cTn id="30" fill="hold">
                            <p:stCondLst>
                              <p:cond delay="500"/>
                            </p:stCondLst>
                            <p:childTnLst>
                              <p:par>
                                <p:cTn id="31" presetID="1" presetClass="emph" presetSubtype="2" fill="hold" grpId="1" nodeType="afterEffect">
                                  <p:stCondLst>
                                    <p:cond delay="0"/>
                                  </p:stCondLst>
                                  <p:childTnLst>
                                    <p:animClr clrSpc="rgb" dir="cw">
                                      <p:cBhvr>
                                        <p:cTn id="32" dur="500" fill="hold"/>
                                        <p:tgtEl>
                                          <p:spTgt spid="20"/>
                                        </p:tgtEl>
                                        <p:attrNameLst>
                                          <p:attrName>fillcolor</p:attrName>
                                        </p:attrNameLst>
                                      </p:cBhvr>
                                      <p:to>
                                        <a:schemeClr val="bg1"/>
                                      </p:to>
                                    </p:animClr>
                                    <p:set>
                                      <p:cBhvr>
                                        <p:cTn id="33" dur="500" fill="hold"/>
                                        <p:tgtEl>
                                          <p:spTgt spid="20"/>
                                        </p:tgtEl>
                                        <p:attrNameLst>
                                          <p:attrName>fill.type</p:attrName>
                                        </p:attrNameLst>
                                      </p:cBhvr>
                                      <p:to>
                                        <p:strVal val="solid"/>
                                      </p:to>
                                    </p:set>
                                    <p:set>
                                      <p:cBhvr>
                                        <p:cTn id="34" dur="500" fill="hold"/>
                                        <p:tgtEl>
                                          <p:spTgt spid="20"/>
                                        </p:tgtEl>
                                        <p:attrNameLst>
                                          <p:attrName>fill.on</p:attrName>
                                        </p:attrNameLst>
                                      </p:cBhvr>
                                      <p:to>
                                        <p:strVal val="true"/>
                                      </p:to>
                                    </p:set>
                                  </p:childTnLst>
                                </p:cTn>
                              </p:par>
                            </p:childTnLst>
                          </p:cTn>
                        </p:par>
                        <p:par>
                          <p:cTn id="35" fill="hold">
                            <p:stCondLst>
                              <p:cond delay="1000"/>
                            </p:stCondLst>
                            <p:childTnLst>
                              <p:par>
                                <p:cTn id="36" presetID="3" presetClass="emph" presetSubtype="2" fill="hold" grpId="0" nodeType="afterEffect">
                                  <p:stCondLst>
                                    <p:cond delay="0"/>
                                  </p:stCondLst>
                                  <p:iterate type="lt">
                                    <p:tmPct val="10000"/>
                                  </p:iterate>
                                  <p:childTnLst>
                                    <p:animClr clrSpc="rgb" dir="cw">
                                      <p:cBhvr override="childStyle">
                                        <p:cTn id="37" dur="1000" fill="hold"/>
                                        <p:tgtEl>
                                          <p:spTgt spid="15"/>
                                        </p:tgtEl>
                                        <p:attrNameLst>
                                          <p:attrName>style.color</p:attrName>
                                        </p:attrNameLst>
                                      </p:cBhvr>
                                      <p:to>
                                        <a:schemeClr val="tx1"/>
                                      </p:to>
                                    </p:animClr>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14"/>
                                        </p:tgtEl>
                                      </p:cBhvr>
                                    </p:animEffect>
                                    <p:set>
                                      <p:cBhvr>
                                        <p:cTn id="42" dur="1" fill="hold">
                                          <p:stCondLst>
                                            <p:cond delay="499"/>
                                          </p:stCondLst>
                                        </p:cTn>
                                        <p:tgtEl>
                                          <p:spTgt spid="14"/>
                                        </p:tgtEl>
                                        <p:attrNameLst>
                                          <p:attrName>style.visibility</p:attrName>
                                        </p:attrNameLst>
                                      </p:cBhvr>
                                      <p:to>
                                        <p:strVal val="hidden"/>
                                      </p:to>
                                    </p:set>
                                  </p:childTnLst>
                                </p:cTn>
                              </p:par>
                              <p:par>
                                <p:cTn id="43" presetID="10" presetClass="exit" presetSubtype="0" fill="hold" grpId="1" nodeType="withEffect">
                                  <p:stCondLst>
                                    <p:cond delay="0"/>
                                  </p:stCondLst>
                                  <p:iterate type="lt">
                                    <p:tmPct val="0"/>
                                  </p:iterate>
                                  <p:childTnLst>
                                    <p:animEffect transition="out" filter="fade">
                                      <p:cBhvr>
                                        <p:cTn id="44" dur="500"/>
                                        <p:tgtEl>
                                          <p:spTgt spid="15"/>
                                        </p:tgtEl>
                                      </p:cBhvr>
                                    </p:animEffect>
                                    <p:set>
                                      <p:cBhvr>
                                        <p:cTn id="45" dur="1" fill="hold">
                                          <p:stCondLst>
                                            <p:cond delay="499"/>
                                          </p:stCondLst>
                                        </p:cTn>
                                        <p:tgtEl>
                                          <p:spTgt spid="15"/>
                                        </p:tgtEl>
                                        <p:attrNameLst>
                                          <p:attrName>style.visibility</p:attrName>
                                        </p:attrNameLst>
                                      </p:cBhvr>
                                      <p:to>
                                        <p:strVal val="hidden"/>
                                      </p:to>
                                    </p:set>
                                  </p:childTnLst>
                                </p:cTn>
                              </p:par>
                            </p:childTnLst>
                          </p:cTn>
                        </p:par>
                        <p:par>
                          <p:cTn id="46" fill="hold">
                            <p:stCondLst>
                              <p:cond delay="500"/>
                            </p:stCondLst>
                            <p:childTnLst>
                              <p:par>
                                <p:cTn id="47" presetID="22" presetClass="entr" presetSubtype="8" fill="hold" nodeType="afterEffect">
                                  <p:stCondLst>
                                    <p:cond delay="0"/>
                                  </p:stCondLst>
                                  <p:iterate type="lt">
                                    <p:tmPct val="10000"/>
                                  </p:iterate>
                                  <p:childTnLst>
                                    <p:set>
                                      <p:cBhvr>
                                        <p:cTn id="48" dur="1" fill="hold">
                                          <p:stCondLst>
                                            <p:cond delay="0"/>
                                          </p:stCondLst>
                                        </p:cTn>
                                        <p:tgtEl>
                                          <p:spTgt spid="7">
                                            <p:txEl>
                                              <p:pRg st="0" end="0"/>
                                            </p:txEl>
                                          </p:spTgt>
                                        </p:tgtEl>
                                        <p:attrNameLst>
                                          <p:attrName>style.visibility</p:attrName>
                                        </p:attrNameLst>
                                      </p:cBhvr>
                                      <p:to>
                                        <p:strVal val="visible"/>
                                      </p:to>
                                    </p:set>
                                    <p:animEffect transition="in" filter="wipe(left)">
                                      <p:cBhvr>
                                        <p:cTn id="49" dur="500"/>
                                        <p:tgtEl>
                                          <p:spTgt spid="7">
                                            <p:txEl>
                                              <p:pRg st="0" end="0"/>
                                            </p:txEl>
                                          </p:spTgt>
                                        </p:tgtEl>
                                      </p:cBhvr>
                                    </p:animEffect>
                                  </p:childTnLst>
                                </p:cTn>
                              </p:par>
                            </p:childTnLst>
                          </p:cTn>
                        </p:par>
                        <p:par>
                          <p:cTn id="50" fill="hold">
                            <p:stCondLst>
                              <p:cond delay="1450"/>
                            </p:stCondLst>
                            <p:childTnLst>
                              <p:par>
                                <p:cTn id="51" presetID="22" presetClass="entr" presetSubtype="8" fill="hold" nodeType="afterEffect">
                                  <p:stCondLst>
                                    <p:cond delay="0"/>
                                  </p:stCondLst>
                                  <p:iterate type="lt">
                                    <p:tmPct val="10000"/>
                                  </p:iterate>
                                  <p:childTnLst>
                                    <p:set>
                                      <p:cBhvr>
                                        <p:cTn id="52" dur="1" fill="hold">
                                          <p:stCondLst>
                                            <p:cond delay="0"/>
                                          </p:stCondLst>
                                        </p:cTn>
                                        <p:tgtEl>
                                          <p:spTgt spid="8">
                                            <p:txEl>
                                              <p:pRg st="0" end="0"/>
                                            </p:txEl>
                                          </p:spTgt>
                                        </p:tgtEl>
                                        <p:attrNameLst>
                                          <p:attrName>style.visibility</p:attrName>
                                        </p:attrNameLst>
                                      </p:cBhvr>
                                      <p:to>
                                        <p:strVal val="visible"/>
                                      </p:to>
                                    </p:set>
                                    <p:animEffect transition="in" filter="wipe(left)">
                                      <p:cBhvr>
                                        <p:cTn id="53" dur="500"/>
                                        <p:tgtEl>
                                          <p:spTgt spid="8">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6" presetClass="emph" presetSubtype="0" fill="hold" grpId="0" nodeType="clickEffect">
                                  <p:stCondLst>
                                    <p:cond delay="0"/>
                                  </p:stCondLst>
                                  <p:childTnLst>
                                    <p:animEffect transition="out" filter="fade">
                                      <p:cBhvr>
                                        <p:cTn id="57" dur="500" tmFilter="0, 0; .2, .5; .8, .5; 1, 0"/>
                                        <p:tgtEl>
                                          <p:spTgt spid="6"/>
                                        </p:tgtEl>
                                      </p:cBhvr>
                                    </p:animEffect>
                                    <p:animScale>
                                      <p:cBhvr>
                                        <p:cTn id="58" dur="250" autoRev="1" fill="hold"/>
                                        <p:tgtEl>
                                          <p:spTgt spid="6"/>
                                        </p:tgtEl>
                                      </p:cBhvr>
                                      <p:by x="105000" y="105000"/>
                                    </p:animScale>
                                  </p:childTnLst>
                                </p:cTn>
                              </p:par>
                            </p:childTnLst>
                          </p:cTn>
                        </p:par>
                        <p:par>
                          <p:cTn id="59" fill="hold">
                            <p:stCondLst>
                              <p:cond delay="500"/>
                            </p:stCondLst>
                            <p:childTnLst>
                              <p:par>
                                <p:cTn id="60" presetID="53" presetClass="entr" presetSubtype="0" fill="hold" nodeType="afterEffect">
                                  <p:stCondLst>
                                    <p:cond delay="0"/>
                                  </p:stCondLst>
                                  <p:childTnLst>
                                    <p:set>
                                      <p:cBhvr>
                                        <p:cTn id="61" dur="1" fill="hold">
                                          <p:stCondLst>
                                            <p:cond delay="0"/>
                                          </p:stCondLst>
                                        </p:cTn>
                                        <p:tgtEl>
                                          <p:spTgt spid="9"/>
                                        </p:tgtEl>
                                        <p:attrNameLst>
                                          <p:attrName>style.visibility</p:attrName>
                                        </p:attrNameLst>
                                      </p:cBhvr>
                                      <p:to>
                                        <p:strVal val="visible"/>
                                      </p:to>
                                    </p:set>
                                    <p:anim calcmode="lin" valueType="num">
                                      <p:cBhvr>
                                        <p:cTn id="62" dur="500" fill="hold"/>
                                        <p:tgtEl>
                                          <p:spTgt spid="9"/>
                                        </p:tgtEl>
                                        <p:attrNameLst>
                                          <p:attrName>ppt_w</p:attrName>
                                        </p:attrNameLst>
                                      </p:cBhvr>
                                      <p:tavLst>
                                        <p:tav tm="0">
                                          <p:val>
                                            <p:fltVal val="0"/>
                                          </p:val>
                                        </p:tav>
                                        <p:tav tm="100000">
                                          <p:val>
                                            <p:strVal val="#ppt_w"/>
                                          </p:val>
                                        </p:tav>
                                      </p:tavLst>
                                    </p:anim>
                                    <p:anim calcmode="lin" valueType="num">
                                      <p:cBhvr>
                                        <p:cTn id="63" dur="500" fill="hold"/>
                                        <p:tgtEl>
                                          <p:spTgt spid="9"/>
                                        </p:tgtEl>
                                        <p:attrNameLst>
                                          <p:attrName>ppt_h</p:attrName>
                                        </p:attrNameLst>
                                      </p:cBhvr>
                                      <p:tavLst>
                                        <p:tav tm="0">
                                          <p:val>
                                            <p:fltVal val="0"/>
                                          </p:val>
                                        </p:tav>
                                        <p:tav tm="100000">
                                          <p:val>
                                            <p:strVal val="#ppt_h"/>
                                          </p:val>
                                        </p:tav>
                                      </p:tavLst>
                                    </p:anim>
                                    <p:animEffect transition="in" filter="fade">
                                      <p:cBhvr>
                                        <p:cTn id="64" dur="500"/>
                                        <p:tgtEl>
                                          <p:spTgt spid="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xit" presetSubtype="0" fill="hold" nodeType="clickEffect">
                                  <p:stCondLst>
                                    <p:cond delay="0"/>
                                  </p:stCondLst>
                                  <p:childTnLst>
                                    <p:animEffect transition="out" filter="fade">
                                      <p:cBhvr>
                                        <p:cTn id="68" dur="2000"/>
                                        <p:tgtEl>
                                          <p:spTgt spid="9"/>
                                        </p:tgtEl>
                                      </p:cBhvr>
                                    </p:animEffect>
                                    <p:set>
                                      <p:cBhvr>
                                        <p:cTn id="69" dur="1" fill="hold">
                                          <p:stCondLst>
                                            <p:cond delay="1999"/>
                                          </p:stCondLst>
                                        </p:cTn>
                                        <p:tgtEl>
                                          <p:spTgt spid="9"/>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1" presetClass="emph" presetSubtype="2" fill="hold" nodeType="clickEffect">
                                  <p:stCondLst>
                                    <p:cond delay="0"/>
                                  </p:stCondLst>
                                  <p:childTnLst>
                                    <p:animClr clrSpc="rgb" dir="cw">
                                      <p:cBhvr>
                                        <p:cTn id="73" dur="500" fill="hold"/>
                                        <p:tgtEl>
                                          <p:spTgt spid="20"/>
                                        </p:tgtEl>
                                        <p:attrNameLst>
                                          <p:attrName>fillcolor</p:attrName>
                                        </p:attrNameLst>
                                      </p:cBhvr>
                                      <p:to>
                                        <a:srgbClr val="FF0000"/>
                                      </p:to>
                                    </p:animClr>
                                    <p:set>
                                      <p:cBhvr>
                                        <p:cTn id="74" dur="500" fill="hold"/>
                                        <p:tgtEl>
                                          <p:spTgt spid="20"/>
                                        </p:tgtEl>
                                        <p:attrNameLst>
                                          <p:attrName>fill.type</p:attrName>
                                        </p:attrNameLst>
                                      </p:cBhvr>
                                      <p:to>
                                        <p:strVal val="solid"/>
                                      </p:to>
                                    </p:set>
                                    <p:set>
                                      <p:cBhvr>
                                        <p:cTn id="75" dur="500" fill="hold"/>
                                        <p:tgtEl>
                                          <p:spTgt spid="20"/>
                                        </p:tgtEl>
                                        <p:attrNameLst>
                                          <p:attrName>fill.on</p:attrName>
                                        </p:attrNameLst>
                                      </p:cBhvr>
                                      <p:to>
                                        <p:strVal val="true"/>
                                      </p:to>
                                    </p:set>
                                  </p:childTnLst>
                                </p:cTn>
                              </p:par>
                            </p:childTnLst>
                          </p:cTn>
                        </p:par>
                        <p:par>
                          <p:cTn id="76" fill="hold">
                            <p:stCondLst>
                              <p:cond delay="500"/>
                            </p:stCondLst>
                            <p:childTnLst>
                              <p:par>
                                <p:cTn id="77" presetID="10" presetClass="exit" presetSubtype="0" fill="hold" grpId="0" nodeType="afterEffect">
                                  <p:stCondLst>
                                    <p:cond delay="0"/>
                                  </p:stCondLst>
                                  <p:iterate type="lt">
                                    <p:tmPct val="0"/>
                                  </p:iterate>
                                  <p:childTnLst>
                                    <p:animEffect transition="out" filter="fade">
                                      <p:cBhvr>
                                        <p:cTn id="78" dur="2000"/>
                                        <p:tgtEl>
                                          <p:spTgt spid="7">
                                            <p:txEl>
                                              <p:pRg st="0" end="0"/>
                                            </p:txEl>
                                          </p:spTgt>
                                        </p:tgtEl>
                                      </p:cBhvr>
                                    </p:animEffect>
                                    <p:set>
                                      <p:cBhvr>
                                        <p:cTn id="79" dur="1" fill="hold">
                                          <p:stCondLst>
                                            <p:cond delay="1999"/>
                                          </p:stCondLst>
                                        </p:cTn>
                                        <p:tgtEl>
                                          <p:spTgt spid="7">
                                            <p:txEl>
                                              <p:pRg st="0" end="0"/>
                                            </p:txEl>
                                          </p:spTgt>
                                        </p:tgtEl>
                                        <p:attrNameLst>
                                          <p:attrName>style.visibility</p:attrName>
                                        </p:attrNameLst>
                                      </p:cBhvr>
                                      <p:to>
                                        <p:strVal val="hidden"/>
                                      </p:to>
                                    </p:set>
                                  </p:childTnLst>
                                </p:cTn>
                              </p:par>
                              <p:par>
                                <p:cTn id="80" presetID="10" presetClass="exit" presetSubtype="0" fill="hold" grpId="0" nodeType="withEffect">
                                  <p:stCondLst>
                                    <p:cond delay="0"/>
                                  </p:stCondLst>
                                  <p:iterate type="lt">
                                    <p:tmPct val="0"/>
                                  </p:iterate>
                                  <p:childTnLst>
                                    <p:animEffect transition="out" filter="fade">
                                      <p:cBhvr>
                                        <p:cTn id="81" dur="2000"/>
                                        <p:tgtEl>
                                          <p:spTgt spid="8">
                                            <p:txEl>
                                              <p:pRg st="0" end="0"/>
                                            </p:txEl>
                                          </p:spTgt>
                                        </p:tgtEl>
                                      </p:cBhvr>
                                    </p:animEffect>
                                    <p:set>
                                      <p:cBhvr>
                                        <p:cTn id="82" dur="1" fill="hold">
                                          <p:stCondLst>
                                            <p:cond delay="1999"/>
                                          </p:stCondLst>
                                        </p:cTn>
                                        <p:tgtEl>
                                          <p:spTgt spid="8">
                                            <p:txEl>
                                              <p:pRg st="0" end="0"/>
                                            </p:txEl>
                                          </p:spTgt>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6"/>
                                        </p:tgtEl>
                                        <p:attrNameLst>
                                          <p:attrName>style.visibility</p:attrName>
                                        </p:attrNameLst>
                                      </p:cBhvr>
                                      <p:to>
                                        <p:strVal val="visible"/>
                                      </p:to>
                                    </p:set>
                                  </p:childTnLst>
                                </p:cTn>
                              </p:par>
                              <p:par>
                                <p:cTn id="87" presetID="1" presetClass="entr" presetSubtype="0" fill="hold" grpId="2" nodeType="withEffect">
                                  <p:stCondLst>
                                    <p:cond delay="0"/>
                                  </p:stCondLst>
                                  <p:iterate type="lt">
                                    <p:tmAbs val="0"/>
                                  </p:iterate>
                                  <p:childTnLst>
                                    <p:set>
                                      <p:cBhvr>
                                        <p:cTn id="88" dur="1" fill="hold">
                                          <p:stCondLst>
                                            <p:cond delay="0"/>
                                          </p:stCondLst>
                                        </p:cTn>
                                        <p:tgtEl>
                                          <p:spTgt spid="17"/>
                                        </p:tgtEl>
                                        <p:attrNameLst>
                                          <p:attrName>style.visibility</p:attrName>
                                        </p:attrNameLst>
                                      </p:cBhvr>
                                      <p:to>
                                        <p:strVal val="visible"/>
                                      </p:to>
                                    </p:set>
                                  </p:childTnLst>
                                </p:cTn>
                              </p:par>
                            </p:childTnLst>
                          </p:cTn>
                        </p:par>
                        <p:par>
                          <p:cTn id="89" fill="hold">
                            <p:stCondLst>
                              <p:cond delay="0"/>
                            </p:stCondLst>
                            <p:childTnLst>
                              <p:par>
                                <p:cTn id="90" presetID="1" presetClass="entr" presetSubtype="0" fill="hold" nodeType="afterEffect">
                                  <p:stCondLst>
                                    <p:cond delay="0"/>
                                  </p:stCondLst>
                                  <p:childTnLst>
                                    <p:set>
                                      <p:cBhvr>
                                        <p:cTn id="91" dur="1" fill="hold">
                                          <p:stCondLst>
                                            <p:cond delay="0"/>
                                          </p:stCondLst>
                                        </p:cTn>
                                        <p:tgtEl>
                                          <p:spTgt spid="16"/>
                                        </p:tgtEl>
                                        <p:attrNameLst>
                                          <p:attrName>style.visibility</p:attrName>
                                        </p:attrNameLst>
                                      </p:cBhvr>
                                      <p:to>
                                        <p:strVal val="visible"/>
                                      </p:to>
                                    </p:set>
                                  </p:childTnLst>
                                </p:cTn>
                              </p:par>
                            </p:childTnLst>
                          </p:cTn>
                        </p:par>
                        <p:par>
                          <p:cTn id="92" fill="hold">
                            <p:stCondLst>
                              <p:cond delay="0"/>
                            </p:stCondLst>
                            <p:childTnLst>
                              <p:par>
                                <p:cTn id="93" presetID="3" presetClass="emph" presetSubtype="2" fill="hold" grpId="0" nodeType="afterEffect">
                                  <p:stCondLst>
                                    <p:cond delay="0"/>
                                  </p:stCondLst>
                                  <p:iterate type="lt">
                                    <p:tmPct val="10000"/>
                                  </p:iterate>
                                  <p:childTnLst>
                                    <p:animClr clrSpc="rgb" dir="cw">
                                      <p:cBhvr override="childStyle">
                                        <p:cTn id="94" dur="1000" fill="hold"/>
                                        <p:tgtEl>
                                          <p:spTgt spid="17"/>
                                        </p:tgtEl>
                                        <p:attrNameLst>
                                          <p:attrName>style.color</p:attrName>
                                        </p:attrNameLst>
                                      </p:cBhvr>
                                      <p:to>
                                        <a:schemeClr val="tx1"/>
                                      </p:to>
                                    </p:animClr>
                                  </p:childTnLst>
                                </p:cTn>
                              </p:par>
                            </p:childTnLst>
                          </p:cTn>
                        </p:par>
                        <p:par>
                          <p:cTn id="95" fill="hold">
                            <p:stCondLst>
                              <p:cond delay="2500"/>
                            </p:stCondLst>
                            <p:childTnLst>
                              <p:par>
                                <p:cTn id="96" presetID="10" presetClass="exit" presetSubtype="0" fill="hold" nodeType="afterEffect">
                                  <p:stCondLst>
                                    <p:cond delay="0"/>
                                  </p:stCondLst>
                                  <p:childTnLst>
                                    <p:animEffect transition="out" filter="fade">
                                      <p:cBhvr>
                                        <p:cTn id="97" dur="500"/>
                                        <p:tgtEl>
                                          <p:spTgt spid="16"/>
                                        </p:tgtEl>
                                      </p:cBhvr>
                                    </p:animEffect>
                                    <p:set>
                                      <p:cBhvr>
                                        <p:cTn id="98" dur="1" fill="hold">
                                          <p:stCondLst>
                                            <p:cond delay="499"/>
                                          </p:stCondLst>
                                        </p:cTn>
                                        <p:tgtEl>
                                          <p:spTgt spid="16"/>
                                        </p:tgtEl>
                                        <p:attrNameLst>
                                          <p:attrName>style.visibility</p:attrName>
                                        </p:attrNameLst>
                                      </p:cBhvr>
                                      <p:to>
                                        <p:strVal val="hidden"/>
                                      </p:to>
                                    </p:set>
                                  </p:childTnLst>
                                </p:cTn>
                              </p:par>
                              <p:par>
                                <p:cTn id="99" presetID="10" presetClass="exit" presetSubtype="0" fill="hold" grpId="1" nodeType="withEffect">
                                  <p:stCondLst>
                                    <p:cond delay="0"/>
                                  </p:stCondLst>
                                  <p:iterate type="lt">
                                    <p:tmPct val="0"/>
                                  </p:iterate>
                                  <p:childTnLst>
                                    <p:animEffect transition="out" filter="fade">
                                      <p:cBhvr>
                                        <p:cTn id="100" dur="500"/>
                                        <p:tgtEl>
                                          <p:spTgt spid="17"/>
                                        </p:tgtEl>
                                      </p:cBhvr>
                                    </p:animEffect>
                                    <p:set>
                                      <p:cBhvr>
                                        <p:cTn id="101" dur="1" fill="hold">
                                          <p:stCondLst>
                                            <p:cond delay="499"/>
                                          </p:stCondLst>
                                        </p:cTn>
                                        <p:tgtEl>
                                          <p:spTgt spid="17"/>
                                        </p:tgtEl>
                                        <p:attrNameLst>
                                          <p:attrName>style.visibility</p:attrName>
                                        </p:attrNameLst>
                                      </p:cBhvr>
                                      <p:to>
                                        <p:strVal val="hidden"/>
                                      </p:to>
                                    </p:set>
                                  </p:childTnLst>
                                </p:cTn>
                              </p:par>
                            </p:childTnLst>
                          </p:cTn>
                        </p:par>
                        <p:par>
                          <p:cTn id="102" fill="hold">
                            <p:stCondLst>
                              <p:cond delay="3000"/>
                            </p:stCondLst>
                            <p:childTnLst>
                              <p:par>
                                <p:cTn id="103" presetID="1" presetClass="emph" presetSubtype="2" fill="hold" nodeType="afterEffect">
                                  <p:stCondLst>
                                    <p:cond delay="0"/>
                                  </p:stCondLst>
                                  <p:childTnLst>
                                    <p:animClr clrSpc="rgb" dir="cw">
                                      <p:cBhvr>
                                        <p:cTn id="104" dur="500" fill="hold"/>
                                        <p:tgtEl>
                                          <p:spTgt spid="20"/>
                                        </p:tgtEl>
                                        <p:attrNameLst>
                                          <p:attrName>fillcolor</p:attrName>
                                        </p:attrNameLst>
                                      </p:cBhvr>
                                      <p:to>
                                        <a:schemeClr val="bg1"/>
                                      </p:to>
                                    </p:animClr>
                                    <p:set>
                                      <p:cBhvr>
                                        <p:cTn id="105" dur="500" fill="hold"/>
                                        <p:tgtEl>
                                          <p:spTgt spid="20"/>
                                        </p:tgtEl>
                                        <p:attrNameLst>
                                          <p:attrName>fill.type</p:attrName>
                                        </p:attrNameLst>
                                      </p:cBhvr>
                                      <p:to>
                                        <p:strVal val="solid"/>
                                      </p:to>
                                    </p:set>
                                    <p:set>
                                      <p:cBhvr>
                                        <p:cTn id="106" dur="500" fill="hold"/>
                                        <p:tgtEl>
                                          <p:spTgt spid="20"/>
                                        </p:tgtEl>
                                        <p:attrNameLst>
                                          <p:attrName>fill.on</p:attrName>
                                        </p:attrNameLst>
                                      </p:cBhvr>
                                      <p:to>
                                        <p:strVal val="true"/>
                                      </p:to>
                                    </p:set>
                                  </p:childTnLst>
                                </p:cTn>
                              </p:par>
                            </p:childTnLst>
                          </p:cTn>
                        </p:par>
                        <p:par>
                          <p:cTn id="107" fill="hold">
                            <p:stCondLst>
                              <p:cond delay="3500"/>
                            </p:stCondLst>
                            <p:childTnLst>
                              <p:par>
                                <p:cTn id="108" presetID="22" presetClass="entr" presetSubtype="8" fill="hold" nodeType="afterEffect">
                                  <p:stCondLst>
                                    <p:cond delay="0"/>
                                  </p:stCondLst>
                                  <p:iterate type="lt">
                                    <p:tmPct val="10000"/>
                                  </p:iterate>
                                  <p:childTnLst>
                                    <p:set>
                                      <p:cBhvr>
                                        <p:cTn id="109" dur="1" fill="hold">
                                          <p:stCondLst>
                                            <p:cond delay="0"/>
                                          </p:stCondLst>
                                        </p:cTn>
                                        <p:tgtEl>
                                          <p:spTgt spid="18">
                                            <p:txEl>
                                              <p:pRg st="0" end="0"/>
                                            </p:txEl>
                                          </p:spTgt>
                                        </p:tgtEl>
                                        <p:attrNameLst>
                                          <p:attrName>style.visibility</p:attrName>
                                        </p:attrNameLst>
                                      </p:cBhvr>
                                      <p:to>
                                        <p:strVal val="visible"/>
                                      </p:to>
                                    </p:set>
                                    <p:animEffect transition="in" filter="wipe(left)">
                                      <p:cBhvr>
                                        <p:cTn id="110" dur="500"/>
                                        <p:tgtEl>
                                          <p:spTgt spid="18">
                                            <p:txEl>
                                              <p:pRg st="0" end="0"/>
                                            </p:txEl>
                                          </p:spTgt>
                                        </p:tgtEl>
                                      </p:cBhvr>
                                    </p:animEffect>
                                  </p:childTnLst>
                                </p:cTn>
                              </p:par>
                            </p:childTnLst>
                          </p:cTn>
                        </p:par>
                        <p:par>
                          <p:cTn id="111" fill="hold">
                            <p:stCondLst>
                              <p:cond delay="4450"/>
                            </p:stCondLst>
                            <p:childTnLst>
                              <p:par>
                                <p:cTn id="112" presetID="22" presetClass="entr" presetSubtype="8" fill="hold" nodeType="afterEffect">
                                  <p:stCondLst>
                                    <p:cond delay="0"/>
                                  </p:stCondLst>
                                  <p:iterate type="lt">
                                    <p:tmPct val="10000"/>
                                  </p:iterate>
                                  <p:childTnLst>
                                    <p:set>
                                      <p:cBhvr>
                                        <p:cTn id="113" dur="1" fill="hold">
                                          <p:stCondLst>
                                            <p:cond delay="0"/>
                                          </p:stCondLst>
                                        </p:cTn>
                                        <p:tgtEl>
                                          <p:spTgt spid="19">
                                            <p:txEl>
                                              <p:pRg st="0" end="0"/>
                                            </p:txEl>
                                          </p:spTgt>
                                        </p:tgtEl>
                                        <p:attrNameLst>
                                          <p:attrName>style.visibility</p:attrName>
                                        </p:attrNameLst>
                                      </p:cBhvr>
                                      <p:to>
                                        <p:strVal val="visible"/>
                                      </p:to>
                                    </p:set>
                                    <p:animEffect transition="in" filter="wipe(left)">
                                      <p:cBhvr>
                                        <p:cTn id="114" dur="500"/>
                                        <p:tgtEl>
                                          <p:spTgt spid="19">
                                            <p:txEl>
                                              <p:pRg st="0" end="0"/>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26" presetClass="emph" presetSubtype="0" fill="hold" grpId="1" nodeType="clickEffect">
                                  <p:stCondLst>
                                    <p:cond delay="0"/>
                                  </p:stCondLst>
                                  <p:childTnLst>
                                    <p:animEffect transition="out" filter="fade">
                                      <p:cBhvr>
                                        <p:cTn id="118" dur="500" tmFilter="0, 0; .2, .5; .8, .5; 1, 0"/>
                                        <p:tgtEl>
                                          <p:spTgt spid="6"/>
                                        </p:tgtEl>
                                      </p:cBhvr>
                                    </p:animEffect>
                                    <p:animScale>
                                      <p:cBhvr>
                                        <p:cTn id="119" dur="250" autoRev="1" fill="hold"/>
                                        <p:tgtEl>
                                          <p:spTgt spid="6"/>
                                        </p:tgtEl>
                                      </p:cBhvr>
                                      <p:by x="105000" y="105000"/>
                                    </p:animScale>
                                  </p:childTnLst>
                                </p:cTn>
                              </p:par>
                            </p:childTnLst>
                          </p:cTn>
                        </p:par>
                        <p:par>
                          <p:cTn id="120" fill="hold">
                            <p:stCondLst>
                              <p:cond delay="500"/>
                            </p:stCondLst>
                            <p:childTnLst>
                              <p:par>
                                <p:cTn id="121" presetID="1" presetClass="entr" presetSubtype="0" fill="hold" nodeType="afterEffect">
                                  <p:stCondLst>
                                    <p:cond delay="0"/>
                                  </p:stCondLst>
                                  <p:childTnLst>
                                    <p:set>
                                      <p:cBhvr>
                                        <p:cTn id="122" dur="1" fill="hold">
                                          <p:stCondLst>
                                            <p:cond delay="0"/>
                                          </p:stCondLst>
                                        </p:cTn>
                                        <p:tgtEl>
                                          <p:spTgt spid="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0" presetClass="exit" presetSubtype="0" fill="hold" nodeType="clickEffect">
                                  <p:stCondLst>
                                    <p:cond delay="0"/>
                                  </p:stCondLst>
                                  <p:childTnLst>
                                    <p:animEffect transition="out" filter="fade">
                                      <p:cBhvr>
                                        <p:cTn id="126" dur="500"/>
                                        <p:tgtEl>
                                          <p:spTgt spid="9"/>
                                        </p:tgtEl>
                                      </p:cBhvr>
                                    </p:animEffect>
                                    <p:set>
                                      <p:cBhvr>
                                        <p:cTn id="127" dur="1" fill="hold">
                                          <p:stCondLst>
                                            <p:cond delay="499"/>
                                          </p:stCondLst>
                                        </p:cTn>
                                        <p:tgtEl>
                                          <p:spTgt spid="9"/>
                                        </p:tgtEl>
                                        <p:attrNameLst>
                                          <p:attrName>style.visibility</p:attrName>
                                        </p:attrNameLst>
                                      </p:cBhvr>
                                      <p:to>
                                        <p:strVal val="hidden"/>
                                      </p:to>
                                    </p:set>
                                  </p:childTnLst>
                                </p:cTn>
                              </p:par>
                            </p:childTnLst>
                          </p:cTn>
                        </p:par>
                        <p:par>
                          <p:cTn id="128" fill="hold">
                            <p:stCondLst>
                              <p:cond delay="500"/>
                            </p:stCondLst>
                            <p:childTnLst>
                              <p:par>
                                <p:cTn id="129" presetID="1" presetClass="emph" presetSubtype="2" fill="hold" nodeType="afterEffect">
                                  <p:stCondLst>
                                    <p:cond delay="0"/>
                                  </p:stCondLst>
                                  <p:childTnLst>
                                    <p:animClr clrSpc="rgb" dir="cw">
                                      <p:cBhvr>
                                        <p:cTn id="130" dur="500" fill="hold"/>
                                        <p:tgtEl>
                                          <p:spTgt spid="20"/>
                                        </p:tgtEl>
                                        <p:attrNameLst>
                                          <p:attrName>fillcolor</p:attrName>
                                        </p:attrNameLst>
                                      </p:cBhvr>
                                      <p:to>
                                        <a:schemeClr val="bg1"/>
                                      </p:to>
                                    </p:animClr>
                                    <p:set>
                                      <p:cBhvr>
                                        <p:cTn id="131" dur="500" fill="hold"/>
                                        <p:tgtEl>
                                          <p:spTgt spid="20"/>
                                        </p:tgtEl>
                                        <p:attrNameLst>
                                          <p:attrName>fill.type</p:attrName>
                                        </p:attrNameLst>
                                      </p:cBhvr>
                                      <p:to>
                                        <p:strVal val="solid"/>
                                      </p:to>
                                    </p:set>
                                    <p:set>
                                      <p:cBhvr>
                                        <p:cTn id="132" dur="500" fill="hold"/>
                                        <p:tgtEl>
                                          <p:spTgt spid="20"/>
                                        </p:tgtEl>
                                        <p:attrNameLst>
                                          <p:attrName>fill.on</p:attrName>
                                        </p:attrNameLst>
                                      </p:cBhvr>
                                      <p:to>
                                        <p:strVal val="true"/>
                                      </p:to>
                                    </p:set>
                                  </p:childTnLst>
                                </p:cTn>
                              </p:par>
                            </p:childTnLst>
                          </p:cTn>
                        </p:par>
                      </p:childTnLst>
                    </p:cTn>
                  </p:par>
                  <p:par>
                    <p:cTn id="133" fill="hold">
                      <p:stCondLst>
                        <p:cond delay="indefinite"/>
                      </p:stCondLst>
                      <p:childTnLst>
                        <p:par>
                          <p:cTn id="134" fill="hold">
                            <p:stCondLst>
                              <p:cond delay="0"/>
                            </p:stCondLst>
                            <p:childTnLst>
                              <p:par>
                                <p:cTn id="135" presetID="1" presetClass="emph" presetSubtype="2" fill="hold" nodeType="clickEffect">
                                  <p:stCondLst>
                                    <p:cond delay="0"/>
                                  </p:stCondLst>
                                  <p:childTnLst>
                                    <p:animClr clrSpc="rgb" dir="cw">
                                      <p:cBhvr>
                                        <p:cTn id="136" dur="500" fill="hold"/>
                                        <p:tgtEl>
                                          <p:spTgt spid="20"/>
                                        </p:tgtEl>
                                        <p:attrNameLst>
                                          <p:attrName>fillcolor</p:attrName>
                                        </p:attrNameLst>
                                      </p:cBhvr>
                                      <p:to>
                                        <a:srgbClr val="FF0000"/>
                                      </p:to>
                                    </p:animClr>
                                    <p:set>
                                      <p:cBhvr>
                                        <p:cTn id="137" dur="500" fill="hold"/>
                                        <p:tgtEl>
                                          <p:spTgt spid="20"/>
                                        </p:tgtEl>
                                        <p:attrNameLst>
                                          <p:attrName>fill.type</p:attrName>
                                        </p:attrNameLst>
                                      </p:cBhvr>
                                      <p:to>
                                        <p:strVal val="solid"/>
                                      </p:to>
                                    </p:set>
                                    <p:set>
                                      <p:cBhvr>
                                        <p:cTn id="138" dur="500" fill="hold"/>
                                        <p:tgtEl>
                                          <p:spTgt spid="20"/>
                                        </p:tgtEl>
                                        <p:attrNameLst>
                                          <p:attrName>fill.on</p:attrName>
                                        </p:attrNameLst>
                                      </p:cBhvr>
                                      <p:to>
                                        <p:strVal val="true"/>
                                      </p:to>
                                    </p:set>
                                  </p:childTnLst>
                                </p:cTn>
                              </p:par>
                            </p:childTnLst>
                          </p:cTn>
                        </p:par>
                      </p:childTnLst>
                    </p:cTn>
                  </p:par>
                  <p:par>
                    <p:cTn id="139" fill="hold">
                      <p:stCondLst>
                        <p:cond delay="indefinite"/>
                      </p:stCondLst>
                      <p:childTnLst>
                        <p:par>
                          <p:cTn id="140" fill="hold">
                            <p:stCondLst>
                              <p:cond delay="0"/>
                            </p:stCondLst>
                            <p:childTnLst>
                              <p:par>
                                <p:cTn id="141" presetID="26" presetClass="emph" presetSubtype="0" fill="hold" grpId="0" nodeType="clickEffect">
                                  <p:stCondLst>
                                    <p:cond delay="0"/>
                                  </p:stCondLst>
                                  <p:childTnLst>
                                    <p:animEffect transition="out" filter="fade">
                                      <p:cBhvr>
                                        <p:cTn id="142" dur="500" tmFilter="0, 0; .2, .5; .8, .5; 1, 0"/>
                                        <p:tgtEl>
                                          <p:spTgt spid="10"/>
                                        </p:tgtEl>
                                      </p:cBhvr>
                                    </p:animEffect>
                                    <p:animScale>
                                      <p:cBhvr>
                                        <p:cTn id="143" dur="250" autoRev="1" fill="hold"/>
                                        <p:tgtEl>
                                          <p:spTgt spid="10"/>
                                        </p:tgtEl>
                                      </p:cBhvr>
                                      <p:by x="105000" y="105000"/>
                                    </p:animScale>
                                  </p:childTnLst>
                                </p:cTn>
                              </p:par>
                            </p:childTnLst>
                          </p:cTn>
                        </p:par>
                      </p:childTnLst>
                    </p:cTn>
                  </p:par>
                  <p:par>
                    <p:cTn id="144" fill="hold">
                      <p:stCondLst>
                        <p:cond delay="indefinite"/>
                      </p:stCondLst>
                      <p:childTnLst>
                        <p:par>
                          <p:cTn id="145" fill="hold">
                            <p:stCondLst>
                              <p:cond delay="0"/>
                            </p:stCondLst>
                            <p:childTnLst>
                              <p:par>
                                <p:cTn id="146" presetID="22" presetClass="entr" presetSubtype="4" fill="hold" nodeType="clickEffect">
                                  <p:stCondLst>
                                    <p:cond delay="0"/>
                                  </p:stCondLst>
                                  <p:childTnLst>
                                    <p:set>
                                      <p:cBhvr>
                                        <p:cTn id="147" dur="1" fill="hold">
                                          <p:stCondLst>
                                            <p:cond delay="0"/>
                                          </p:stCondLst>
                                        </p:cTn>
                                        <p:tgtEl>
                                          <p:spTgt spid="21"/>
                                        </p:tgtEl>
                                        <p:attrNameLst>
                                          <p:attrName>style.visibility</p:attrName>
                                        </p:attrNameLst>
                                      </p:cBhvr>
                                      <p:to>
                                        <p:strVal val="visible"/>
                                      </p:to>
                                    </p:set>
                                    <p:animEffect transition="in" filter="wipe(down)">
                                      <p:cBhvr>
                                        <p:cTn id="14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6" grpId="1" animBg="1"/>
      <p:bldP spid="7" grpId="0" build="allAtOnce"/>
      <p:bldP spid="8" grpId="0" build="allAtOnce"/>
      <p:bldP spid="10" grpId="0" animBg="1"/>
      <p:bldP spid="11" grpId="0" animBg="1"/>
      <p:bldP spid="15" grpId="0"/>
      <p:bldP spid="15" grpId="1"/>
      <p:bldP spid="15" grpId="2"/>
      <p:bldP spid="17" grpId="0"/>
      <p:bldP spid="17" grpId="1"/>
      <p:bldP spid="17" grpId="2"/>
      <p:bldP spid="20" grpId="0" animBg="1"/>
      <p:bldP spid="20"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6803B-45A7-46E9-E3BA-E6F476713E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4ED84-260C-5758-2CE2-D1BFA36BB405}"/>
              </a:ext>
            </a:extLst>
          </p:cNvPr>
          <p:cNvSpPr>
            <a:spLocks noGrp="1"/>
          </p:cNvSpPr>
          <p:nvPr>
            <p:ph type="title"/>
          </p:nvPr>
        </p:nvSpPr>
        <p:spPr>
          <a:xfrm>
            <a:off x="603504" y="1463040"/>
            <a:ext cx="11192256" cy="1025517"/>
          </a:xfrm>
        </p:spPr>
        <p:txBody>
          <a:bodyPr/>
          <a:lstStyle/>
          <a:p>
            <a:pPr algn="ctr">
              <a:lnSpc>
                <a:spcPct val="100000"/>
              </a:lnSpc>
            </a:pPr>
            <a:r>
              <a:rPr lang="en-IN" sz="3600" b="1" dirty="0"/>
              <a:t>PROCESS OF ONLINE DPC</a:t>
            </a:r>
            <a:endParaRPr lang="en-US" sz="3600" b="1" dirty="0"/>
          </a:p>
        </p:txBody>
      </p:sp>
      <p:sp>
        <p:nvSpPr>
          <p:cNvPr id="12" name="Footer Placeholder 11">
            <a:extLst>
              <a:ext uri="{FF2B5EF4-FFF2-40B4-BE49-F238E27FC236}">
                <a16:creationId xmlns:a16="http://schemas.microsoft.com/office/drawing/2014/main" id="{AEEE305D-1751-2227-A884-103543F5051C}"/>
              </a:ext>
            </a:extLst>
          </p:cNvPr>
          <p:cNvSpPr>
            <a:spLocks noGrp="1"/>
          </p:cNvSpPr>
          <p:nvPr>
            <p:ph type="ftr" sz="quarter" idx="11"/>
          </p:nvPr>
        </p:nvSpPr>
        <p:spPr/>
        <p:txBody>
          <a:bodyPr/>
          <a:lstStyle/>
          <a:p>
            <a:r>
              <a:rPr lang="en-US" dirty="0"/>
              <a:t>Online DPC</a:t>
            </a:r>
          </a:p>
        </p:txBody>
      </p:sp>
      <p:sp>
        <p:nvSpPr>
          <p:cNvPr id="5" name="Text Placeholder 4">
            <a:extLst>
              <a:ext uri="{FF2B5EF4-FFF2-40B4-BE49-F238E27FC236}">
                <a16:creationId xmlns:a16="http://schemas.microsoft.com/office/drawing/2014/main" id="{0E949B40-89EB-FA07-05EA-FE411BF95B68}"/>
              </a:ext>
            </a:extLst>
          </p:cNvPr>
          <p:cNvSpPr>
            <a:spLocks noGrp="1"/>
          </p:cNvSpPr>
          <p:nvPr>
            <p:ph type="body" sz="quarter" idx="15"/>
          </p:nvPr>
        </p:nvSpPr>
        <p:spPr>
          <a:xfrm>
            <a:off x="365759" y="2808514"/>
            <a:ext cx="11602463" cy="4049486"/>
          </a:xfrm>
        </p:spPr>
        <p:txBody>
          <a:bodyPr/>
          <a:lstStyle/>
          <a:p>
            <a:pPr marL="0" lvl="0" indent="0" algn="just">
              <a:buNone/>
            </a:pPr>
            <a:r>
              <a:rPr lang="hi-IN" sz="2800" b="1" dirty="0">
                <a:solidFill>
                  <a:schemeClr val="tx1"/>
                </a:solidFill>
                <a:latin typeface="Kokila" panose="020B0604020202020204" pitchFamily="34" charset="0"/>
                <a:cs typeface="Kokila" panose="020B0604020202020204" pitchFamily="34" charset="0"/>
              </a:rPr>
              <a:t>निर्धारित तिथि एवं समय पर छत्तीसगढ़ लोक सेवा आयोग के कार्यालय में ऑनलाइन डी.पी.सी. की प्रक्रिया संपन्न होगी। डी.पी.सी. की तिथि को विभाग द्वारा की गई प्रविष्टियों में परिवर्तन किसी भी स्थिति में मान्य नहीं होंगे यदि वे परिर्वतन विस्तृत डी.पी.सी. प्रस्ताव प्रेषित करने एवं डी.पी.सी. की तिथि के बीच के न हो।</a:t>
            </a:r>
            <a:endParaRPr lang="en-US" sz="2800" b="1" dirty="0">
              <a:solidFill>
                <a:schemeClr val="tx1"/>
              </a:solidFill>
              <a:latin typeface="Kokila" panose="020B0604020202020204" pitchFamily="34" charset="0"/>
              <a:cs typeface="Kokila" panose="020B0604020202020204" pitchFamily="34" charset="0"/>
            </a:endParaRPr>
          </a:p>
        </p:txBody>
      </p:sp>
      <p:sp>
        <p:nvSpPr>
          <p:cNvPr id="13" name="Slide Number Placeholder 12">
            <a:extLst>
              <a:ext uri="{FF2B5EF4-FFF2-40B4-BE49-F238E27FC236}">
                <a16:creationId xmlns:a16="http://schemas.microsoft.com/office/drawing/2014/main" id="{3894C855-2B47-68F2-1ED6-115266013EFB}"/>
              </a:ext>
            </a:extLst>
          </p:cNvPr>
          <p:cNvSpPr>
            <a:spLocks noGrp="1"/>
          </p:cNvSpPr>
          <p:nvPr>
            <p:ph type="sldNum" sz="quarter" idx="12"/>
          </p:nvPr>
        </p:nvSpPr>
        <p:spPr/>
        <p:txBody>
          <a:bodyPr/>
          <a:lstStyle/>
          <a:p>
            <a:fld id="{5BFCF61C-3B18-4C03-8326-CC3B32D710C9}" type="slidenum">
              <a:rPr lang="en-US" smtClean="0"/>
              <a:pPr/>
              <a:t>31</a:t>
            </a:fld>
            <a:endParaRPr lang="en-US"/>
          </a:p>
        </p:txBody>
      </p:sp>
    </p:spTree>
    <p:extLst>
      <p:ext uri="{BB962C8B-B14F-4D97-AF65-F5344CB8AC3E}">
        <p14:creationId xmlns:p14="http://schemas.microsoft.com/office/powerpoint/2010/main" val="3030097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52FA7-8CB9-465A-9914-A63E87B776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B5DC6-74B5-B8D6-DC99-858795FDB50E}"/>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PROCESS OF ONLINE DPC</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LOGIN </a:t>
            </a:r>
            <a:br>
              <a:rPr lang="en-IN" sz="2400" b="1" dirty="0">
                <a:solidFill>
                  <a:schemeClr val="accent3">
                    <a:lumMod val="50000"/>
                  </a:schemeClr>
                </a:solidFill>
                <a:effectLst>
                  <a:outerShdw blurRad="38100" dist="38100" dir="2700000" algn="tl">
                    <a:srgbClr val="000000">
                      <a:alpha val="43137"/>
                    </a:srgbClr>
                  </a:outerShdw>
                </a:effectLst>
              </a:rPr>
            </a:br>
            <a:r>
              <a:rPr lang="en-IN" sz="2000" b="1" dirty="0">
                <a:solidFill>
                  <a:schemeClr val="accent3">
                    <a:lumMod val="50000"/>
                  </a:schemeClr>
                </a:solidFill>
                <a:effectLst>
                  <a:outerShdw blurRad="38100" dist="38100" dir="2700000" algn="tl">
                    <a:srgbClr val="000000">
                      <a:alpha val="43137"/>
                    </a:srgbClr>
                  </a:outerShdw>
                </a:effectLst>
              </a:rPr>
              <a:t>(HON'BLE CHAIRMAN / HON'BLE MEMBER)</a:t>
            </a:r>
            <a:br>
              <a:rPr lang="en-US" sz="2800" dirty="0"/>
            </a:br>
            <a:endParaRPr lang="en-US" sz="3200" dirty="0"/>
          </a:p>
        </p:txBody>
      </p:sp>
      <p:sp>
        <p:nvSpPr>
          <p:cNvPr id="12" name="Footer Placeholder 11">
            <a:extLst>
              <a:ext uri="{FF2B5EF4-FFF2-40B4-BE49-F238E27FC236}">
                <a16:creationId xmlns:a16="http://schemas.microsoft.com/office/drawing/2014/main" id="{158CBEE9-B3B9-EA85-9277-5F4FB30ED962}"/>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8427E2F0-9698-721C-2959-0C1C6D83F5AC}"/>
              </a:ext>
            </a:extLst>
          </p:cNvPr>
          <p:cNvSpPr>
            <a:spLocks noGrp="1"/>
          </p:cNvSpPr>
          <p:nvPr>
            <p:ph type="sldNum" sz="quarter" idx="12"/>
          </p:nvPr>
        </p:nvSpPr>
        <p:spPr/>
        <p:txBody>
          <a:bodyPr/>
          <a:lstStyle/>
          <a:p>
            <a:fld id="{5BFCF61C-3B18-4C03-8326-CC3B32D710C9}" type="slidenum">
              <a:rPr lang="en-US" smtClean="0"/>
              <a:pPr/>
              <a:t>32</a:t>
            </a:fld>
            <a:endParaRPr lang="en-US" dirty="0"/>
          </a:p>
        </p:txBody>
      </p:sp>
      <p:sp>
        <p:nvSpPr>
          <p:cNvPr id="4" name="Rectangle 3">
            <a:extLst>
              <a:ext uri="{FF2B5EF4-FFF2-40B4-BE49-F238E27FC236}">
                <a16:creationId xmlns:a16="http://schemas.microsoft.com/office/drawing/2014/main" id="{2B18C179-1F26-90AB-AE36-A3E19DCD81E8}"/>
              </a:ext>
            </a:extLst>
          </p:cNvPr>
          <p:cNvSpPr/>
          <p:nvPr/>
        </p:nvSpPr>
        <p:spPr>
          <a:xfrm>
            <a:off x="3551770" y="736244"/>
            <a:ext cx="8429684" cy="5072098"/>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endParaRPr lang="en-US" dirty="0">
              <a:solidFill>
                <a:srgbClr val="0070C0"/>
              </a:solidFill>
            </a:endParaRPr>
          </a:p>
        </p:txBody>
      </p:sp>
      <p:sp>
        <p:nvSpPr>
          <p:cNvPr id="9" name="Content Placeholder 2">
            <a:extLst>
              <a:ext uri="{FF2B5EF4-FFF2-40B4-BE49-F238E27FC236}">
                <a16:creationId xmlns:a16="http://schemas.microsoft.com/office/drawing/2014/main" id="{83D094FA-136B-47FD-077E-3EDED14C1D61}"/>
              </a:ext>
            </a:extLst>
          </p:cNvPr>
          <p:cNvSpPr txBox="1">
            <a:spLocks/>
          </p:cNvSpPr>
          <p:nvPr/>
        </p:nvSpPr>
        <p:spPr>
          <a:xfrm>
            <a:off x="3792492" y="962430"/>
            <a:ext cx="6515556" cy="3853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endParaRPr lang="en-IN" sz="1800"/>
          </a:p>
          <a:p>
            <a:pPr algn="just">
              <a:buFont typeface="Arial" panose="020B0604020202020204" pitchFamily="34" charset="0"/>
              <a:buNone/>
            </a:pPr>
            <a:endParaRPr lang="en-IN" sz="1800" dirty="0"/>
          </a:p>
        </p:txBody>
      </p:sp>
      <p:grpSp>
        <p:nvGrpSpPr>
          <p:cNvPr id="11" name="Group 10">
            <a:extLst>
              <a:ext uri="{FF2B5EF4-FFF2-40B4-BE49-F238E27FC236}">
                <a16:creationId xmlns:a16="http://schemas.microsoft.com/office/drawing/2014/main" id="{919CB97E-DA27-3F4A-A864-BDB4F58D70D9}"/>
              </a:ext>
            </a:extLst>
          </p:cNvPr>
          <p:cNvGrpSpPr/>
          <p:nvPr/>
        </p:nvGrpSpPr>
        <p:grpSpPr>
          <a:xfrm>
            <a:off x="3980398" y="879764"/>
            <a:ext cx="7715304" cy="4714264"/>
            <a:chOff x="785786" y="1643694"/>
            <a:chExt cx="7715304" cy="4714264"/>
          </a:xfrm>
        </p:grpSpPr>
        <p:pic>
          <p:nvPicPr>
            <p:cNvPr id="14" name="Picture 13" descr="LOGIN_FORM.PNG">
              <a:extLst>
                <a:ext uri="{FF2B5EF4-FFF2-40B4-BE49-F238E27FC236}">
                  <a16:creationId xmlns:a16="http://schemas.microsoft.com/office/drawing/2014/main" id="{1F83C35F-807D-7312-2268-1F4ABA53FA09}"/>
                </a:ext>
              </a:extLst>
            </p:cNvPr>
            <p:cNvPicPr>
              <a:picLocks noChangeAspect="1"/>
            </p:cNvPicPr>
            <p:nvPr/>
          </p:nvPicPr>
          <p:blipFill>
            <a:blip r:embed="rId3"/>
            <a:stretch>
              <a:fillRect/>
            </a:stretch>
          </p:blipFill>
          <p:spPr>
            <a:xfrm>
              <a:off x="785786" y="1643694"/>
              <a:ext cx="7715304" cy="4714264"/>
            </a:xfrm>
            <a:prstGeom prst="rect">
              <a:avLst/>
            </a:prstGeom>
          </p:spPr>
        </p:pic>
        <p:sp>
          <p:nvSpPr>
            <p:cNvPr id="15" name="TextBox 14">
              <a:extLst>
                <a:ext uri="{FF2B5EF4-FFF2-40B4-BE49-F238E27FC236}">
                  <a16:creationId xmlns:a16="http://schemas.microsoft.com/office/drawing/2014/main" id="{CE4320A6-C54B-EBE6-357A-E88B573B7877}"/>
                </a:ext>
              </a:extLst>
            </p:cNvPr>
            <p:cNvSpPr txBox="1"/>
            <p:nvPr/>
          </p:nvSpPr>
          <p:spPr>
            <a:xfrm>
              <a:off x="785786" y="2822056"/>
              <a:ext cx="7715304" cy="369332"/>
            </a:xfrm>
            <a:prstGeom prst="rect">
              <a:avLst/>
            </a:prstGeom>
            <a:solidFill>
              <a:schemeClr val="tx1">
                <a:lumMod val="75000"/>
                <a:lumOff val="25000"/>
              </a:schemeClr>
            </a:solidFill>
          </p:spPr>
          <p:txBody>
            <a:bodyPr wrap="square" rtlCol="0">
              <a:spAutoFit/>
            </a:bodyPr>
            <a:lstStyle/>
            <a:p>
              <a:pPr algn="ctr"/>
              <a:r>
                <a:rPr lang="hi-IN" dirty="0">
                  <a:solidFill>
                    <a:schemeClr val="bg1"/>
                  </a:solidFill>
                  <a:latin typeface="Arial" pitchFamily="34" charset="0"/>
                  <a:cs typeface="Arial" pitchFamily="34" charset="0"/>
                </a:rPr>
                <a:t>LOGIN PAGE FOR HON’BL CHAIRMAN / MEMBER </a:t>
              </a:r>
              <a:endParaRPr lang="en-IN" dirty="0">
                <a:latin typeface="Arial" pitchFamily="34" charset="0"/>
                <a:cs typeface="Arial" pitchFamily="34" charset="0"/>
              </a:endParaRPr>
            </a:p>
          </p:txBody>
        </p:sp>
        <p:sp>
          <p:nvSpPr>
            <p:cNvPr id="16" name="TextBox 15">
              <a:extLst>
                <a:ext uri="{FF2B5EF4-FFF2-40B4-BE49-F238E27FC236}">
                  <a16:creationId xmlns:a16="http://schemas.microsoft.com/office/drawing/2014/main" id="{1DAEFF17-4ED4-03C7-8684-7609A8010234}"/>
                </a:ext>
              </a:extLst>
            </p:cNvPr>
            <p:cNvSpPr txBox="1"/>
            <p:nvPr/>
          </p:nvSpPr>
          <p:spPr>
            <a:xfrm>
              <a:off x="871512" y="3819131"/>
              <a:ext cx="7458127" cy="468622"/>
            </a:xfrm>
            <a:prstGeom prst="rect">
              <a:avLst/>
            </a:prstGeom>
            <a:solidFill>
              <a:schemeClr val="bg1"/>
            </a:solidFill>
          </p:spPr>
          <p:txBody>
            <a:bodyPr wrap="square" rtlCol="0">
              <a:spAutoFit/>
            </a:bodyPr>
            <a:lstStyle/>
            <a:p>
              <a:endParaRPr lang="en-IN" dirty="0"/>
            </a:p>
          </p:txBody>
        </p:sp>
      </p:grpSp>
      <p:sp>
        <p:nvSpPr>
          <p:cNvPr id="17" name="TextBox 16">
            <a:extLst>
              <a:ext uri="{FF2B5EF4-FFF2-40B4-BE49-F238E27FC236}">
                <a16:creationId xmlns:a16="http://schemas.microsoft.com/office/drawing/2014/main" id="{2B9D078D-2C93-3EBE-6FA2-05EF21223F37}"/>
              </a:ext>
            </a:extLst>
          </p:cNvPr>
          <p:cNvSpPr txBox="1"/>
          <p:nvPr/>
        </p:nvSpPr>
        <p:spPr>
          <a:xfrm>
            <a:off x="6552166" y="3236574"/>
            <a:ext cx="857256" cy="215444"/>
          </a:xfrm>
          <a:prstGeom prst="rect">
            <a:avLst/>
          </a:prstGeom>
          <a:noFill/>
        </p:spPr>
        <p:txBody>
          <a:bodyPr wrap="square" rtlCol="0">
            <a:spAutoFit/>
          </a:bodyPr>
          <a:lstStyle/>
          <a:p>
            <a:r>
              <a:rPr lang="hi-IN" sz="800" dirty="0"/>
              <a:t>           DPC ID </a:t>
            </a:r>
            <a:endParaRPr lang="en-US" sz="800" dirty="0"/>
          </a:p>
        </p:txBody>
      </p:sp>
      <p:sp>
        <p:nvSpPr>
          <p:cNvPr id="18" name="TextBox 17">
            <a:extLst>
              <a:ext uri="{FF2B5EF4-FFF2-40B4-BE49-F238E27FC236}">
                <a16:creationId xmlns:a16="http://schemas.microsoft.com/office/drawing/2014/main" id="{55896ABA-C6B1-7F30-719A-D528061C7282}"/>
              </a:ext>
            </a:extLst>
          </p:cNvPr>
          <p:cNvSpPr txBox="1"/>
          <p:nvPr/>
        </p:nvSpPr>
        <p:spPr>
          <a:xfrm>
            <a:off x="6980794" y="3493060"/>
            <a:ext cx="428628" cy="215444"/>
          </a:xfrm>
          <a:prstGeom prst="rect">
            <a:avLst/>
          </a:prstGeom>
          <a:noFill/>
        </p:spPr>
        <p:txBody>
          <a:bodyPr wrap="square" rtlCol="0">
            <a:spAutoFit/>
          </a:bodyPr>
          <a:lstStyle/>
          <a:p>
            <a:r>
              <a:rPr lang="hi-IN" sz="800" dirty="0"/>
              <a:t>OTP</a:t>
            </a:r>
            <a:endParaRPr lang="en-US" sz="800" dirty="0"/>
          </a:p>
        </p:txBody>
      </p:sp>
      <p:sp>
        <p:nvSpPr>
          <p:cNvPr id="19" name="TextBox 18">
            <a:extLst>
              <a:ext uri="{FF2B5EF4-FFF2-40B4-BE49-F238E27FC236}">
                <a16:creationId xmlns:a16="http://schemas.microsoft.com/office/drawing/2014/main" id="{5DEBD664-9CFF-2822-ADA6-D4D99933ABDA}"/>
              </a:ext>
            </a:extLst>
          </p:cNvPr>
          <p:cNvSpPr txBox="1"/>
          <p:nvPr/>
        </p:nvSpPr>
        <p:spPr>
          <a:xfrm>
            <a:off x="7337984" y="3236574"/>
            <a:ext cx="1857388" cy="230832"/>
          </a:xfrm>
          <a:prstGeom prst="rect">
            <a:avLst/>
          </a:prstGeom>
          <a:noFill/>
          <a:ln>
            <a:solidFill>
              <a:schemeClr val="tx1"/>
            </a:solidFill>
          </a:ln>
        </p:spPr>
        <p:txBody>
          <a:bodyPr wrap="square" rtlCol="0">
            <a:spAutoFit/>
          </a:bodyPr>
          <a:lstStyle/>
          <a:p>
            <a:r>
              <a:rPr lang="en-IN" sz="900" b="1" dirty="0">
                <a:solidFill>
                  <a:schemeClr val="bg1"/>
                </a:solidFill>
                <a:latin typeface="+mj-lt"/>
              </a:rPr>
              <a:t>HE201711111</a:t>
            </a:r>
            <a:endParaRPr lang="en-US" sz="900" b="1" dirty="0">
              <a:solidFill>
                <a:schemeClr val="bg1"/>
              </a:solidFill>
              <a:latin typeface="+mj-lt"/>
            </a:endParaRPr>
          </a:p>
        </p:txBody>
      </p:sp>
      <p:sp>
        <p:nvSpPr>
          <p:cNvPr id="20" name="TextBox 19">
            <a:extLst>
              <a:ext uri="{FF2B5EF4-FFF2-40B4-BE49-F238E27FC236}">
                <a16:creationId xmlns:a16="http://schemas.microsoft.com/office/drawing/2014/main" id="{A2EA6277-F8D6-674A-791A-FCDC99B3D5E0}"/>
              </a:ext>
            </a:extLst>
          </p:cNvPr>
          <p:cNvSpPr txBox="1"/>
          <p:nvPr/>
        </p:nvSpPr>
        <p:spPr>
          <a:xfrm>
            <a:off x="7337984" y="3493060"/>
            <a:ext cx="1857388" cy="230832"/>
          </a:xfrm>
          <a:prstGeom prst="rect">
            <a:avLst/>
          </a:prstGeom>
          <a:noFill/>
          <a:ln>
            <a:solidFill>
              <a:schemeClr val="tx1"/>
            </a:solidFill>
          </a:ln>
        </p:spPr>
        <p:txBody>
          <a:bodyPr wrap="square" rtlCol="0">
            <a:spAutoFit/>
          </a:bodyPr>
          <a:lstStyle/>
          <a:p>
            <a:r>
              <a:rPr lang="en-IN" sz="900" b="1" dirty="0">
                <a:solidFill>
                  <a:schemeClr val="bg1"/>
                </a:solidFill>
              </a:rPr>
              <a:t>**********</a:t>
            </a:r>
            <a:endParaRPr lang="en-US" sz="900" b="1" dirty="0">
              <a:solidFill>
                <a:schemeClr val="bg1"/>
              </a:solidFill>
            </a:endParaRPr>
          </a:p>
        </p:txBody>
      </p:sp>
      <p:sp>
        <p:nvSpPr>
          <p:cNvPr id="21" name="TextBox 20">
            <a:extLst>
              <a:ext uri="{FF2B5EF4-FFF2-40B4-BE49-F238E27FC236}">
                <a16:creationId xmlns:a16="http://schemas.microsoft.com/office/drawing/2014/main" id="{0C832919-C4C4-C3C1-B978-39B0E567105C}"/>
              </a:ext>
            </a:extLst>
          </p:cNvPr>
          <p:cNvSpPr txBox="1"/>
          <p:nvPr/>
        </p:nvSpPr>
        <p:spPr>
          <a:xfrm>
            <a:off x="7349704" y="3778812"/>
            <a:ext cx="1857388" cy="215444"/>
          </a:xfrm>
          <a:prstGeom prst="rect">
            <a:avLst/>
          </a:prstGeom>
          <a:noFill/>
          <a:ln>
            <a:solidFill>
              <a:schemeClr val="tx1"/>
            </a:solidFill>
          </a:ln>
        </p:spPr>
        <p:txBody>
          <a:bodyPr wrap="square" rtlCol="0">
            <a:spAutoFit/>
          </a:bodyPr>
          <a:lstStyle/>
          <a:p>
            <a:r>
              <a:rPr lang="en-IN" sz="800" b="1" dirty="0">
                <a:solidFill>
                  <a:schemeClr val="bg1"/>
                </a:solidFill>
              </a:rPr>
              <a:t>M1_CGPSC</a:t>
            </a:r>
            <a:endParaRPr lang="en-US" sz="800" b="1" dirty="0">
              <a:solidFill>
                <a:schemeClr val="bg1"/>
              </a:solidFill>
            </a:endParaRPr>
          </a:p>
        </p:txBody>
      </p:sp>
      <p:sp>
        <p:nvSpPr>
          <p:cNvPr id="22" name="TextBox 21">
            <a:extLst>
              <a:ext uri="{FF2B5EF4-FFF2-40B4-BE49-F238E27FC236}">
                <a16:creationId xmlns:a16="http://schemas.microsoft.com/office/drawing/2014/main" id="{ED31541E-E9E3-FF0F-C3E9-F37EDD97F7DC}"/>
              </a:ext>
            </a:extLst>
          </p:cNvPr>
          <p:cNvSpPr txBox="1"/>
          <p:nvPr/>
        </p:nvSpPr>
        <p:spPr>
          <a:xfrm>
            <a:off x="7349704" y="4081568"/>
            <a:ext cx="1857388" cy="230832"/>
          </a:xfrm>
          <a:prstGeom prst="rect">
            <a:avLst/>
          </a:prstGeom>
          <a:noFill/>
          <a:ln>
            <a:solidFill>
              <a:schemeClr val="tx1"/>
            </a:solidFill>
          </a:ln>
        </p:spPr>
        <p:txBody>
          <a:bodyPr wrap="square" rtlCol="0">
            <a:spAutoFit/>
          </a:bodyPr>
          <a:lstStyle/>
          <a:p>
            <a:r>
              <a:rPr lang="en-IN" sz="900" b="1" dirty="0">
                <a:solidFill>
                  <a:schemeClr val="bg1"/>
                </a:solidFill>
              </a:rPr>
              <a:t>**************</a:t>
            </a:r>
            <a:endParaRPr lang="en-US" sz="900" b="1" dirty="0">
              <a:solidFill>
                <a:schemeClr val="bg1"/>
              </a:solidFill>
            </a:endParaRPr>
          </a:p>
        </p:txBody>
      </p:sp>
      <p:pic>
        <p:nvPicPr>
          <p:cNvPr id="23" name="Picture 22" descr="MOBILE.jpg">
            <a:extLst>
              <a:ext uri="{FF2B5EF4-FFF2-40B4-BE49-F238E27FC236}">
                <a16:creationId xmlns:a16="http://schemas.microsoft.com/office/drawing/2014/main" id="{3185E84F-B703-9B5A-9278-1EC66E91B167}"/>
              </a:ext>
            </a:extLst>
          </p:cNvPr>
          <p:cNvPicPr>
            <a:picLocks noChangeAspect="1"/>
          </p:cNvPicPr>
          <p:nvPr/>
        </p:nvPicPr>
        <p:blipFill>
          <a:blip r:embed="rId4" cstate="print"/>
          <a:stretch>
            <a:fillRect/>
          </a:stretch>
        </p:blipFill>
        <p:spPr>
          <a:xfrm>
            <a:off x="4694778" y="3111060"/>
            <a:ext cx="592936" cy="1143008"/>
          </a:xfrm>
          <a:prstGeom prst="rect">
            <a:avLst/>
          </a:prstGeom>
        </p:spPr>
      </p:pic>
      <p:sp>
        <p:nvSpPr>
          <p:cNvPr id="24" name="Left Arrow 25">
            <a:extLst>
              <a:ext uri="{FF2B5EF4-FFF2-40B4-BE49-F238E27FC236}">
                <a16:creationId xmlns:a16="http://schemas.microsoft.com/office/drawing/2014/main" id="{B3663D62-3F80-478F-2CEA-44414142B240}"/>
              </a:ext>
            </a:extLst>
          </p:cNvPr>
          <p:cNvSpPr/>
          <p:nvPr/>
        </p:nvSpPr>
        <p:spPr>
          <a:xfrm>
            <a:off x="5266282" y="3279876"/>
            <a:ext cx="1643074" cy="99574"/>
          </a:xfrm>
          <a:prstGeom prst="lef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6">
            <a:extLst>
              <a:ext uri="{FF2B5EF4-FFF2-40B4-BE49-F238E27FC236}">
                <a16:creationId xmlns:a16="http://schemas.microsoft.com/office/drawing/2014/main" id="{0114C630-CF0C-9AA2-15F3-848807DCD5E3}"/>
              </a:ext>
            </a:extLst>
          </p:cNvPr>
          <p:cNvSpPr/>
          <p:nvPr/>
        </p:nvSpPr>
        <p:spPr>
          <a:xfrm>
            <a:off x="5337720" y="3522326"/>
            <a:ext cx="1643074" cy="115838"/>
          </a:xfrm>
          <a:prstGeom prst="righ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9985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iterate type="lt">
                                    <p:tmPct val="10000"/>
                                  </p:iterate>
                                  <p:childTnLst>
                                    <p:animClr clrSpc="rgb" dir="cw">
                                      <p:cBhvr override="childStyle">
                                        <p:cTn id="6" dur="500" fill="hold"/>
                                        <p:tgtEl>
                                          <p:spTgt spid="19"/>
                                        </p:tgtEl>
                                        <p:attrNameLst>
                                          <p:attrName>style.color</p:attrName>
                                        </p:attrNameLst>
                                      </p:cBhvr>
                                      <p:to>
                                        <a:schemeClr val="tx1"/>
                                      </p:to>
                                    </p:animClr>
                                  </p:childTnLst>
                                </p:cTn>
                              </p:par>
                            </p:childTnLst>
                          </p:cTn>
                        </p:par>
                        <p:par>
                          <p:cTn id="7" fill="hold">
                            <p:stCondLst>
                              <p:cond delay="1000"/>
                            </p:stCondLst>
                            <p:childTnLst>
                              <p:par>
                                <p:cTn id="8" presetID="22" presetClass="entr" presetSubtype="2" fill="hold" grpId="0" nodeType="after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right)">
                                      <p:cBhvr>
                                        <p:cTn id="10" dur="500"/>
                                        <p:tgtEl>
                                          <p:spTgt spid="24"/>
                                        </p:tgtEl>
                                      </p:cBhvr>
                                    </p:animEffect>
                                  </p:childTnLst>
                                </p:cTn>
                              </p:par>
                            </p:childTnLst>
                          </p:cTn>
                        </p:par>
                        <p:par>
                          <p:cTn id="11" fill="hold">
                            <p:stCondLst>
                              <p:cond delay="1500"/>
                            </p:stCondLst>
                            <p:childTnLst>
                              <p:par>
                                <p:cTn id="12" presetID="22" presetClass="entr" presetSubtype="8" fill="hold" grpId="0" nodeType="after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wipe(left)">
                                      <p:cBhvr>
                                        <p:cTn id="14" dur="500"/>
                                        <p:tgtEl>
                                          <p:spTgt spid="25"/>
                                        </p:tgtEl>
                                      </p:cBhvr>
                                    </p:animEffect>
                                  </p:childTnLst>
                                </p:cTn>
                              </p:par>
                            </p:childTnLst>
                          </p:cTn>
                        </p:par>
                        <p:par>
                          <p:cTn id="15" fill="hold">
                            <p:stCondLst>
                              <p:cond delay="2000"/>
                            </p:stCondLst>
                            <p:childTnLst>
                              <p:par>
                                <p:cTn id="16" presetID="3" presetClass="emph" presetSubtype="2" fill="hold" grpId="0" nodeType="afterEffect">
                                  <p:stCondLst>
                                    <p:cond delay="0"/>
                                  </p:stCondLst>
                                  <p:iterate type="lt">
                                    <p:tmPct val="10000"/>
                                  </p:iterate>
                                  <p:childTnLst>
                                    <p:animClr clrSpc="rgb" dir="cw">
                                      <p:cBhvr override="childStyle">
                                        <p:cTn id="17" dur="500" fill="hold"/>
                                        <p:tgtEl>
                                          <p:spTgt spid="20"/>
                                        </p:tgtEl>
                                        <p:attrNameLst>
                                          <p:attrName>style.color</p:attrName>
                                        </p:attrNameLst>
                                      </p:cBhvr>
                                      <p:to>
                                        <a:schemeClr val="tx1"/>
                                      </p:to>
                                    </p:animClr>
                                  </p:childTnLst>
                                </p:cTn>
                              </p:par>
                            </p:childTnLst>
                          </p:cTn>
                        </p:par>
                        <p:par>
                          <p:cTn id="18" fill="hold">
                            <p:stCondLst>
                              <p:cond delay="2950"/>
                            </p:stCondLst>
                            <p:childTnLst>
                              <p:par>
                                <p:cTn id="19" presetID="3" presetClass="emph" presetSubtype="2" fill="hold" grpId="0" nodeType="afterEffect">
                                  <p:stCondLst>
                                    <p:cond delay="0"/>
                                  </p:stCondLst>
                                  <p:iterate type="lt">
                                    <p:tmPct val="10000"/>
                                  </p:iterate>
                                  <p:childTnLst>
                                    <p:animClr clrSpc="rgb" dir="cw">
                                      <p:cBhvr override="childStyle">
                                        <p:cTn id="20" dur="500" fill="hold"/>
                                        <p:tgtEl>
                                          <p:spTgt spid="21"/>
                                        </p:tgtEl>
                                        <p:attrNameLst>
                                          <p:attrName>style.color</p:attrName>
                                        </p:attrNameLst>
                                      </p:cBhvr>
                                      <p:to>
                                        <a:schemeClr val="tx1"/>
                                      </p:to>
                                    </p:animClr>
                                  </p:childTnLst>
                                </p:cTn>
                              </p:par>
                            </p:childTnLst>
                          </p:cTn>
                        </p:par>
                        <p:par>
                          <p:cTn id="21" fill="hold">
                            <p:stCondLst>
                              <p:cond delay="3800"/>
                            </p:stCondLst>
                            <p:childTnLst>
                              <p:par>
                                <p:cTn id="22" presetID="3" presetClass="emph" presetSubtype="2" fill="hold" grpId="0" nodeType="afterEffect">
                                  <p:stCondLst>
                                    <p:cond delay="0"/>
                                  </p:stCondLst>
                                  <p:iterate type="lt">
                                    <p:tmPct val="10000"/>
                                  </p:iterate>
                                  <p:childTnLst>
                                    <p:animClr clrSpc="rgb" dir="cw">
                                      <p:cBhvr override="childStyle">
                                        <p:cTn id="23" dur="500" fill="hold"/>
                                        <p:tgtEl>
                                          <p:spTgt spid="22"/>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4" grpId="0" animBg="1"/>
      <p:bldP spid="2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C0D24-86B6-0A97-B24E-491EE3CAC9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5A1781-70AA-2AB8-1B43-1446C2419F42}"/>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PROCESS OF ONLINE DPC</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ACTION</a:t>
            </a:r>
            <a:endParaRPr lang="en-US" sz="3200" dirty="0"/>
          </a:p>
        </p:txBody>
      </p:sp>
      <p:sp>
        <p:nvSpPr>
          <p:cNvPr id="12" name="Footer Placeholder 11">
            <a:extLst>
              <a:ext uri="{FF2B5EF4-FFF2-40B4-BE49-F238E27FC236}">
                <a16:creationId xmlns:a16="http://schemas.microsoft.com/office/drawing/2014/main" id="{F296A26C-614E-4013-A695-669CAD8C48EA}"/>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1BFE6099-84D3-047F-B685-84690B7C87D0}"/>
              </a:ext>
            </a:extLst>
          </p:cNvPr>
          <p:cNvSpPr>
            <a:spLocks noGrp="1"/>
          </p:cNvSpPr>
          <p:nvPr>
            <p:ph type="sldNum" sz="quarter" idx="12"/>
          </p:nvPr>
        </p:nvSpPr>
        <p:spPr/>
        <p:txBody>
          <a:bodyPr/>
          <a:lstStyle/>
          <a:p>
            <a:fld id="{5BFCF61C-3B18-4C03-8326-CC3B32D710C9}" type="slidenum">
              <a:rPr lang="en-US" smtClean="0"/>
              <a:pPr/>
              <a:t>33</a:t>
            </a:fld>
            <a:endParaRPr lang="en-US" dirty="0"/>
          </a:p>
        </p:txBody>
      </p:sp>
      <p:graphicFrame>
        <p:nvGraphicFramePr>
          <p:cNvPr id="4" name="Table 3">
            <a:extLst>
              <a:ext uri="{FF2B5EF4-FFF2-40B4-BE49-F238E27FC236}">
                <a16:creationId xmlns:a16="http://schemas.microsoft.com/office/drawing/2014/main" id="{7DE773B3-218B-62BC-A6A5-A6F19326828E}"/>
              </a:ext>
            </a:extLst>
          </p:cNvPr>
          <p:cNvGraphicFramePr>
            <a:graphicFrameLocks noGrp="1"/>
          </p:cNvGraphicFramePr>
          <p:nvPr>
            <p:extLst>
              <p:ext uri="{D42A27DB-BD31-4B8C-83A1-F6EECF244321}">
                <p14:modId xmlns:p14="http://schemas.microsoft.com/office/powerpoint/2010/main" val="4028722844"/>
              </p:ext>
            </p:extLst>
          </p:nvPr>
        </p:nvGraphicFramePr>
        <p:xfrm>
          <a:off x="3177842" y="1510385"/>
          <a:ext cx="8968203" cy="3651023"/>
        </p:xfrm>
        <a:graphic>
          <a:graphicData uri="http://schemas.openxmlformats.org/drawingml/2006/table">
            <a:tbl>
              <a:tblPr firstRow="1" bandRow="1">
                <a:tableStyleId>{5C22544A-7EE6-4342-B048-85BDC9FD1C3A}</a:tableStyleId>
              </a:tblPr>
              <a:tblGrid>
                <a:gridCol w="255648">
                  <a:extLst>
                    <a:ext uri="{9D8B030D-6E8A-4147-A177-3AD203B41FA5}">
                      <a16:colId xmlns:a16="http://schemas.microsoft.com/office/drawing/2014/main" val="20000"/>
                    </a:ext>
                  </a:extLst>
                </a:gridCol>
                <a:gridCol w="571504">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642942">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428628">
                  <a:extLst>
                    <a:ext uri="{9D8B030D-6E8A-4147-A177-3AD203B41FA5}">
                      <a16:colId xmlns:a16="http://schemas.microsoft.com/office/drawing/2014/main" val="20005"/>
                    </a:ext>
                  </a:extLst>
                </a:gridCol>
                <a:gridCol w="428628">
                  <a:extLst>
                    <a:ext uri="{9D8B030D-6E8A-4147-A177-3AD203B41FA5}">
                      <a16:colId xmlns:a16="http://schemas.microsoft.com/office/drawing/2014/main" val="20006"/>
                    </a:ext>
                  </a:extLst>
                </a:gridCol>
                <a:gridCol w="342900">
                  <a:extLst>
                    <a:ext uri="{9D8B030D-6E8A-4147-A177-3AD203B41FA5}">
                      <a16:colId xmlns:a16="http://schemas.microsoft.com/office/drawing/2014/main" val="20007"/>
                    </a:ext>
                  </a:extLst>
                </a:gridCol>
                <a:gridCol w="342900">
                  <a:extLst>
                    <a:ext uri="{9D8B030D-6E8A-4147-A177-3AD203B41FA5}">
                      <a16:colId xmlns:a16="http://schemas.microsoft.com/office/drawing/2014/main" val="20008"/>
                    </a:ext>
                  </a:extLst>
                </a:gridCol>
                <a:gridCol w="342900">
                  <a:extLst>
                    <a:ext uri="{9D8B030D-6E8A-4147-A177-3AD203B41FA5}">
                      <a16:colId xmlns:a16="http://schemas.microsoft.com/office/drawing/2014/main" val="20009"/>
                    </a:ext>
                  </a:extLst>
                </a:gridCol>
                <a:gridCol w="342900">
                  <a:extLst>
                    <a:ext uri="{9D8B030D-6E8A-4147-A177-3AD203B41FA5}">
                      <a16:colId xmlns:a16="http://schemas.microsoft.com/office/drawing/2014/main" val="20010"/>
                    </a:ext>
                  </a:extLst>
                </a:gridCol>
                <a:gridCol w="271474">
                  <a:extLst>
                    <a:ext uri="{9D8B030D-6E8A-4147-A177-3AD203B41FA5}">
                      <a16:colId xmlns:a16="http://schemas.microsoft.com/office/drawing/2014/main" val="20011"/>
                    </a:ext>
                  </a:extLst>
                </a:gridCol>
                <a:gridCol w="355918">
                  <a:extLst>
                    <a:ext uri="{9D8B030D-6E8A-4147-A177-3AD203B41FA5}">
                      <a16:colId xmlns:a16="http://schemas.microsoft.com/office/drawing/2014/main" val="20012"/>
                    </a:ext>
                  </a:extLst>
                </a:gridCol>
                <a:gridCol w="355918">
                  <a:extLst>
                    <a:ext uri="{9D8B030D-6E8A-4147-A177-3AD203B41FA5}">
                      <a16:colId xmlns:a16="http://schemas.microsoft.com/office/drawing/2014/main" val="20013"/>
                    </a:ext>
                  </a:extLst>
                </a:gridCol>
                <a:gridCol w="355918">
                  <a:extLst>
                    <a:ext uri="{9D8B030D-6E8A-4147-A177-3AD203B41FA5}">
                      <a16:colId xmlns:a16="http://schemas.microsoft.com/office/drawing/2014/main" val="20014"/>
                    </a:ext>
                  </a:extLst>
                </a:gridCol>
                <a:gridCol w="355918">
                  <a:extLst>
                    <a:ext uri="{9D8B030D-6E8A-4147-A177-3AD203B41FA5}">
                      <a16:colId xmlns:a16="http://schemas.microsoft.com/office/drawing/2014/main" val="20015"/>
                    </a:ext>
                  </a:extLst>
                </a:gridCol>
                <a:gridCol w="355918">
                  <a:extLst>
                    <a:ext uri="{9D8B030D-6E8A-4147-A177-3AD203B41FA5}">
                      <a16:colId xmlns:a16="http://schemas.microsoft.com/office/drawing/2014/main" val="20016"/>
                    </a:ext>
                  </a:extLst>
                </a:gridCol>
                <a:gridCol w="355918">
                  <a:extLst>
                    <a:ext uri="{9D8B030D-6E8A-4147-A177-3AD203B41FA5}">
                      <a16:colId xmlns:a16="http://schemas.microsoft.com/office/drawing/2014/main" val="20017"/>
                    </a:ext>
                  </a:extLst>
                </a:gridCol>
                <a:gridCol w="541337">
                  <a:extLst>
                    <a:ext uri="{9D8B030D-6E8A-4147-A177-3AD203B41FA5}">
                      <a16:colId xmlns:a16="http://schemas.microsoft.com/office/drawing/2014/main" val="20018"/>
                    </a:ext>
                  </a:extLst>
                </a:gridCol>
                <a:gridCol w="434975">
                  <a:extLst>
                    <a:ext uri="{9D8B030D-6E8A-4147-A177-3AD203B41FA5}">
                      <a16:colId xmlns:a16="http://schemas.microsoft.com/office/drawing/2014/main" val="20019"/>
                    </a:ext>
                  </a:extLst>
                </a:gridCol>
                <a:gridCol w="600075">
                  <a:extLst>
                    <a:ext uri="{9D8B030D-6E8A-4147-A177-3AD203B41FA5}">
                      <a16:colId xmlns:a16="http://schemas.microsoft.com/office/drawing/2014/main" val="20020"/>
                    </a:ext>
                  </a:extLst>
                </a:gridCol>
              </a:tblGrid>
              <a:tr h="443059">
                <a:tc rowSpan="2">
                  <a:txBody>
                    <a:bodyPr/>
                    <a:lstStyle/>
                    <a:p>
                      <a:pPr algn="ctr"/>
                      <a:r>
                        <a:rPr kumimoji="0" lang="en-IN" sz="900" b="1" kern="1200" dirty="0" err="1">
                          <a:solidFill>
                            <a:schemeClr val="lt1"/>
                          </a:solidFill>
                          <a:latin typeface="+mn-lt"/>
                          <a:ea typeface="+mn-ea"/>
                          <a:cs typeface="+mn-cs"/>
                        </a:rPr>
                        <a:t>SN</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QUAL</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DOP</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NOTE</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MARK</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REMARK</a:t>
                      </a:r>
                    </a:p>
                    <a:p>
                      <a:pPr algn="ctr" fontAlgn="ctr"/>
                      <a:r>
                        <a:rPr lang="en-US" sz="600" b="0" i="0" u="none" strike="noStrike" dirty="0">
                          <a:solidFill>
                            <a:srgbClr val="00B05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522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600" b="0" i="0" u="none" strike="noStrike" dirty="0">
                        <a:solidFill>
                          <a:srgbClr val="00B05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7058">
                <a:tc>
                  <a:txBody>
                    <a:bodyPr/>
                    <a:lstStyle/>
                    <a:p>
                      <a:pPr algn="ctr" fontAlgn="ctr"/>
                      <a:r>
                        <a:rPr lang="en-US" sz="900" b="0" i="0" u="none" strike="noStrike" dirty="0">
                          <a:solidFill>
                            <a:srgbClr val="000000"/>
                          </a:solidFill>
                          <a:latin typeface="Arial"/>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20-03-1964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7662">
                <a:tc>
                  <a:txBody>
                    <a:bodyPr/>
                    <a:lstStyle/>
                    <a:p>
                      <a:pPr algn="ctr" fontAlgn="ctr"/>
                      <a:r>
                        <a:rPr lang="en-US" sz="900" b="0" i="0" u="none" strike="noStrike">
                          <a:solidFill>
                            <a:srgbClr val="000000"/>
                          </a:solidFill>
                          <a:latin typeface="Arial"/>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12-05-1968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49440">
                <a:tc>
                  <a:txBody>
                    <a:bodyPr/>
                    <a:lstStyle/>
                    <a:p>
                      <a:pPr algn="ctr" fontAlgn="ctr"/>
                      <a:r>
                        <a:rPr lang="en-US" sz="900" b="0" i="0" u="none" strike="noStrike">
                          <a:solidFill>
                            <a:srgbClr val="000000"/>
                          </a:solidFill>
                          <a:latin typeface="Arial"/>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09-04-1967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1350">
                <a:tc>
                  <a:txBody>
                    <a:bodyPr/>
                    <a:lstStyle/>
                    <a:p>
                      <a:pPr algn="ctr" fontAlgn="ctr"/>
                      <a:r>
                        <a:rPr lang="en-US" sz="900" b="0" i="0" u="none" strike="noStrike">
                          <a:solidFill>
                            <a:srgbClr val="000000"/>
                          </a:solidFill>
                          <a:latin typeface="Arial"/>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11-07-1964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a:solidFill>
                            <a:srgbClr val="000000"/>
                          </a:solidFill>
                          <a:latin typeface="Calibri"/>
                        </a:rPr>
                        <a:t>MSC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err="1">
                          <a:solidFill>
                            <a:srgbClr val="000000"/>
                          </a:solidFill>
                          <a:latin typeface="Arial Narrow" pitchFamily="34" charset="0"/>
                        </a:rPr>
                        <a:t>C.CASE</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21822">
                <a:tc>
                  <a:txBody>
                    <a:bodyPr/>
                    <a:lstStyle/>
                    <a:p>
                      <a:pPr algn="ctr" fontAlgn="ctr"/>
                      <a:r>
                        <a:rPr lang="en-US" sz="900" b="0" i="0" u="none" strike="noStrike">
                          <a:solidFill>
                            <a:srgbClr val="000000"/>
                          </a:solidFill>
                          <a:latin typeface="Arial"/>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22-05-1971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घ</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43732">
                <a:tc>
                  <a:txBody>
                    <a:bodyPr/>
                    <a:lstStyle/>
                    <a:p>
                      <a:pPr algn="ctr" fontAlgn="ctr"/>
                      <a:r>
                        <a:rPr lang="en-US" sz="900" b="0" i="0" u="none" strike="noStrike">
                          <a:solidFill>
                            <a:srgbClr val="000000"/>
                          </a:solidFill>
                          <a:latin typeface="Arial"/>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16-09-1972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gn="ctr" fontAlgn="ctr"/>
                      <a:r>
                        <a:rPr lang="en-US" sz="900" b="0" i="0" u="none" strike="noStrike">
                          <a:solidFill>
                            <a:srgbClr val="000000"/>
                          </a:solidFill>
                          <a:latin typeface="Arial"/>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22-06-1969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algn="ctr" fontAlgn="ctr"/>
                      <a:r>
                        <a:rPr lang="en-US" sz="900" b="0" i="0" u="none" strike="noStrike">
                          <a:solidFill>
                            <a:srgbClr val="000000"/>
                          </a:solidFill>
                          <a:latin typeface="Arial"/>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13-01-1970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err="1">
                          <a:solidFill>
                            <a:srgbClr val="000000"/>
                          </a:solidFill>
                          <a:latin typeface="Calibri"/>
                        </a:rPr>
                        <a:t>MCOM</a:t>
                      </a:r>
                      <a:r>
                        <a:rPr lang="en-US" sz="1100" b="0" i="0" u="none" strike="noStrike" dirty="0">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hi-IN" sz="900" b="0" i="0" u="none" strike="noStrike" dirty="0">
                          <a:solidFill>
                            <a:srgbClr val="000000"/>
                          </a:solidFill>
                          <a:latin typeface="Arial"/>
                        </a:rPr>
                        <a:t>ST</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rgbClr val="E71D57"/>
                          </a:solidFill>
                          <a:latin typeface="Agency FB" pitchFamily="34" charset="0"/>
                          <a:ea typeface="+mn-ea"/>
                          <a:cs typeface="+mn-cs"/>
                        </a:rPr>
                        <a:t>N</a:t>
                      </a:r>
                      <a:endParaRPr kumimoji="0" lang="en-US" sz="120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38024">
                <a:tc>
                  <a:txBody>
                    <a:bodyPr/>
                    <a:lstStyle/>
                    <a:p>
                      <a:pPr algn="ctr" fontAlgn="ctr"/>
                      <a:r>
                        <a:rPr lang="en-US" sz="900" b="0" i="0" u="none" strike="noStrike">
                          <a:solidFill>
                            <a:srgbClr val="000000"/>
                          </a:solidFill>
                          <a:latin typeface="Arial"/>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07-12-1969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err="1">
                          <a:solidFill>
                            <a:srgbClr val="000000"/>
                          </a:solidFill>
                          <a:latin typeface="Calibri"/>
                        </a:rPr>
                        <a:t>BSC</a:t>
                      </a:r>
                      <a:r>
                        <a:rPr lang="en-US" sz="1100" b="0" i="0" u="none" strike="noStrike" dirty="0">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ग</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algn="ctr" fontAlgn="ctr"/>
                      <a:r>
                        <a:rPr lang="en-US" sz="900" b="0" i="0" u="none" strike="noStrike" dirty="0">
                          <a:solidFill>
                            <a:srgbClr val="000000"/>
                          </a:solidFill>
                          <a:latin typeface="Arial"/>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21-08-1971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err="1">
                          <a:solidFill>
                            <a:srgbClr val="000000"/>
                          </a:solidFill>
                          <a:latin typeface="Calibri"/>
                        </a:rPr>
                        <a:t>BCOM</a:t>
                      </a:r>
                      <a:r>
                        <a:rPr lang="en-US" sz="1100" b="0" i="0" u="none" strike="noStrike" dirty="0">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graphicFrame>
        <p:nvGraphicFramePr>
          <p:cNvPr id="9" name="Table 8">
            <a:extLst>
              <a:ext uri="{FF2B5EF4-FFF2-40B4-BE49-F238E27FC236}">
                <a16:creationId xmlns:a16="http://schemas.microsoft.com/office/drawing/2014/main" id="{C3998D53-E33A-742B-89A5-D8AD126D1A7C}"/>
              </a:ext>
            </a:extLst>
          </p:cNvPr>
          <p:cNvGraphicFramePr>
            <a:graphicFrameLocks noGrp="1"/>
          </p:cNvGraphicFramePr>
          <p:nvPr>
            <p:extLst>
              <p:ext uri="{D42A27DB-BD31-4B8C-83A1-F6EECF244321}">
                <p14:modId xmlns:p14="http://schemas.microsoft.com/office/powerpoint/2010/main" val="48391331"/>
              </p:ext>
            </p:extLst>
          </p:nvPr>
        </p:nvGraphicFramePr>
        <p:xfrm>
          <a:off x="3169869" y="1515465"/>
          <a:ext cx="8968203" cy="3651023"/>
        </p:xfrm>
        <a:graphic>
          <a:graphicData uri="http://schemas.openxmlformats.org/drawingml/2006/table">
            <a:tbl>
              <a:tblPr firstRow="1" bandRow="1">
                <a:tableStyleId>{5C22544A-7EE6-4342-B048-85BDC9FD1C3A}</a:tableStyleId>
              </a:tblPr>
              <a:tblGrid>
                <a:gridCol w="255648">
                  <a:extLst>
                    <a:ext uri="{9D8B030D-6E8A-4147-A177-3AD203B41FA5}">
                      <a16:colId xmlns:a16="http://schemas.microsoft.com/office/drawing/2014/main" val="20000"/>
                    </a:ext>
                  </a:extLst>
                </a:gridCol>
                <a:gridCol w="571504">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642942">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428628">
                  <a:extLst>
                    <a:ext uri="{9D8B030D-6E8A-4147-A177-3AD203B41FA5}">
                      <a16:colId xmlns:a16="http://schemas.microsoft.com/office/drawing/2014/main" val="20005"/>
                    </a:ext>
                  </a:extLst>
                </a:gridCol>
                <a:gridCol w="428628">
                  <a:extLst>
                    <a:ext uri="{9D8B030D-6E8A-4147-A177-3AD203B41FA5}">
                      <a16:colId xmlns:a16="http://schemas.microsoft.com/office/drawing/2014/main" val="20006"/>
                    </a:ext>
                  </a:extLst>
                </a:gridCol>
                <a:gridCol w="342900">
                  <a:extLst>
                    <a:ext uri="{9D8B030D-6E8A-4147-A177-3AD203B41FA5}">
                      <a16:colId xmlns:a16="http://schemas.microsoft.com/office/drawing/2014/main" val="20007"/>
                    </a:ext>
                  </a:extLst>
                </a:gridCol>
                <a:gridCol w="342900">
                  <a:extLst>
                    <a:ext uri="{9D8B030D-6E8A-4147-A177-3AD203B41FA5}">
                      <a16:colId xmlns:a16="http://schemas.microsoft.com/office/drawing/2014/main" val="20008"/>
                    </a:ext>
                  </a:extLst>
                </a:gridCol>
                <a:gridCol w="342900">
                  <a:extLst>
                    <a:ext uri="{9D8B030D-6E8A-4147-A177-3AD203B41FA5}">
                      <a16:colId xmlns:a16="http://schemas.microsoft.com/office/drawing/2014/main" val="20009"/>
                    </a:ext>
                  </a:extLst>
                </a:gridCol>
                <a:gridCol w="342900">
                  <a:extLst>
                    <a:ext uri="{9D8B030D-6E8A-4147-A177-3AD203B41FA5}">
                      <a16:colId xmlns:a16="http://schemas.microsoft.com/office/drawing/2014/main" val="20010"/>
                    </a:ext>
                  </a:extLst>
                </a:gridCol>
                <a:gridCol w="271474">
                  <a:extLst>
                    <a:ext uri="{9D8B030D-6E8A-4147-A177-3AD203B41FA5}">
                      <a16:colId xmlns:a16="http://schemas.microsoft.com/office/drawing/2014/main" val="20011"/>
                    </a:ext>
                  </a:extLst>
                </a:gridCol>
                <a:gridCol w="355918">
                  <a:extLst>
                    <a:ext uri="{9D8B030D-6E8A-4147-A177-3AD203B41FA5}">
                      <a16:colId xmlns:a16="http://schemas.microsoft.com/office/drawing/2014/main" val="20012"/>
                    </a:ext>
                  </a:extLst>
                </a:gridCol>
                <a:gridCol w="355918">
                  <a:extLst>
                    <a:ext uri="{9D8B030D-6E8A-4147-A177-3AD203B41FA5}">
                      <a16:colId xmlns:a16="http://schemas.microsoft.com/office/drawing/2014/main" val="20013"/>
                    </a:ext>
                  </a:extLst>
                </a:gridCol>
                <a:gridCol w="355918">
                  <a:extLst>
                    <a:ext uri="{9D8B030D-6E8A-4147-A177-3AD203B41FA5}">
                      <a16:colId xmlns:a16="http://schemas.microsoft.com/office/drawing/2014/main" val="20014"/>
                    </a:ext>
                  </a:extLst>
                </a:gridCol>
                <a:gridCol w="355918">
                  <a:extLst>
                    <a:ext uri="{9D8B030D-6E8A-4147-A177-3AD203B41FA5}">
                      <a16:colId xmlns:a16="http://schemas.microsoft.com/office/drawing/2014/main" val="20015"/>
                    </a:ext>
                  </a:extLst>
                </a:gridCol>
                <a:gridCol w="355918">
                  <a:extLst>
                    <a:ext uri="{9D8B030D-6E8A-4147-A177-3AD203B41FA5}">
                      <a16:colId xmlns:a16="http://schemas.microsoft.com/office/drawing/2014/main" val="20016"/>
                    </a:ext>
                  </a:extLst>
                </a:gridCol>
                <a:gridCol w="355918">
                  <a:extLst>
                    <a:ext uri="{9D8B030D-6E8A-4147-A177-3AD203B41FA5}">
                      <a16:colId xmlns:a16="http://schemas.microsoft.com/office/drawing/2014/main" val="20017"/>
                    </a:ext>
                  </a:extLst>
                </a:gridCol>
                <a:gridCol w="541337">
                  <a:extLst>
                    <a:ext uri="{9D8B030D-6E8A-4147-A177-3AD203B41FA5}">
                      <a16:colId xmlns:a16="http://schemas.microsoft.com/office/drawing/2014/main" val="20018"/>
                    </a:ext>
                  </a:extLst>
                </a:gridCol>
                <a:gridCol w="434975">
                  <a:extLst>
                    <a:ext uri="{9D8B030D-6E8A-4147-A177-3AD203B41FA5}">
                      <a16:colId xmlns:a16="http://schemas.microsoft.com/office/drawing/2014/main" val="20019"/>
                    </a:ext>
                  </a:extLst>
                </a:gridCol>
                <a:gridCol w="600075">
                  <a:extLst>
                    <a:ext uri="{9D8B030D-6E8A-4147-A177-3AD203B41FA5}">
                      <a16:colId xmlns:a16="http://schemas.microsoft.com/office/drawing/2014/main" val="20020"/>
                    </a:ext>
                  </a:extLst>
                </a:gridCol>
              </a:tblGrid>
              <a:tr h="443059">
                <a:tc rowSpan="2">
                  <a:txBody>
                    <a:bodyPr/>
                    <a:lstStyle/>
                    <a:p>
                      <a:pPr algn="ctr"/>
                      <a:r>
                        <a:rPr kumimoji="0" lang="en-IN" sz="900" b="1" kern="1200" dirty="0" err="1">
                          <a:solidFill>
                            <a:schemeClr val="lt1"/>
                          </a:solidFill>
                          <a:latin typeface="+mn-lt"/>
                          <a:ea typeface="+mn-ea"/>
                          <a:cs typeface="+mn-cs"/>
                        </a:rPr>
                        <a:t>SN</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QUAL</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DOP</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a:t>
                      </a:r>
                      <a:r>
                        <a:rPr kumimoji="0" lang="hi-IN" sz="1000" b="1" kern="1200" dirty="0">
                          <a:solidFill>
                            <a:schemeClr val="lt1"/>
                          </a:solidFill>
                          <a:latin typeface="+mn-lt"/>
                          <a:ea typeface="+mn-ea"/>
                          <a:cs typeface="+mn-cs"/>
                        </a:rPr>
                        <a:t>E</a:t>
                      </a:r>
                      <a:endParaRPr kumimoji="0" lang="en-US" sz="1000" b="1" kern="1200" dirty="0">
                        <a:solidFill>
                          <a:schemeClr val="lt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MARK</a:t>
                      </a: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REMARK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522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600" b="0" i="0" u="none" strike="noStrike" dirty="0">
                        <a:solidFill>
                          <a:srgbClr val="00B05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7058">
                <a:tc>
                  <a:txBody>
                    <a:bodyPr/>
                    <a:lstStyle/>
                    <a:p>
                      <a:pPr algn="ctr" fontAlgn="ctr"/>
                      <a:r>
                        <a:rPr lang="en-US" sz="900" b="0" i="0" u="none" strike="noStrike" dirty="0">
                          <a:solidFill>
                            <a:srgbClr val="000000"/>
                          </a:solidFill>
                          <a:latin typeface="Arial"/>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20-03-1964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 </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tx1"/>
                          </a:solidFill>
                          <a:latin typeface="Agency FB" pitchFamily="34" charset="0"/>
                          <a:ea typeface="+mn-ea"/>
                          <a:cs typeface="+mn-cs"/>
                        </a:rPr>
                        <a:t>क</a:t>
                      </a:r>
                      <a:r>
                        <a:rPr kumimoji="0" lang="en-IN" sz="1050" b="1" kern="1200" dirty="0">
                          <a:solidFill>
                            <a:schemeClr val="tx1"/>
                          </a:solidFill>
                          <a:latin typeface="Agency FB" pitchFamily="34" charset="0"/>
                          <a:ea typeface="+mn-ea"/>
                          <a:cs typeface="+mn-cs"/>
                        </a:rPr>
                        <a:t>+</a:t>
                      </a:r>
                      <a:endParaRPr kumimoji="0" lang="en-US" sz="1050" b="1" kern="1200" dirty="0">
                        <a:solidFill>
                          <a:schemeClr val="tx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IN" sz="1100" b="1" kern="1200" dirty="0">
                          <a:solidFill>
                            <a:schemeClr val="dk1"/>
                          </a:solidFill>
                          <a:latin typeface="Agency FB" pitchFamily="34" charset="0"/>
                          <a:ea typeface="+mn-ea"/>
                          <a:cs typeface="+mj-cs"/>
                        </a:rPr>
                        <a:t>EL</a:t>
                      </a:r>
                      <a:endParaRPr kumimoji="0" lang="en-US" sz="1100" b="1" kern="1200" dirty="0">
                        <a:solidFill>
                          <a:schemeClr val="dk1"/>
                        </a:solidFill>
                        <a:latin typeface="Agency FB" pitchFamily="34" charset="0"/>
                        <a:ea typeface="+mn-ea"/>
                        <a:cs typeface="+mj-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7662">
                <a:tc>
                  <a:txBody>
                    <a:bodyPr/>
                    <a:lstStyle/>
                    <a:p>
                      <a:pPr algn="ctr" fontAlgn="ctr"/>
                      <a:r>
                        <a:rPr lang="en-US" sz="900" b="0" i="0" u="none" strike="noStrike">
                          <a:solidFill>
                            <a:srgbClr val="000000"/>
                          </a:solidFill>
                          <a:latin typeface="Arial"/>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12-05-1968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IN" sz="1100" b="1" kern="1200" dirty="0">
                          <a:solidFill>
                            <a:srgbClr val="FF0000"/>
                          </a:solidFill>
                          <a:latin typeface="Agency FB" pitchFamily="34" charset="0"/>
                          <a:ea typeface="+mn-ea"/>
                          <a:cs typeface="+mj-cs"/>
                        </a:rPr>
                        <a:t>NE</a:t>
                      </a:r>
                      <a:endParaRPr kumimoji="0" lang="en-US" sz="1100" b="1" kern="1200" dirty="0">
                        <a:solidFill>
                          <a:srgbClr val="FF0000"/>
                        </a:solidFill>
                        <a:latin typeface="Agency FB" pitchFamily="34" charset="0"/>
                        <a:ea typeface="+mn-ea"/>
                        <a:cs typeface="+mj-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72654">
                <a:tc>
                  <a:txBody>
                    <a:bodyPr/>
                    <a:lstStyle/>
                    <a:p>
                      <a:pPr algn="ctr" fontAlgn="ctr"/>
                      <a:r>
                        <a:rPr lang="en-US" sz="900" b="0" i="0" u="none" strike="noStrike">
                          <a:solidFill>
                            <a:srgbClr val="000000"/>
                          </a:solidFill>
                          <a:latin typeface="Arial"/>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09-04-1967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en-IN" sz="1200" b="1" kern="1200" dirty="0">
                          <a:solidFill>
                            <a:schemeClr val="dk1"/>
                          </a:solidFill>
                          <a:latin typeface="Agency FB" pitchFamily="34" charset="0"/>
                          <a:ea typeface="+mn-ea"/>
                          <a:cs typeface="+mn-cs"/>
                        </a:rPr>
                        <a:t>14</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IN" sz="1100" b="1" kern="1200" dirty="0">
                          <a:solidFill>
                            <a:srgbClr val="FF0000"/>
                          </a:solidFill>
                          <a:latin typeface="Agency FB" pitchFamily="34" charset="0"/>
                          <a:ea typeface="+mn-ea"/>
                          <a:cs typeface="+mn-cs"/>
                        </a:rPr>
                        <a:t>NE</a:t>
                      </a:r>
                      <a:r>
                        <a:rPr kumimoji="0" lang="hi-IN" sz="1100" b="1" kern="1200" dirty="0">
                          <a:solidFill>
                            <a:srgbClr val="FF0000"/>
                          </a:solidFill>
                          <a:latin typeface="Agency FB" pitchFamily="34" charset="0"/>
                          <a:ea typeface="+mn-ea"/>
                          <a:cs typeface="+mj-cs"/>
                        </a:rPr>
                        <a:t> </a:t>
                      </a:r>
                      <a:endParaRPr kumimoji="0" lang="en-US" sz="1100" b="1" kern="1200" dirty="0">
                        <a:solidFill>
                          <a:srgbClr val="FF0000"/>
                        </a:solidFill>
                        <a:latin typeface="Agency FB" pitchFamily="34" charset="0"/>
                        <a:ea typeface="+mn-ea"/>
                        <a:cs typeface="+mj-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1350">
                <a:tc>
                  <a:txBody>
                    <a:bodyPr/>
                    <a:lstStyle/>
                    <a:p>
                      <a:pPr algn="ctr" fontAlgn="ctr"/>
                      <a:r>
                        <a:rPr lang="en-US" sz="900" b="0" i="0" u="none" strike="noStrike">
                          <a:solidFill>
                            <a:srgbClr val="000000"/>
                          </a:solidFill>
                          <a:latin typeface="Arial"/>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11-07-1964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a:solidFill>
                            <a:srgbClr val="000000"/>
                          </a:solidFill>
                          <a:latin typeface="Calibri"/>
                        </a:rPr>
                        <a:t>MSC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err="1">
                          <a:solidFill>
                            <a:srgbClr val="000000"/>
                          </a:solidFill>
                          <a:latin typeface="Arial Narrow" pitchFamily="34" charset="0"/>
                        </a:rPr>
                        <a:t>C.CASE</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IN" sz="1100" b="1" kern="1200" dirty="0">
                          <a:solidFill>
                            <a:schemeClr val="accent6">
                              <a:lumMod val="50000"/>
                            </a:schemeClr>
                          </a:solidFill>
                          <a:latin typeface="Agency FB" pitchFamily="34" charset="0"/>
                          <a:ea typeface="+mn-ea"/>
                          <a:cs typeface="+mj-cs"/>
                        </a:rPr>
                        <a:t>CC</a:t>
                      </a:r>
                      <a:r>
                        <a:rPr kumimoji="0" lang="hi-IN" sz="1100" b="1" kern="1200" dirty="0">
                          <a:solidFill>
                            <a:schemeClr val="accent6">
                              <a:lumMod val="50000"/>
                            </a:schemeClr>
                          </a:solidFill>
                          <a:latin typeface="Agency FB" pitchFamily="34" charset="0"/>
                          <a:ea typeface="+mn-ea"/>
                          <a:cs typeface="+mj-cs"/>
                        </a:rPr>
                        <a:t> </a:t>
                      </a:r>
                      <a:endParaRPr kumimoji="0" lang="en-US" sz="1100" b="1" kern="1200" dirty="0">
                        <a:solidFill>
                          <a:schemeClr val="accent6">
                            <a:lumMod val="50000"/>
                          </a:schemeClr>
                        </a:solidFill>
                        <a:latin typeface="Agency FB" pitchFamily="34" charset="0"/>
                        <a:ea typeface="+mn-ea"/>
                        <a:cs typeface="+mj-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21822">
                <a:tc>
                  <a:txBody>
                    <a:bodyPr/>
                    <a:lstStyle/>
                    <a:p>
                      <a:pPr algn="ctr" fontAlgn="ctr"/>
                      <a:r>
                        <a:rPr lang="en-US" sz="900" b="0" i="0" u="none" strike="noStrike">
                          <a:solidFill>
                            <a:srgbClr val="000000"/>
                          </a:solidFill>
                          <a:latin typeface="Arial"/>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22-05-1971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tx1"/>
                          </a:solidFill>
                          <a:latin typeface="Agency FB" pitchFamily="34" charset="0"/>
                          <a:ea typeface="+mn-ea"/>
                          <a:cs typeface="+mn-cs"/>
                        </a:rPr>
                        <a:t>क</a:t>
                      </a:r>
                      <a:r>
                        <a:rPr kumimoji="0" lang="en-IN" sz="1050" b="1" kern="1200" dirty="0">
                          <a:solidFill>
                            <a:schemeClr val="tx1"/>
                          </a:solidFill>
                          <a:latin typeface="Agency FB" pitchFamily="34" charset="0"/>
                          <a:ea typeface="+mn-ea"/>
                          <a:cs typeface="+mn-cs"/>
                        </a:rPr>
                        <a:t>+</a:t>
                      </a:r>
                      <a:endParaRPr kumimoji="0" lang="en-US" sz="1050" b="1" kern="1200" dirty="0">
                        <a:solidFill>
                          <a:schemeClr val="tx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घ</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tx1"/>
                          </a:solidFill>
                          <a:latin typeface="Agency FB" pitchFamily="34" charset="0"/>
                          <a:ea typeface="+mn-ea"/>
                          <a:cs typeface="+mn-cs"/>
                        </a:rPr>
                        <a:t>क</a:t>
                      </a:r>
                      <a:r>
                        <a:rPr kumimoji="0" lang="en-IN" sz="1050" b="1" kern="1200" dirty="0">
                          <a:solidFill>
                            <a:schemeClr val="tx1"/>
                          </a:solidFill>
                          <a:latin typeface="Agency FB" pitchFamily="34" charset="0"/>
                          <a:ea typeface="+mn-ea"/>
                          <a:cs typeface="+mn-cs"/>
                        </a:rPr>
                        <a:t>+</a:t>
                      </a:r>
                      <a:endParaRPr kumimoji="0" lang="en-US" sz="1050" b="1" kern="1200" dirty="0">
                        <a:solidFill>
                          <a:schemeClr val="tx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tx1"/>
                          </a:solidFill>
                          <a:latin typeface="Agency FB" pitchFamily="34" charset="0"/>
                          <a:ea typeface="+mn-ea"/>
                          <a:cs typeface="+mn-cs"/>
                        </a:rPr>
                        <a:t>क</a:t>
                      </a:r>
                      <a:r>
                        <a:rPr kumimoji="0" lang="en-IN" sz="1050" b="1" kern="1200" dirty="0">
                          <a:solidFill>
                            <a:schemeClr val="tx1"/>
                          </a:solidFill>
                          <a:latin typeface="Agency FB" pitchFamily="34" charset="0"/>
                          <a:ea typeface="+mn-ea"/>
                          <a:cs typeface="+mn-cs"/>
                        </a:rPr>
                        <a:t>+</a:t>
                      </a:r>
                      <a:endParaRPr kumimoji="0" lang="en-US" sz="1050" b="1" kern="1200" dirty="0">
                        <a:solidFill>
                          <a:schemeClr val="tx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IN" sz="1100" b="1" kern="1200" dirty="0">
                          <a:solidFill>
                            <a:srgbClr val="FF0000"/>
                          </a:solidFill>
                          <a:latin typeface="Agency FB" pitchFamily="34" charset="0"/>
                          <a:ea typeface="+mn-ea"/>
                          <a:cs typeface="+mj-cs"/>
                        </a:rPr>
                        <a:t>NE</a:t>
                      </a:r>
                      <a:endParaRPr kumimoji="0" lang="en-US" sz="1100" b="1" kern="1200" dirty="0">
                        <a:solidFill>
                          <a:srgbClr val="FF0000"/>
                        </a:solidFill>
                        <a:latin typeface="Agency FB" pitchFamily="34" charset="0"/>
                        <a:ea typeface="+mn-ea"/>
                        <a:cs typeface="+mj-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43732">
                <a:tc>
                  <a:txBody>
                    <a:bodyPr/>
                    <a:lstStyle/>
                    <a:p>
                      <a:pPr algn="ctr" fontAlgn="ctr"/>
                      <a:r>
                        <a:rPr lang="en-US" sz="900" b="0" i="0" u="none" strike="noStrike">
                          <a:solidFill>
                            <a:srgbClr val="000000"/>
                          </a:solidFill>
                          <a:latin typeface="Arial"/>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16-09-1972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tx1"/>
                          </a:solidFill>
                          <a:latin typeface="Agency FB" pitchFamily="34" charset="0"/>
                          <a:ea typeface="+mn-ea"/>
                          <a:cs typeface="+mn-cs"/>
                        </a:rPr>
                        <a:t>क</a:t>
                      </a:r>
                      <a:r>
                        <a:rPr kumimoji="0" lang="en-IN" sz="1050" b="1" kern="1200" dirty="0">
                          <a:solidFill>
                            <a:schemeClr val="tx1"/>
                          </a:solidFill>
                          <a:latin typeface="Agency FB" pitchFamily="34" charset="0"/>
                          <a:ea typeface="+mn-ea"/>
                          <a:cs typeface="+mn-cs"/>
                        </a:rPr>
                        <a:t>+</a:t>
                      </a:r>
                      <a:endParaRPr kumimoji="0" lang="en-US" sz="1050" b="1" kern="1200" dirty="0">
                        <a:solidFill>
                          <a:schemeClr val="tx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100" b="1" kern="1200" dirty="0">
                          <a:solidFill>
                            <a:schemeClr val="accent6">
                              <a:lumMod val="50000"/>
                            </a:schemeClr>
                          </a:solidFill>
                          <a:latin typeface="Agency FB" pitchFamily="34" charset="0"/>
                          <a:ea typeface="+mn-ea"/>
                          <a:cs typeface="+mj-cs"/>
                        </a:rPr>
                        <a:t>CIR</a:t>
                      </a:r>
                      <a:endParaRPr kumimoji="0" lang="en-US" sz="1100" b="1" kern="1200" dirty="0">
                        <a:solidFill>
                          <a:schemeClr val="accent6">
                            <a:lumMod val="50000"/>
                          </a:schemeClr>
                        </a:solidFill>
                        <a:latin typeface="Agency FB" pitchFamily="34" charset="0"/>
                        <a:ea typeface="+mn-ea"/>
                        <a:cs typeface="+mj-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gn="ctr" fontAlgn="ctr"/>
                      <a:r>
                        <a:rPr lang="en-US" sz="900" b="0" i="0" u="none" strike="noStrike">
                          <a:solidFill>
                            <a:srgbClr val="000000"/>
                          </a:solidFill>
                          <a:latin typeface="Arial"/>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22-06-1969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IN" sz="1100" b="1" kern="1200" dirty="0">
                          <a:solidFill>
                            <a:schemeClr val="dk1"/>
                          </a:solidFill>
                          <a:latin typeface="Agency FB" pitchFamily="34" charset="0"/>
                          <a:ea typeface="+mn-ea"/>
                          <a:cs typeface="+mj-cs"/>
                        </a:rPr>
                        <a:t>EL</a:t>
                      </a:r>
                      <a:endParaRPr kumimoji="0" lang="en-US" sz="1100" b="1" kern="1200" dirty="0">
                        <a:solidFill>
                          <a:schemeClr val="dk1"/>
                        </a:solidFill>
                        <a:latin typeface="Agency FB" pitchFamily="34" charset="0"/>
                        <a:ea typeface="+mn-ea"/>
                        <a:cs typeface="+mj-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algn="ctr" fontAlgn="ctr"/>
                      <a:r>
                        <a:rPr lang="en-US" sz="900" b="0" i="0" u="none" strike="noStrike">
                          <a:solidFill>
                            <a:srgbClr val="000000"/>
                          </a:solidFill>
                          <a:latin typeface="Arial"/>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13-01-1970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err="1">
                          <a:solidFill>
                            <a:srgbClr val="000000"/>
                          </a:solidFill>
                          <a:latin typeface="Calibri"/>
                        </a:rPr>
                        <a:t>MCOM</a:t>
                      </a:r>
                      <a:r>
                        <a:rPr lang="en-US" sz="1100" b="0" i="0" u="none" strike="noStrike" dirty="0">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hi-IN" sz="900" b="0" i="0" u="none" strike="noStrike" dirty="0">
                          <a:solidFill>
                            <a:srgbClr val="000000"/>
                          </a:solidFill>
                          <a:latin typeface="Arial"/>
                        </a:rPr>
                        <a:t>ST</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rgbClr val="E71D57"/>
                          </a:solidFill>
                          <a:latin typeface="Agency FB" pitchFamily="34" charset="0"/>
                          <a:ea typeface="+mn-ea"/>
                          <a:cs typeface="+mn-cs"/>
                        </a:rPr>
                        <a:t>N</a:t>
                      </a:r>
                      <a:endParaRPr kumimoji="0" lang="en-US" sz="120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tx1"/>
                          </a:solidFill>
                          <a:latin typeface="Agency FB" pitchFamily="34" charset="0"/>
                          <a:ea typeface="+mn-ea"/>
                          <a:cs typeface="+mn-cs"/>
                        </a:rPr>
                        <a:t>क</a:t>
                      </a:r>
                      <a:r>
                        <a:rPr kumimoji="0" lang="en-IN" sz="1050" b="1" kern="1200" dirty="0">
                          <a:solidFill>
                            <a:schemeClr val="tx1"/>
                          </a:solidFill>
                          <a:latin typeface="Agency FB" pitchFamily="34" charset="0"/>
                          <a:ea typeface="+mn-ea"/>
                          <a:cs typeface="+mn-cs"/>
                        </a:rPr>
                        <a:t>+</a:t>
                      </a:r>
                      <a:endParaRPr kumimoji="0" lang="en-US" sz="1050" b="1" kern="1200" dirty="0">
                        <a:solidFill>
                          <a:schemeClr val="tx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tx1"/>
                          </a:solidFill>
                          <a:latin typeface="Agency FB" pitchFamily="34" charset="0"/>
                          <a:ea typeface="+mn-ea"/>
                          <a:cs typeface="+mn-cs"/>
                        </a:rPr>
                        <a:t>क</a:t>
                      </a:r>
                      <a:r>
                        <a:rPr kumimoji="0" lang="en-IN" sz="1050" b="1" kern="1200" dirty="0">
                          <a:solidFill>
                            <a:schemeClr val="tx1"/>
                          </a:solidFill>
                          <a:latin typeface="Agency FB" pitchFamily="34" charset="0"/>
                          <a:ea typeface="+mn-ea"/>
                          <a:cs typeface="+mn-cs"/>
                        </a:rPr>
                        <a:t>+</a:t>
                      </a:r>
                      <a:endParaRPr kumimoji="0" lang="en-US" sz="1050" b="1" kern="1200" dirty="0">
                        <a:solidFill>
                          <a:schemeClr val="tx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tx1"/>
                          </a:solidFill>
                          <a:latin typeface="Agency FB" pitchFamily="34" charset="0"/>
                          <a:ea typeface="+mn-ea"/>
                          <a:cs typeface="+mn-cs"/>
                        </a:rPr>
                        <a:t>क</a:t>
                      </a:r>
                      <a:r>
                        <a:rPr kumimoji="0" lang="en-IN" sz="1050" b="1" kern="1200" dirty="0">
                          <a:solidFill>
                            <a:schemeClr val="tx1"/>
                          </a:solidFill>
                          <a:latin typeface="Agency FB" pitchFamily="34" charset="0"/>
                          <a:ea typeface="+mn-ea"/>
                          <a:cs typeface="+mn-cs"/>
                        </a:rPr>
                        <a:t>+</a:t>
                      </a:r>
                      <a:endParaRPr kumimoji="0" lang="en-US" sz="1050" b="1" kern="1200" dirty="0">
                        <a:solidFill>
                          <a:schemeClr val="tx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tx1"/>
                          </a:solidFill>
                          <a:latin typeface="Agency FB" pitchFamily="34" charset="0"/>
                          <a:ea typeface="+mn-ea"/>
                          <a:cs typeface="+mn-cs"/>
                        </a:rPr>
                        <a:t>क</a:t>
                      </a:r>
                      <a:r>
                        <a:rPr kumimoji="0" lang="en-IN" sz="1050" b="1" kern="1200" dirty="0">
                          <a:solidFill>
                            <a:schemeClr val="tx1"/>
                          </a:solidFill>
                          <a:latin typeface="Agency FB" pitchFamily="34" charset="0"/>
                          <a:ea typeface="+mn-ea"/>
                          <a:cs typeface="+mn-cs"/>
                        </a:rPr>
                        <a:t>+</a:t>
                      </a:r>
                      <a:endParaRPr kumimoji="0" lang="en-US" sz="1050" b="1" kern="1200" dirty="0">
                        <a:solidFill>
                          <a:schemeClr val="tx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tx1"/>
                          </a:solidFill>
                          <a:latin typeface="Agency FB" pitchFamily="34" charset="0"/>
                          <a:ea typeface="+mn-ea"/>
                          <a:cs typeface="+mn-cs"/>
                        </a:rPr>
                        <a:t>क</a:t>
                      </a:r>
                      <a:r>
                        <a:rPr kumimoji="0" lang="en-IN" sz="1050" b="1" kern="1200" dirty="0">
                          <a:solidFill>
                            <a:schemeClr val="tx1"/>
                          </a:solidFill>
                          <a:latin typeface="Agency FB" pitchFamily="34" charset="0"/>
                          <a:ea typeface="+mn-ea"/>
                          <a:cs typeface="+mn-cs"/>
                        </a:rPr>
                        <a:t>+</a:t>
                      </a:r>
                      <a:endParaRPr kumimoji="0" lang="en-US" sz="1050" b="1" kern="1200" dirty="0">
                        <a:solidFill>
                          <a:schemeClr val="tx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20</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100" b="1" kern="1200" dirty="0">
                          <a:solidFill>
                            <a:schemeClr val="accent6">
                              <a:lumMod val="50000"/>
                            </a:schemeClr>
                          </a:solidFill>
                          <a:latin typeface="Agency FB" pitchFamily="34" charset="0"/>
                          <a:ea typeface="+mn-ea"/>
                          <a:cs typeface="+mj-cs"/>
                        </a:rPr>
                        <a:t>CIR</a:t>
                      </a:r>
                      <a:endParaRPr kumimoji="0" lang="en-US" sz="1100" b="1" kern="1200" dirty="0">
                        <a:solidFill>
                          <a:schemeClr val="accent6">
                            <a:lumMod val="50000"/>
                          </a:schemeClr>
                        </a:solidFill>
                        <a:latin typeface="Agency FB" pitchFamily="34" charset="0"/>
                        <a:ea typeface="+mn-ea"/>
                        <a:cs typeface="+mj-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38024">
                <a:tc>
                  <a:txBody>
                    <a:bodyPr/>
                    <a:lstStyle/>
                    <a:p>
                      <a:pPr algn="ctr" fontAlgn="ctr"/>
                      <a:r>
                        <a:rPr lang="en-US" sz="900" b="0" i="0" u="none" strike="noStrike">
                          <a:solidFill>
                            <a:srgbClr val="000000"/>
                          </a:solidFill>
                          <a:latin typeface="Arial"/>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07-12-1969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err="1">
                          <a:solidFill>
                            <a:srgbClr val="000000"/>
                          </a:solidFill>
                          <a:latin typeface="Calibri"/>
                        </a:rPr>
                        <a:t>BSC</a:t>
                      </a:r>
                      <a:r>
                        <a:rPr lang="en-US" sz="1100" b="0" i="0" u="none" strike="noStrike" dirty="0">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tx1"/>
                          </a:solidFill>
                          <a:latin typeface="Agency FB" pitchFamily="34" charset="0"/>
                          <a:ea typeface="+mn-ea"/>
                          <a:cs typeface="+mn-cs"/>
                        </a:rPr>
                        <a:t>क</a:t>
                      </a:r>
                      <a:r>
                        <a:rPr kumimoji="0" lang="en-IN" sz="1050" b="1" kern="1200" dirty="0">
                          <a:solidFill>
                            <a:schemeClr val="tx1"/>
                          </a:solidFill>
                          <a:latin typeface="Agency FB" pitchFamily="34" charset="0"/>
                          <a:ea typeface="+mn-ea"/>
                          <a:cs typeface="+mn-cs"/>
                        </a:rPr>
                        <a:t>+</a:t>
                      </a:r>
                      <a:endParaRPr kumimoji="0" lang="en-US" sz="1050" b="1" kern="1200" dirty="0">
                        <a:solidFill>
                          <a:schemeClr val="tx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ग</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IN" sz="1100" b="1" kern="1200" dirty="0">
                          <a:solidFill>
                            <a:srgbClr val="FF0000"/>
                          </a:solidFill>
                          <a:latin typeface="Agency FB" pitchFamily="34" charset="0"/>
                          <a:ea typeface="+mn-ea"/>
                          <a:cs typeface="+mj-cs"/>
                        </a:rPr>
                        <a:t>NE</a:t>
                      </a:r>
                      <a:endParaRPr kumimoji="0" lang="en-US" sz="1100" b="1" kern="1200" dirty="0">
                        <a:solidFill>
                          <a:srgbClr val="FF0000"/>
                        </a:solidFill>
                        <a:latin typeface="Agency FB" pitchFamily="34" charset="0"/>
                        <a:ea typeface="+mn-ea"/>
                        <a:cs typeface="+mj-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algn="ctr" fontAlgn="ctr"/>
                      <a:r>
                        <a:rPr lang="en-US" sz="900" b="0" i="0" u="none" strike="noStrike" dirty="0">
                          <a:solidFill>
                            <a:srgbClr val="000000"/>
                          </a:solidFill>
                          <a:latin typeface="Arial"/>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21-08-1971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err="1">
                          <a:solidFill>
                            <a:srgbClr val="000000"/>
                          </a:solidFill>
                          <a:latin typeface="Calibri"/>
                        </a:rPr>
                        <a:t>BCOM</a:t>
                      </a:r>
                      <a:r>
                        <a:rPr lang="en-US" sz="1100" b="0" i="0" u="none" strike="noStrike" dirty="0">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tx1"/>
                          </a:solidFill>
                          <a:latin typeface="Agency FB" pitchFamily="34" charset="0"/>
                          <a:ea typeface="+mn-ea"/>
                          <a:cs typeface="+mn-cs"/>
                        </a:rPr>
                        <a:t>क</a:t>
                      </a:r>
                      <a:r>
                        <a:rPr kumimoji="0" lang="en-IN" sz="1050" b="1" kern="1200" dirty="0">
                          <a:solidFill>
                            <a:schemeClr val="tx1"/>
                          </a:solidFill>
                          <a:latin typeface="Agency FB" pitchFamily="34" charset="0"/>
                          <a:ea typeface="+mn-ea"/>
                          <a:cs typeface="+mn-cs"/>
                        </a:rPr>
                        <a:t>+</a:t>
                      </a:r>
                      <a:endParaRPr kumimoji="0" lang="en-US" sz="1050" b="1" kern="1200" dirty="0">
                        <a:solidFill>
                          <a:schemeClr val="tx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IN" sz="1100" b="1" kern="1200" dirty="0">
                          <a:solidFill>
                            <a:srgbClr val="FF0000"/>
                          </a:solidFill>
                          <a:latin typeface="Agency FB" pitchFamily="34" charset="0"/>
                          <a:ea typeface="+mn-ea"/>
                          <a:cs typeface="+mj-cs"/>
                        </a:rPr>
                        <a:t>NE</a:t>
                      </a:r>
                      <a:endParaRPr kumimoji="0" lang="en-US" sz="1100" b="1" kern="1200" dirty="0">
                        <a:solidFill>
                          <a:srgbClr val="FF0000"/>
                        </a:solidFill>
                        <a:latin typeface="Agency FB" pitchFamily="34" charset="0"/>
                        <a:ea typeface="+mn-ea"/>
                        <a:cs typeface="+mj-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10" name="TextBox 9">
            <a:extLst>
              <a:ext uri="{FF2B5EF4-FFF2-40B4-BE49-F238E27FC236}">
                <a16:creationId xmlns:a16="http://schemas.microsoft.com/office/drawing/2014/main" id="{51641765-846C-3DAE-73F5-482A64258189}"/>
              </a:ext>
            </a:extLst>
          </p:cNvPr>
          <p:cNvSpPr txBox="1"/>
          <p:nvPr/>
        </p:nvSpPr>
        <p:spPr>
          <a:xfrm>
            <a:off x="3190844" y="1056357"/>
            <a:ext cx="9001156" cy="523220"/>
          </a:xfrm>
          <a:prstGeom prst="rect">
            <a:avLst/>
          </a:prstGeom>
          <a:noFill/>
        </p:spPr>
        <p:txBody>
          <a:bodyPr wrap="square" rtlCol="0">
            <a:spAutoFit/>
          </a:bodyPr>
          <a:lstStyle/>
          <a:p>
            <a:pPr algn="ctr"/>
            <a:r>
              <a:rPr lang="hi-IN" sz="2800" dirty="0">
                <a:latin typeface="Kokila" panose="020B0604020202020204" pitchFamily="34" charset="0"/>
                <a:cs typeface="Kokila" panose="020B0604020202020204" pitchFamily="34" charset="0"/>
              </a:rPr>
              <a:t>अवर सचिव पद से उप सचिव पद पर पदोन्नति हेतु मूल्यांकन पत्रक सह अंतिम पदक्रम सूचि </a:t>
            </a:r>
            <a:endParaRPr lang="en-US" sz="2800" dirty="0">
              <a:latin typeface="Kokila" panose="020B0604020202020204" pitchFamily="34" charset="0"/>
              <a:cs typeface="Kokila" panose="020B0604020202020204" pitchFamily="34" charset="0"/>
            </a:endParaRPr>
          </a:p>
        </p:txBody>
      </p:sp>
      <p:sp>
        <p:nvSpPr>
          <p:cNvPr id="11" name="Rounded Rectangle 11">
            <a:extLst>
              <a:ext uri="{FF2B5EF4-FFF2-40B4-BE49-F238E27FC236}">
                <a16:creationId xmlns:a16="http://schemas.microsoft.com/office/drawing/2014/main" id="{B247787A-1E34-D30A-6C9C-9302FDDD090F}"/>
              </a:ext>
            </a:extLst>
          </p:cNvPr>
          <p:cNvSpPr/>
          <p:nvPr/>
        </p:nvSpPr>
        <p:spPr>
          <a:xfrm>
            <a:off x="9662436" y="5474739"/>
            <a:ext cx="1571636"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i-IN" dirty="0"/>
              <a:t>SAVE </a:t>
            </a:r>
            <a:endParaRPr lang="en-IN" dirty="0"/>
          </a:p>
        </p:txBody>
      </p:sp>
      <p:sp>
        <p:nvSpPr>
          <p:cNvPr id="14" name="Rounded Rectangle 12">
            <a:extLst>
              <a:ext uri="{FF2B5EF4-FFF2-40B4-BE49-F238E27FC236}">
                <a16:creationId xmlns:a16="http://schemas.microsoft.com/office/drawing/2014/main" id="{E2C2EC5D-D542-72D8-3E53-1735FBFC97DA}"/>
              </a:ext>
            </a:extLst>
          </p:cNvPr>
          <p:cNvSpPr/>
          <p:nvPr/>
        </p:nvSpPr>
        <p:spPr>
          <a:xfrm>
            <a:off x="7733610" y="5474739"/>
            <a:ext cx="1571636" cy="571504"/>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hi-IN" sz="1600" dirty="0"/>
              <a:t>CALCULATE</a:t>
            </a:r>
            <a:endParaRPr lang="en-IN" sz="1600" dirty="0"/>
          </a:p>
        </p:txBody>
      </p:sp>
      <p:sp>
        <p:nvSpPr>
          <p:cNvPr id="15" name="Rounded Rectangle 13">
            <a:extLst>
              <a:ext uri="{FF2B5EF4-FFF2-40B4-BE49-F238E27FC236}">
                <a16:creationId xmlns:a16="http://schemas.microsoft.com/office/drawing/2014/main" id="{0A7D56A1-FAB6-702F-A314-6DD194989D18}"/>
              </a:ext>
            </a:extLst>
          </p:cNvPr>
          <p:cNvSpPr/>
          <p:nvPr/>
        </p:nvSpPr>
        <p:spPr>
          <a:xfrm>
            <a:off x="3733082" y="5474739"/>
            <a:ext cx="1571636"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IN" dirty="0"/>
              <a:t>EDIT</a:t>
            </a:r>
          </a:p>
        </p:txBody>
      </p:sp>
      <p:sp>
        <p:nvSpPr>
          <p:cNvPr id="16" name="Rounded Rectangle 14">
            <a:extLst>
              <a:ext uri="{FF2B5EF4-FFF2-40B4-BE49-F238E27FC236}">
                <a16:creationId xmlns:a16="http://schemas.microsoft.com/office/drawing/2014/main" id="{5AF3E66A-5A8E-2F5C-1F6E-799AA88F4C35}"/>
              </a:ext>
            </a:extLst>
          </p:cNvPr>
          <p:cNvSpPr/>
          <p:nvPr/>
        </p:nvSpPr>
        <p:spPr>
          <a:xfrm>
            <a:off x="5733346" y="5474739"/>
            <a:ext cx="1571636" cy="571504"/>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hi-IN" sz="1600" dirty="0"/>
              <a:t>CANCEL DPC</a:t>
            </a:r>
            <a:endParaRPr lang="en-IN" sz="1600" dirty="0"/>
          </a:p>
        </p:txBody>
      </p:sp>
      <p:sp>
        <p:nvSpPr>
          <p:cNvPr id="17" name="TextBox 16">
            <a:extLst>
              <a:ext uri="{FF2B5EF4-FFF2-40B4-BE49-F238E27FC236}">
                <a16:creationId xmlns:a16="http://schemas.microsoft.com/office/drawing/2014/main" id="{5EB6BBA9-783A-ADD7-E6CA-C3816590450B}"/>
              </a:ext>
            </a:extLst>
          </p:cNvPr>
          <p:cNvSpPr txBox="1"/>
          <p:nvPr/>
        </p:nvSpPr>
        <p:spPr>
          <a:xfrm>
            <a:off x="10597280" y="2970797"/>
            <a:ext cx="493200" cy="216000"/>
          </a:xfrm>
          <a:prstGeom prst="rect">
            <a:avLst/>
          </a:prstGeom>
          <a:solidFill>
            <a:schemeClr val="accent2">
              <a:lumMod val="20000"/>
              <a:lumOff val="80000"/>
            </a:schemeClr>
          </a:solidFill>
          <a:ln>
            <a:noFill/>
          </a:ln>
        </p:spPr>
        <p:txBody>
          <a:bodyPr wrap="square" rtlCol="0" anchor="ctr">
            <a:spAutoFit/>
          </a:bodyPr>
          <a:lstStyle/>
          <a:p>
            <a:pPr algn="ctr" fontAlgn="ctr"/>
            <a:r>
              <a:rPr lang="hi-IN" sz="800" b="1" dirty="0">
                <a:solidFill>
                  <a:srgbClr val="000000"/>
                </a:solidFill>
                <a:latin typeface="Arial Narrow" pitchFamily="34" charset="0"/>
              </a:rPr>
              <a:t>TRIBAL </a:t>
            </a:r>
          </a:p>
          <a:p>
            <a:pPr algn="ctr" fontAlgn="ctr"/>
            <a:r>
              <a:rPr lang="hi-IN" sz="800" b="1" dirty="0">
                <a:solidFill>
                  <a:srgbClr val="000000"/>
                </a:solidFill>
                <a:latin typeface="Arial Narrow" pitchFamily="34" charset="0"/>
              </a:rPr>
              <a:t>2013</a:t>
            </a:r>
            <a:r>
              <a:rPr lang="hi-IN" sz="900" b="1" dirty="0">
                <a:solidFill>
                  <a:srgbClr val="000000"/>
                </a:solidFill>
                <a:latin typeface="Arial Narrow" pitchFamily="34" charset="0"/>
              </a:rPr>
              <a:t> </a:t>
            </a:r>
            <a:endParaRPr lang="en-US" sz="900" b="1" dirty="0">
              <a:solidFill>
                <a:srgbClr val="000000"/>
              </a:solidFill>
              <a:latin typeface="Arial Narrow" pitchFamily="34" charset="0"/>
            </a:endParaRPr>
          </a:p>
        </p:txBody>
      </p:sp>
      <p:sp>
        <p:nvSpPr>
          <p:cNvPr id="18" name="TextBox 17">
            <a:extLst>
              <a:ext uri="{FF2B5EF4-FFF2-40B4-BE49-F238E27FC236}">
                <a16:creationId xmlns:a16="http://schemas.microsoft.com/office/drawing/2014/main" id="{F3F58648-1332-0947-8F39-755E44FD30EC}"/>
              </a:ext>
            </a:extLst>
          </p:cNvPr>
          <p:cNvSpPr txBox="1">
            <a:spLocks/>
          </p:cNvSpPr>
          <p:nvPr/>
        </p:nvSpPr>
        <p:spPr>
          <a:xfrm>
            <a:off x="11178898" y="2985183"/>
            <a:ext cx="360000" cy="144000"/>
          </a:xfrm>
          <a:prstGeom prst="rect">
            <a:avLst/>
          </a:prstGeom>
          <a:solidFill>
            <a:schemeClr val="accent2">
              <a:lumMod val="20000"/>
              <a:lumOff val="80000"/>
            </a:schemeClr>
          </a:solidFill>
          <a:ln>
            <a:noFill/>
          </a:ln>
        </p:spPr>
        <p:txBody>
          <a:bodyPr wrap="square" rtlCol="0" anchor="ctr">
            <a:spAutoFit/>
          </a:bodyPr>
          <a:lstStyle/>
          <a:p>
            <a:pPr algn="ctr"/>
            <a:r>
              <a:rPr lang="hi-IN" sz="1200" b="1" dirty="0">
                <a:solidFill>
                  <a:schemeClr val="dk1"/>
                </a:solidFill>
                <a:latin typeface="Agency FB" pitchFamily="34" charset="0"/>
              </a:rPr>
              <a:t>15</a:t>
            </a:r>
            <a:endParaRPr lang="en-US" sz="1200" b="1" dirty="0">
              <a:solidFill>
                <a:schemeClr val="dk1"/>
              </a:solidFill>
              <a:latin typeface="Agency FB" pitchFamily="34" charset="0"/>
            </a:endParaRPr>
          </a:p>
        </p:txBody>
      </p:sp>
      <p:sp>
        <p:nvSpPr>
          <p:cNvPr id="19" name="TextBox 18">
            <a:extLst>
              <a:ext uri="{FF2B5EF4-FFF2-40B4-BE49-F238E27FC236}">
                <a16:creationId xmlns:a16="http://schemas.microsoft.com/office/drawing/2014/main" id="{227C6D61-6474-399A-BB13-F1B0CF00297E}"/>
              </a:ext>
            </a:extLst>
          </p:cNvPr>
          <p:cNvSpPr txBox="1">
            <a:spLocks/>
          </p:cNvSpPr>
          <p:nvPr/>
        </p:nvSpPr>
        <p:spPr>
          <a:xfrm>
            <a:off x="11700922" y="2985183"/>
            <a:ext cx="324000" cy="144000"/>
          </a:xfrm>
          <a:prstGeom prst="rect">
            <a:avLst/>
          </a:prstGeom>
          <a:solidFill>
            <a:schemeClr val="accent2">
              <a:lumMod val="20000"/>
              <a:lumOff val="80000"/>
            </a:schemeClr>
          </a:solidFill>
          <a:ln>
            <a:noFill/>
          </a:ln>
        </p:spPr>
        <p:txBody>
          <a:bodyPr wrap="square" rtlCol="0" anchor="ctr">
            <a:spAutoFit/>
          </a:bodyPr>
          <a:lstStyle/>
          <a:p>
            <a:pPr algn="ctr" fontAlgn="ctr"/>
            <a:r>
              <a:rPr lang="en-US" sz="1100" b="1" dirty="0">
                <a:solidFill>
                  <a:schemeClr val="dk1"/>
                </a:solidFill>
                <a:latin typeface="Agency FB" pitchFamily="34" charset="0"/>
              </a:rPr>
              <a:t>EL</a:t>
            </a:r>
          </a:p>
        </p:txBody>
      </p:sp>
      <p:sp>
        <p:nvSpPr>
          <p:cNvPr id="20" name="Flowchart: Preparation 19">
            <a:extLst>
              <a:ext uri="{FF2B5EF4-FFF2-40B4-BE49-F238E27FC236}">
                <a16:creationId xmlns:a16="http://schemas.microsoft.com/office/drawing/2014/main" id="{48FFBBE2-746E-CA69-7F3C-9F8376FB0233}"/>
              </a:ext>
            </a:extLst>
          </p:cNvPr>
          <p:cNvSpPr/>
          <p:nvPr/>
        </p:nvSpPr>
        <p:spPr>
          <a:xfrm>
            <a:off x="10581994" y="2959783"/>
            <a:ext cx="1571636" cy="214314"/>
          </a:xfrm>
          <a:prstGeom prst="flowChartPreparation">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Table 20">
            <a:extLst>
              <a:ext uri="{FF2B5EF4-FFF2-40B4-BE49-F238E27FC236}">
                <a16:creationId xmlns:a16="http://schemas.microsoft.com/office/drawing/2014/main" id="{8725D1B0-9000-CBA4-D107-E58240EB629A}"/>
              </a:ext>
            </a:extLst>
          </p:cNvPr>
          <p:cNvGraphicFramePr>
            <a:graphicFrameLocks noGrp="1"/>
          </p:cNvGraphicFramePr>
          <p:nvPr>
            <p:extLst>
              <p:ext uri="{D42A27DB-BD31-4B8C-83A1-F6EECF244321}">
                <p14:modId xmlns:p14="http://schemas.microsoft.com/office/powerpoint/2010/main" val="3429561212"/>
              </p:ext>
            </p:extLst>
          </p:nvPr>
        </p:nvGraphicFramePr>
        <p:xfrm>
          <a:off x="3136886" y="1500225"/>
          <a:ext cx="9001186" cy="3667764"/>
        </p:xfrm>
        <a:graphic>
          <a:graphicData uri="http://schemas.openxmlformats.org/drawingml/2006/table">
            <a:tbl>
              <a:tblPr firstRow="1" bandRow="1">
                <a:tableStyleId>{5C22544A-7EE6-4342-B048-85BDC9FD1C3A}</a:tableStyleId>
              </a:tblPr>
              <a:tblGrid>
                <a:gridCol w="256588">
                  <a:extLst>
                    <a:ext uri="{9D8B030D-6E8A-4147-A177-3AD203B41FA5}">
                      <a16:colId xmlns:a16="http://schemas.microsoft.com/office/drawing/2014/main" val="20000"/>
                    </a:ext>
                  </a:extLst>
                </a:gridCol>
                <a:gridCol w="573606">
                  <a:extLst>
                    <a:ext uri="{9D8B030D-6E8A-4147-A177-3AD203B41FA5}">
                      <a16:colId xmlns:a16="http://schemas.microsoft.com/office/drawing/2014/main" val="20001"/>
                    </a:ext>
                  </a:extLst>
                </a:gridCol>
                <a:gridCol w="645307">
                  <a:extLst>
                    <a:ext uri="{9D8B030D-6E8A-4147-A177-3AD203B41FA5}">
                      <a16:colId xmlns:a16="http://schemas.microsoft.com/office/drawing/2014/main" val="20002"/>
                    </a:ext>
                  </a:extLst>
                </a:gridCol>
                <a:gridCol w="645307">
                  <a:extLst>
                    <a:ext uri="{9D8B030D-6E8A-4147-A177-3AD203B41FA5}">
                      <a16:colId xmlns:a16="http://schemas.microsoft.com/office/drawing/2014/main" val="20003"/>
                    </a:ext>
                  </a:extLst>
                </a:gridCol>
                <a:gridCol w="645307">
                  <a:extLst>
                    <a:ext uri="{9D8B030D-6E8A-4147-A177-3AD203B41FA5}">
                      <a16:colId xmlns:a16="http://schemas.microsoft.com/office/drawing/2014/main" val="20004"/>
                    </a:ext>
                  </a:extLst>
                </a:gridCol>
                <a:gridCol w="430204">
                  <a:extLst>
                    <a:ext uri="{9D8B030D-6E8A-4147-A177-3AD203B41FA5}">
                      <a16:colId xmlns:a16="http://schemas.microsoft.com/office/drawing/2014/main" val="20005"/>
                    </a:ext>
                  </a:extLst>
                </a:gridCol>
                <a:gridCol w="430204">
                  <a:extLst>
                    <a:ext uri="{9D8B030D-6E8A-4147-A177-3AD203B41FA5}">
                      <a16:colId xmlns:a16="http://schemas.microsoft.com/office/drawing/2014/main" val="20006"/>
                    </a:ext>
                  </a:extLst>
                </a:gridCol>
                <a:gridCol w="344161">
                  <a:extLst>
                    <a:ext uri="{9D8B030D-6E8A-4147-A177-3AD203B41FA5}">
                      <a16:colId xmlns:a16="http://schemas.microsoft.com/office/drawing/2014/main" val="20007"/>
                    </a:ext>
                  </a:extLst>
                </a:gridCol>
                <a:gridCol w="344161">
                  <a:extLst>
                    <a:ext uri="{9D8B030D-6E8A-4147-A177-3AD203B41FA5}">
                      <a16:colId xmlns:a16="http://schemas.microsoft.com/office/drawing/2014/main" val="20008"/>
                    </a:ext>
                  </a:extLst>
                </a:gridCol>
                <a:gridCol w="344161">
                  <a:extLst>
                    <a:ext uri="{9D8B030D-6E8A-4147-A177-3AD203B41FA5}">
                      <a16:colId xmlns:a16="http://schemas.microsoft.com/office/drawing/2014/main" val="20009"/>
                    </a:ext>
                  </a:extLst>
                </a:gridCol>
                <a:gridCol w="344161">
                  <a:extLst>
                    <a:ext uri="{9D8B030D-6E8A-4147-A177-3AD203B41FA5}">
                      <a16:colId xmlns:a16="http://schemas.microsoft.com/office/drawing/2014/main" val="20010"/>
                    </a:ext>
                  </a:extLst>
                </a:gridCol>
                <a:gridCol w="272472">
                  <a:extLst>
                    <a:ext uri="{9D8B030D-6E8A-4147-A177-3AD203B41FA5}">
                      <a16:colId xmlns:a16="http://schemas.microsoft.com/office/drawing/2014/main" val="20011"/>
                    </a:ext>
                  </a:extLst>
                </a:gridCol>
                <a:gridCol w="357227">
                  <a:extLst>
                    <a:ext uri="{9D8B030D-6E8A-4147-A177-3AD203B41FA5}">
                      <a16:colId xmlns:a16="http://schemas.microsoft.com/office/drawing/2014/main" val="20012"/>
                    </a:ext>
                  </a:extLst>
                </a:gridCol>
                <a:gridCol w="357227">
                  <a:extLst>
                    <a:ext uri="{9D8B030D-6E8A-4147-A177-3AD203B41FA5}">
                      <a16:colId xmlns:a16="http://schemas.microsoft.com/office/drawing/2014/main" val="20013"/>
                    </a:ext>
                  </a:extLst>
                </a:gridCol>
                <a:gridCol w="357227">
                  <a:extLst>
                    <a:ext uri="{9D8B030D-6E8A-4147-A177-3AD203B41FA5}">
                      <a16:colId xmlns:a16="http://schemas.microsoft.com/office/drawing/2014/main" val="20014"/>
                    </a:ext>
                  </a:extLst>
                </a:gridCol>
                <a:gridCol w="357227">
                  <a:extLst>
                    <a:ext uri="{9D8B030D-6E8A-4147-A177-3AD203B41FA5}">
                      <a16:colId xmlns:a16="http://schemas.microsoft.com/office/drawing/2014/main" val="20015"/>
                    </a:ext>
                  </a:extLst>
                </a:gridCol>
                <a:gridCol w="357227">
                  <a:extLst>
                    <a:ext uri="{9D8B030D-6E8A-4147-A177-3AD203B41FA5}">
                      <a16:colId xmlns:a16="http://schemas.microsoft.com/office/drawing/2014/main" val="20016"/>
                    </a:ext>
                  </a:extLst>
                </a:gridCol>
                <a:gridCol w="357227">
                  <a:extLst>
                    <a:ext uri="{9D8B030D-6E8A-4147-A177-3AD203B41FA5}">
                      <a16:colId xmlns:a16="http://schemas.microsoft.com/office/drawing/2014/main" val="20017"/>
                    </a:ext>
                  </a:extLst>
                </a:gridCol>
                <a:gridCol w="543328">
                  <a:extLst>
                    <a:ext uri="{9D8B030D-6E8A-4147-A177-3AD203B41FA5}">
                      <a16:colId xmlns:a16="http://schemas.microsoft.com/office/drawing/2014/main" val="20018"/>
                    </a:ext>
                  </a:extLst>
                </a:gridCol>
                <a:gridCol w="436575">
                  <a:extLst>
                    <a:ext uri="{9D8B030D-6E8A-4147-A177-3AD203B41FA5}">
                      <a16:colId xmlns:a16="http://schemas.microsoft.com/office/drawing/2014/main" val="20019"/>
                    </a:ext>
                  </a:extLst>
                </a:gridCol>
                <a:gridCol w="602282">
                  <a:extLst>
                    <a:ext uri="{9D8B030D-6E8A-4147-A177-3AD203B41FA5}">
                      <a16:colId xmlns:a16="http://schemas.microsoft.com/office/drawing/2014/main" val="20020"/>
                    </a:ext>
                  </a:extLst>
                </a:gridCol>
              </a:tblGrid>
              <a:tr h="416761">
                <a:tc rowSpan="2">
                  <a:txBody>
                    <a:bodyPr/>
                    <a:lstStyle/>
                    <a:p>
                      <a:pPr algn="ctr"/>
                      <a:r>
                        <a:rPr kumimoji="0" lang="en-IN" sz="900" b="1" kern="1200" dirty="0" err="1">
                          <a:solidFill>
                            <a:schemeClr val="lt1"/>
                          </a:solidFill>
                          <a:latin typeface="+mn-lt"/>
                          <a:ea typeface="+mn-ea"/>
                          <a:cs typeface="+mn-cs"/>
                        </a:rPr>
                        <a:t>SN</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QUAL</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DOP</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MARK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REMARK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0155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600" b="0" i="0" u="none" strike="noStrike" dirty="0">
                        <a:solidFill>
                          <a:srgbClr val="00B05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3326">
                <a:tc>
                  <a:txBody>
                    <a:bodyPr/>
                    <a:lstStyle/>
                    <a:p>
                      <a:pPr algn="ctr" fontAlgn="ctr"/>
                      <a:r>
                        <a:rPr lang="en-US" sz="900" b="0" i="0" u="none" strike="noStrike" dirty="0">
                          <a:solidFill>
                            <a:srgbClr val="000000"/>
                          </a:solidFill>
                          <a:latin typeface="Arial"/>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20-03-1964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100" b="1" kern="1200" dirty="0">
                          <a:solidFill>
                            <a:schemeClr val="dk1"/>
                          </a:solidFill>
                          <a:latin typeface="Agency FB" pitchFamily="34" charset="0"/>
                          <a:ea typeface="+mn-ea"/>
                          <a:cs typeface="+mn-cs"/>
                        </a:rPr>
                        <a:t>UR</a:t>
                      </a:r>
                      <a:endParaRPr kumimoji="0" lang="en-US" sz="11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2677">
                <a:tc>
                  <a:txBody>
                    <a:bodyPr/>
                    <a:lstStyle/>
                    <a:p>
                      <a:pPr algn="ctr" fontAlgn="ctr"/>
                      <a:r>
                        <a:rPr lang="en-US" sz="900" b="0" i="0" u="none" strike="noStrike" dirty="0">
                          <a:solidFill>
                            <a:srgbClr val="000000"/>
                          </a:solidFill>
                          <a:latin typeface="Arial"/>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12-05-1968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1" i="0" u="none" strike="noStrike" dirty="0">
                          <a:solidFill>
                            <a:srgbClr val="000000"/>
                          </a:solidFill>
                          <a:latin typeface="Arial Narrow" pitchFamily="34" charset="0"/>
                        </a:rPr>
                        <a:t>PUNISHMENT</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100" b="1" kern="1200" dirty="0">
                          <a:solidFill>
                            <a:srgbClr val="FF0000"/>
                          </a:solidFill>
                          <a:latin typeface="Agency FB" pitchFamily="34" charset="0"/>
                          <a:ea typeface="+mn-ea"/>
                          <a:cs typeface="+mn-cs"/>
                        </a:rPr>
                        <a:t> </a:t>
                      </a:r>
                      <a:r>
                        <a:rPr kumimoji="0" lang="hi-IN" sz="1100" b="1" kern="1200" dirty="0">
                          <a:solidFill>
                            <a:srgbClr val="FF0000"/>
                          </a:solidFill>
                          <a:latin typeface="Agency FB" pitchFamily="34" charset="0"/>
                          <a:ea typeface="+mn-ea"/>
                          <a:cs typeface="+mn-cs"/>
                        </a:rPr>
                        <a:t>NE</a:t>
                      </a:r>
                      <a:endParaRPr kumimoji="0" lang="en-US" sz="1100" b="1" kern="1200" dirty="0">
                        <a:solidFill>
                          <a:srgbClr val="FF0000"/>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2677">
                <a:tc>
                  <a:txBody>
                    <a:bodyPr/>
                    <a:lstStyle/>
                    <a:p>
                      <a:pPr algn="ctr" fontAlgn="ctr"/>
                      <a:r>
                        <a:rPr lang="en-US" sz="900" b="0" i="0" u="none" strike="noStrike">
                          <a:solidFill>
                            <a:srgbClr val="000000"/>
                          </a:solidFill>
                          <a:latin typeface="Arial"/>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09-04-1967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800" b="1" i="0" u="none" strike="noStrike" dirty="0">
                          <a:solidFill>
                            <a:srgbClr val="000000"/>
                          </a:solidFill>
                          <a:latin typeface="Arial Narrow" pitchFamily="34" charset="0"/>
                        </a:rPr>
                        <a:t>TRIBAL 2021</a:t>
                      </a:r>
                      <a:r>
                        <a:rPr lang="en-US" sz="800" b="1" i="0" u="none" strike="noStrike" dirty="0">
                          <a:solidFill>
                            <a:srgbClr val="000000"/>
                          </a:solidFill>
                          <a:latin typeface="Arial Narrow" pitchFamily="34" charset="0"/>
                        </a:rPr>
                        <a:t> </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100" b="1" kern="1200" dirty="0">
                          <a:solidFill>
                            <a:schemeClr val="dk1"/>
                          </a:solidFill>
                          <a:latin typeface="Agency FB" pitchFamily="34" charset="0"/>
                          <a:ea typeface="+mn-ea"/>
                          <a:cs typeface="+mn-cs"/>
                        </a:rPr>
                        <a:t>ST_W</a:t>
                      </a:r>
                      <a:endParaRPr kumimoji="0" lang="en-US" sz="11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64154">
                <a:tc>
                  <a:txBody>
                    <a:bodyPr/>
                    <a:lstStyle/>
                    <a:p>
                      <a:pPr algn="ctr" fontAlgn="ctr"/>
                      <a:r>
                        <a:rPr lang="en-US" sz="900" b="0" i="0" u="none" strike="noStrike">
                          <a:solidFill>
                            <a:srgbClr val="000000"/>
                          </a:solidFill>
                          <a:latin typeface="Arial"/>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11-07-1964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a:solidFill>
                            <a:srgbClr val="000000"/>
                          </a:solidFill>
                          <a:latin typeface="Calibri"/>
                        </a:rPr>
                        <a:t>MSC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err="1">
                          <a:solidFill>
                            <a:srgbClr val="000000"/>
                          </a:solidFill>
                          <a:latin typeface="Arial Narrow" pitchFamily="34" charset="0"/>
                        </a:rPr>
                        <a:t>C.CASE</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100" b="1" kern="1200" dirty="0">
                          <a:solidFill>
                            <a:schemeClr val="dk1"/>
                          </a:solidFill>
                          <a:latin typeface="Agency FB" pitchFamily="34" charset="0"/>
                          <a:ea typeface="+mn-ea"/>
                          <a:cs typeface="+mn-cs"/>
                        </a:rPr>
                        <a:t>UR_W CC </a:t>
                      </a:r>
                      <a:endParaRPr kumimoji="0" lang="en-US" sz="11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64154">
                <a:tc>
                  <a:txBody>
                    <a:bodyPr/>
                    <a:lstStyle/>
                    <a:p>
                      <a:pPr algn="ctr" fontAlgn="ctr"/>
                      <a:r>
                        <a:rPr lang="en-US" sz="900" b="0" i="0" u="none" strike="noStrike">
                          <a:solidFill>
                            <a:srgbClr val="000000"/>
                          </a:solidFill>
                          <a:latin typeface="Arial"/>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22-05-1971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घ</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100" b="1" kern="1200" dirty="0">
                          <a:solidFill>
                            <a:srgbClr val="FF0000"/>
                          </a:solidFill>
                          <a:latin typeface="Agency FB" pitchFamily="34" charset="0"/>
                          <a:ea typeface="+mn-ea"/>
                          <a:cs typeface="+mn-cs"/>
                        </a:rPr>
                        <a:t> </a:t>
                      </a:r>
                      <a:r>
                        <a:rPr kumimoji="0" lang="hi-IN" sz="1100" b="1" kern="1200" dirty="0">
                          <a:solidFill>
                            <a:srgbClr val="FF0000"/>
                          </a:solidFill>
                          <a:latin typeface="Agency FB" pitchFamily="34" charset="0"/>
                          <a:ea typeface="+mn-ea"/>
                          <a:cs typeface="+mn-cs"/>
                        </a:rPr>
                        <a:t>NE</a:t>
                      </a:r>
                      <a:endParaRPr kumimoji="0" lang="en-US" sz="1100" b="1" kern="1200" dirty="0">
                        <a:solidFill>
                          <a:srgbClr val="FF0000"/>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64154">
                <a:tc>
                  <a:txBody>
                    <a:bodyPr/>
                    <a:lstStyle/>
                    <a:p>
                      <a:pPr algn="ctr" fontAlgn="ctr"/>
                      <a:r>
                        <a:rPr lang="en-US" sz="900" b="0" i="0" u="none" strike="noStrike">
                          <a:solidFill>
                            <a:srgbClr val="000000"/>
                          </a:solidFill>
                          <a:latin typeface="Arial"/>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16-09-1972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IN" sz="1100" b="1" kern="1200" dirty="0">
                          <a:solidFill>
                            <a:schemeClr val="accent6">
                              <a:lumMod val="50000"/>
                            </a:schemeClr>
                          </a:solidFill>
                          <a:latin typeface="Agency FB" pitchFamily="34" charset="0"/>
                          <a:ea typeface="+mn-ea"/>
                          <a:cs typeface="+mn-cs"/>
                        </a:rPr>
                        <a:t>C</a:t>
                      </a:r>
                      <a:r>
                        <a:rPr kumimoji="0" lang="hi-IN" sz="1100" b="1" kern="1200" dirty="0">
                          <a:solidFill>
                            <a:schemeClr val="accent6">
                              <a:lumMod val="50000"/>
                            </a:schemeClr>
                          </a:solidFill>
                          <a:latin typeface="Agency FB" pitchFamily="34" charset="0"/>
                          <a:ea typeface="+mn-ea"/>
                          <a:cs typeface="+mn-cs"/>
                        </a:rPr>
                        <a:t>IR</a:t>
                      </a:r>
                      <a:endParaRPr kumimoji="0" lang="en-US" sz="1100" b="1" kern="1200" dirty="0">
                        <a:solidFill>
                          <a:schemeClr val="accent6">
                            <a:lumMod val="50000"/>
                          </a:schemeClr>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64154">
                <a:tc>
                  <a:txBody>
                    <a:bodyPr/>
                    <a:lstStyle/>
                    <a:p>
                      <a:pPr algn="ctr" fontAlgn="ctr"/>
                      <a:r>
                        <a:rPr lang="en-US" sz="900" b="0" i="0" u="none" strike="noStrike">
                          <a:solidFill>
                            <a:srgbClr val="000000"/>
                          </a:solidFill>
                          <a:latin typeface="Arial"/>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22-06-1969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a:solidFill>
                            <a:srgbClr val="000000"/>
                          </a:solidFill>
                          <a:latin typeface="Calibri"/>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IN" sz="1100" b="1" kern="1200" dirty="0">
                          <a:solidFill>
                            <a:schemeClr val="dk1"/>
                          </a:solidFill>
                          <a:latin typeface="Agency FB" pitchFamily="34" charset="0"/>
                          <a:ea typeface="+mn-ea"/>
                          <a:cs typeface="+mn-cs"/>
                        </a:rPr>
                        <a:t>EL</a:t>
                      </a:r>
                      <a:endParaRPr kumimoji="0" lang="en-US" sz="11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64154">
                <a:tc>
                  <a:txBody>
                    <a:bodyPr/>
                    <a:lstStyle/>
                    <a:p>
                      <a:pPr algn="ctr" fontAlgn="ctr"/>
                      <a:r>
                        <a:rPr lang="en-US" sz="900" b="0" i="0" u="none" strike="noStrike">
                          <a:solidFill>
                            <a:srgbClr val="000000"/>
                          </a:solidFill>
                          <a:latin typeface="Arial"/>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13-01-1970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err="1">
                          <a:solidFill>
                            <a:srgbClr val="000000"/>
                          </a:solidFill>
                          <a:latin typeface="Calibri"/>
                        </a:rPr>
                        <a:t>MCOM</a:t>
                      </a:r>
                      <a:r>
                        <a:rPr lang="en-US" sz="1100" b="0" i="0" u="none" strike="noStrike" dirty="0">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hi-IN" sz="900" b="0" i="0" u="none" strike="noStrike" dirty="0">
                          <a:solidFill>
                            <a:srgbClr val="000000"/>
                          </a:solidFill>
                          <a:latin typeface="Arial"/>
                        </a:rPr>
                        <a:t>ST</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rgbClr val="E71D57"/>
                          </a:solidFill>
                          <a:latin typeface="Agency FB" pitchFamily="34" charset="0"/>
                          <a:ea typeface="+mn-ea"/>
                          <a:cs typeface="+mn-cs"/>
                        </a:rPr>
                        <a:t>N</a:t>
                      </a:r>
                      <a:endParaRPr kumimoji="0" lang="en-US" sz="120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20</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100" b="1" kern="1200" dirty="0">
                          <a:solidFill>
                            <a:schemeClr val="dk1"/>
                          </a:solidFill>
                          <a:latin typeface="Agency FB" pitchFamily="34" charset="0"/>
                          <a:ea typeface="+mn-ea"/>
                          <a:cs typeface="+mn-cs"/>
                        </a:rPr>
                        <a:t>ST SS CIR</a:t>
                      </a:r>
                      <a:endParaRPr kumimoji="0" lang="en-US" sz="11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64154">
                <a:tc>
                  <a:txBody>
                    <a:bodyPr/>
                    <a:lstStyle/>
                    <a:p>
                      <a:pPr algn="ctr" fontAlgn="ctr"/>
                      <a:r>
                        <a:rPr lang="en-US" sz="900" b="0" i="0" u="none" strike="noStrike" dirty="0">
                          <a:solidFill>
                            <a:srgbClr val="000000"/>
                          </a:solidFill>
                          <a:latin typeface="Arial"/>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07-12-1969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err="1">
                          <a:solidFill>
                            <a:srgbClr val="000000"/>
                          </a:solidFill>
                          <a:latin typeface="Calibri"/>
                        </a:rPr>
                        <a:t>BSC</a:t>
                      </a:r>
                      <a:r>
                        <a:rPr lang="en-US" sz="1100" b="0" i="0" u="none" strike="noStrike" dirty="0">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ग</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100" b="1" kern="1200" dirty="0">
                          <a:solidFill>
                            <a:srgbClr val="FF0000"/>
                          </a:solidFill>
                          <a:latin typeface="Agency FB" pitchFamily="34" charset="0"/>
                          <a:ea typeface="+mn-ea"/>
                          <a:cs typeface="+mn-cs"/>
                        </a:rPr>
                        <a:t>NE</a:t>
                      </a:r>
                      <a:r>
                        <a:rPr kumimoji="0" lang="en-US" sz="1100" b="1" kern="1200" dirty="0">
                          <a:solidFill>
                            <a:srgbClr val="FF0000"/>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02677">
                <a:tc>
                  <a:txBody>
                    <a:bodyPr/>
                    <a:lstStyle/>
                    <a:p>
                      <a:pPr algn="ctr" fontAlgn="ctr"/>
                      <a:r>
                        <a:rPr lang="en-US" sz="900" b="0" i="0" u="none" strike="noStrike">
                          <a:solidFill>
                            <a:srgbClr val="000000"/>
                          </a:solidFill>
                          <a:latin typeface="Arial"/>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21-08-1971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0" i="0" u="none" strike="noStrike" dirty="0" err="1">
                          <a:solidFill>
                            <a:srgbClr val="000000"/>
                          </a:solidFill>
                          <a:latin typeface="Calibri"/>
                        </a:rPr>
                        <a:t>BCOM</a:t>
                      </a:r>
                      <a:r>
                        <a:rPr lang="en-US" sz="1100" b="0" i="0" u="none" strike="noStrike" dirty="0">
                          <a:solidFill>
                            <a:srgbClr val="000000"/>
                          </a:solidFill>
                          <a:latin typeface="Calibri"/>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100" b="1" kern="1200" dirty="0">
                          <a:solidFill>
                            <a:srgbClr val="FF0000"/>
                          </a:solidFill>
                          <a:latin typeface="Agency FB" pitchFamily="34" charset="0"/>
                          <a:ea typeface="+mn-ea"/>
                          <a:cs typeface="+mn-cs"/>
                        </a:rPr>
                        <a:t>NE</a:t>
                      </a:r>
                      <a:endParaRPr kumimoji="0" lang="en-US" sz="1100" b="1" kern="1200" dirty="0">
                        <a:solidFill>
                          <a:srgbClr val="FF0000"/>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graphicFrame>
        <p:nvGraphicFramePr>
          <p:cNvPr id="22" name="Table 21">
            <a:extLst>
              <a:ext uri="{FF2B5EF4-FFF2-40B4-BE49-F238E27FC236}">
                <a16:creationId xmlns:a16="http://schemas.microsoft.com/office/drawing/2014/main" id="{250B8D36-D430-3646-04B6-A2AF36D64CDF}"/>
              </a:ext>
            </a:extLst>
          </p:cNvPr>
          <p:cNvGraphicFramePr>
            <a:graphicFrameLocks noGrp="1"/>
          </p:cNvGraphicFramePr>
          <p:nvPr>
            <p:extLst>
              <p:ext uri="{D42A27DB-BD31-4B8C-83A1-F6EECF244321}">
                <p14:modId xmlns:p14="http://schemas.microsoft.com/office/powerpoint/2010/main" val="1496809047"/>
              </p:ext>
            </p:extLst>
          </p:nvPr>
        </p:nvGraphicFramePr>
        <p:xfrm>
          <a:off x="3154629" y="1515465"/>
          <a:ext cx="8968203" cy="3613880"/>
        </p:xfrm>
        <a:graphic>
          <a:graphicData uri="http://schemas.openxmlformats.org/drawingml/2006/table">
            <a:tbl>
              <a:tblPr firstRow="1" bandRow="1">
                <a:tableStyleId>{5C22544A-7EE6-4342-B048-85BDC9FD1C3A}</a:tableStyleId>
              </a:tblPr>
              <a:tblGrid>
                <a:gridCol w="255648">
                  <a:extLst>
                    <a:ext uri="{9D8B030D-6E8A-4147-A177-3AD203B41FA5}">
                      <a16:colId xmlns:a16="http://schemas.microsoft.com/office/drawing/2014/main" val="20000"/>
                    </a:ext>
                  </a:extLst>
                </a:gridCol>
                <a:gridCol w="571504">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642942">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428628">
                  <a:extLst>
                    <a:ext uri="{9D8B030D-6E8A-4147-A177-3AD203B41FA5}">
                      <a16:colId xmlns:a16="http://schemas.microsoft.com/office/drawing/2014/main" val="20005"/>
                    </a:ext>
                  </a:extLst>
                </a:gridCol>
                <a:gridCol w="428628">
                  <a:extLst>
                    <a:ext uri="{9D8B030D-6E8A-4147-A177-3AD203B41FA5}">
                      <a16:colId xmlns:a16="http://schemas.microsoft.com/office/drawing/2014/main" val="20006"/>
                    </a:ext>
                  </a:extLst>
                </a:gridCol>
                <a:gridCol w="342900">
                  <a:extLst>
                    <a:ext uri="{9D8B030D-6E8A-4147-A177-3AD203B41FA5}">
                      <a16:colId xmlns:a16="http://schemas.microsoft.com/office/drawing/2014/main" val="20007"/>
                    </a:ext>
                  </a:extLst>
                </a:gridCol>
                <a:gridCol w="342900">
                  <a:extLst>
                    <a:ext uri="{9D8B030D-6E8A-4147-A177-3AD203B41FA5}">
                      <a16:colId xmlns:a16="http://schemas.microsoft.com/office/drawing/2014/main" val="20008"/>
                    </a:ext>
                  </a:extLst>
                </a:gridCol>
                <a:gridCol w="342900">
                  <a:extLst>
                    <a:ext uri="{9D8B030D-6E8A-4147-A177-3AD203B41FA5}">
                      <a16:colId xmlns:a16="http://schemas.microsoft.com/office/drawing/2014/main" val="20009"/>
                    </a:ext>
                  </a:extLst>
                </a:gridCol>
                <a:gridCol w="342900">
                  <a:extLst>
                    <a:ext uri="{9D8B030D-6E8A-4147-A177-3AD203B41FA5}">
                      <a16:colId xmlns:a16="http://schemas.microsoft.com/office/drawing/2014/main" val="20010"/>
                    </a:ext>
                  </a:extLst>
                </a:gridCol>
                <a:gridCol w="271474">
                  <a:extLst>
                    <a:ext uri="{9D8B030D-6E8A-4147-A177-3AD203B41FA5}">
                      <a16:colId xmlns:a16="http://schemas.microsoft.com/office/drawing/2014/main" val="20011"/>
                    </a:ext>
                  </a:extLst>
                </a:gridCol>
                <a:gridCol w="355918">
                  <a:extLst>
                    <a:ext uri="{9D8B030D-6E8A-4147-A177-3AD203B41FA5}">
                      <a16:colId xmlns:a16="http://schemas.microsoft.com/office/drawing/2014/main" val="20012"/>
                    </a:ext>
                  </a:extLst>
                </a:gridCol>
                <a:gridCol w="355918">
                  <a:extLst>
                    <a:ext uri="{9D8B030D-6E8A-4147-A177-3AD203B41FA5}">
                      <a16:colId xmlns:a16="http://schemas.microsoft.com/office/drawing/2014/main" val="20013"/>
                    </a:ext>
                  </a:extLst>
                </a:gridCol>
                <a:gridCol w="355918">
                  <a:extLst>
                    <a:ext uri="{9D8B030D-6E8A-4147-A177-3AD203B41FA5}">
                      <a16:colId xmlns:a16="http://schemas.microsoft.com/office/drawing/2014/main" val="20014"/>
                    </a:ext>
                  </a:extLst>
                </a:gridCol>
                <a:gridCol w="355918">
                  <a:extLst>
                    <a:ext uri="{9D8B030D-6E8A-4147-A177-3AD203B41FA5}">
                      <a16:colId xmlns:a16="http://schemas.microsoft.com/office/drawing/2014/main" val="20015"/>
                    </a:ext>
                  </a:extLst>
                </a:gridCol>
                <a:gridCol w="355918">
                  <a:extLst>
                    <a:ext uri="{9D8B030D-6E8A-4147-A177-3AD203B41FA5}">
                      <a16:colId xmlns:a16="http://schemas.microsoft.com/office/drawing/2014/main" val="20016"/>
                    </a:ext>
                  </a:extLst>
                </a:gridCol>
                <a:gridCol w="355918">
                  <a:extLst>
                    <a:ext uri="{9D8B030D-6E8A-4147-A177-3AD203B41FA5}">
                      <a16:colId xmlns:a16="http://schemas.microsoft.com/office/drawing/2014/main" val="20017"/>
                    </a:ext>
                  </a:extLst>
                </a:gridCol>
                <a:gridCol w="541337">
                  <a:extLst>
                    <a:ext uri="{9D8B030D-6E8A-4147-A177-3AD203B41FA5}">
                      <a16:colId xmlns:a16="http://schemas.microsoft.com/office/drawing/2014/main" val="20018"/>
                    </a:ext>
                  </a:extLst>
                </a:gridCol>
                <a:gridCol w="434975">
                  <a:extLst>
                    <a:ext uri="{9D8B030D-6E8A-4147-A177-3AD203B41FA5}">
                      <a16:colId xmlns:a16="http://schemas.microsoft.com/office/drawing/2014/main" val="20019"/>
                    </a:ext>
                  </a:extLst>
                </a:gridCol>
                <a:gridCol w="600075">
                  <a:extLst>
                    <a:ext uri="{9D8B030D-6E8A-4147-A177-3AD203B41FA5}">
                      <a16:colId xmlns:a16="http://schemas.microsoft.com/office/drawing/2014/main" val="20020"/>
                    </a:ext>
                  </a:extLst>
                </a:gridCol>
              </a:tblGrid>
              <a:tr h="443059">
                <a:tc rowSpan="2">
                  <a:txBody>
                    <a:bodyPr/>
                    <a:lstStyle/>
                    <a:p>
                      <a:pPr algn="ctr"/>
                      <a:r>
                        <a:rPr kumimoji="0" lang="en-IN" sz="900" b="1" kern="1200" dirty="0" err="1">
                          <a:solidFill>
                            <a:schemeClr val="lt1"/>
                          </a:solidFill>
                          <a:latin typeface="+mn-lt"/>
                          <a:ea typeface="+mn-ea"/>
                          <a:cs typeface="+mn-cs"/>
                        </a:rPr>
                        <a:t>SN</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QUAL</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DOP</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NOTE</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MARK</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REMARK</a:t>
                      </a:r>
                    </a:p>
                    <a:p>
                      <a:pPr algn="ctr" fontAlgn="ctr"/>
                      <a:r>
                        <a:rPr lang="en-US" sz="600" b="0" i="0" u="none" strike="noStrike" dirty="0">
                          <a:solidFill>
                            <a:srgbClr val="00B05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522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600" b="0" i="0" u="none" strike="noStrike" dirty="0">
                        <a:solidFill>
                          <a:srgbClr val="00B05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7058">
                <a:tc>
                  <a:txBody>
                    <a:bodyPr/>
                    <a:lstStyle/>
                    <a:p>
                      <a:pPr algn="ctr" fontAlgn="ctr"/>
                      <a:r>
                        <a:rPr lang="en-US" sz="900" b="0" i="0" u="none" strike="noStrike" dirty="0">
                          <a:solidFill>
                            <a:srgbClr val="000000"/>
                          </a:solidFill>
                          <a:latin typeface="Arial"/>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20-03-1972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100" b="1" kern="1200" dirty="0">
                          <a:solidFill>
                            <a:schemeClr val="dk1"/>
                          </a:solidFill>
                          <a:latin typeface="Agency FB" pitchFamily="34" charset="0"/>
                          <a:ea typeface="+mn-ea"/>
                          <a:cs typeface="+mn-cs"/>
                        </a:rPr>
                        <a:t>UR</a:t>
                      </a:r>
                      <a:endParaRPr kumimoji="0" lang="en-US" sz="11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7662">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1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49440">
                <a:tc>
                  <a:txBody>
                    <a:bodyPr/>
                    <a:lstStyle/>
                    <a:p>
                      <a:pPr algn="ctr" fontAlgn="ctr"/>
                      <a:r>
                        <a:rPr lang="hi-IN" sz="900" b="0" i="0" u="none" strike="noStrike" dirty="0">
                          <a:solidFill>
                            <a:srgbClr val="000000"/>
                          </a:solidFill>
                          <a:latin typeface="Arial"/>
                        </a:rPr>
                        <a:t>2</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09-04-1975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r>
                        <a:rPr lang="hi-IN" sz="800" b="1" i="0" u="none" strike="noStrike" dirty="0">
                          <a:solidFill>
                            <a:srgbClr val="000000"/>
                          </a:solidFill>
                          <a:latin typeface="Arial Narrow" pitchFamily="34" charset="0"/>
                        </a:rPr>
                        <a:t>TRIBAL 2021</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100" b="1" kern="1200" dirty="0">
                          <a:solidFill>
                            <a:schemeClr val="dk1"/>
                          </a:solidFill>
                          <a:latin typeface="Agency FB" pitchFamily="34" charset="0"/>
                          <a:ea typeface="+mn-ea"/>
                          <a:cs typeface="+mn-cs"/>
                        </a:rPr>
                        <a:t>ST_W</a:t>
                      </a:r>
                      <a:endParaRPr kumimoji="0" lang="en-US" sz="11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1350">
                <a:tc>
                  <a:txBody>
                    <a:bodyPr/>
                    <a:lstStyle/>
                    <a:p>
                      <a:pPr algn="ctr" fontAlgn="ctr"/>
                      <a:r>
                        <a:rPr lang="hi-IN" sz="900" b="0" i="0" u="none" strike="noStrike" dirty="0">
                          <a:solidFill>
                            <a:srgbClr val="000000"/>
                          </a:solidFill>
                          <a:latin typeface="Arial"/>
                        </a:rPr>
                        <a:t>3</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11-07-1972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MSC</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1" i="0" u="none" strike="noStrike" dirty="0" err="1">
                          <a:solidFill>
                            <a:srgbClr val="000000"/>
                          </a:solidFill>
                          <a:latin typeface="Arial Narrow" pitchFamily="34" charset="0"/>
                        </a:rPr>
                        <a:t>C.CASE</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100" b="1" kern="1200" dirty="0">
                          <a:solidFill>
                            <a:schemeClr val="dk1"/>
                          </a:solidFill>
                          <a:latin typeface="Agency FB" pitchFamily="34" charset="0"/>
                          <a:ea typeface="+mn-ea"/>
                          <a:cs typeface="+mn-cs"/>
                        </a:rPr>
                        <a:t>UR_W CC </a:t>
                      </a:r>
                      <a:endParaRPr kumimoji="0" lang="en-US" sz="11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21822">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1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43732">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1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1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algn="ctr" fontAlgn="ctr"/>
                      <a:r>
                        <a:rPr lang="en-IN" sz="900" b="0" i="0" u="none" strike="noStrike" dirty="0">
                          <a:solidFill>
                            <a:srgbClr val="000000"/>
                          </a:solidFill>
                          <a:latin typeface="Arial"/>
                        </a:rPr>
                        <a:t>4</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13-01-1978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MCOM</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hi-IN" sz="900" b="0" i="0" u="none" strike="noStrike" dirty="0">
                          <a:solidFill>
                            <a:srgbClr val="000000"/>
                          </a:solidFill>
                          <a:latin typeface="Arial"/>
                        </a:rPr>
                        <a:t>ST</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rgbClr val="E71D57"/>
                          </a:solidFill>
                          <a:latin typeface="Agency FB" pitchFamily="34" charset="0"/>
                          <a:ea typeface="+mn-ea"/>
                          <a:cs typeface="+mn-cs"/>
                        </a:rPr>
                        <a:t>N</a:t>
                      </a:r>
                      <a:endParaRPr kumimoji="0" lang="en-US" sz="120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20</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100" b="1" kern="1200" dirty="0">
                          <a:solidFill>
                            <a:schemeClr val="dk1"/>
                          </a:solidFill>
                          <a:latin typeface="Agency FB" pitchFamily="34" charset="0"/>
                          <a:ea typeface="+mn-ea"/>
                          <a:cs typeface="+mn-cs"/>
                        </a:rPr>
                        <a:t> </a:t>
                      </a:r>
                      <a:r>
                        <a:rPr kumimoji="0" lang="hi-IN" sz="1100" b="1" kern="1200" dirty="0">
                          <a:solidFill>
                            <a:schemeClr val="dk1"/>
                          </a:solidFill>
                          <a:latin typeface="Agency FB" pitchFamily="34" charset="0"/>
                          <a:ea typeface="+mn-ea"/>
                          <a:cs typeface="+mn-cs"/>
                        </a:rPr>
                        <a:t>ST SS CIR</a:t>
                      </a:r>
                      <a:endParaRPr kumimoji="0" lang="en-US" sz="11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38024">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1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1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77931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nodeType="clickEffect">
                                  <p:stCondLst>
                                    <p:cond delay="0"/>
                                  </p:stCondLst>
                                  <p:childTnLst>
                                    <p:animEffect transition="out" filter="fade">
                                      <p:cBhvr>
                                        <p:cTn id="10" dur="500" tmFilter="0, 0; .2, .5; .8, .5; 1, 0"/>
                                        <p:tgtEl>
                                          <p:spTgt spid="14"/>
                                        </p:tgtEl>
                                      </p:cBhvr>
                                    </p:animEffect>
                                    <p:animScale>
                                      <p:cBhvr>
                                        <p:cTn id="11" dur="250" autoRev="1" fill="hold"/>
                                        <p:tgtEl>
                                          <p:spTgt spid="14"/>
                                        </p:tgtEl>
                                      </p:cBhvr>
                                      <p:by x="105000" y="105000"/>
                                    </p:animScale>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20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6" presetClass="emph" presetSubtype="0" fill="hold" grpId="0" nodeType="clickEffect">
                                  <p:stCondLst>
                                    <p:cond delay="0"/>
                                  </p:stCondLst>
                                  <p:childTnLst>
                                    <p:animEffect transition="out" filter="fade">
                                      <p:cBhvr>
                                        <p:cTn id="20" dur="500" tmFilter="0, 0; .2, .5; .8, .5; 1, 0"/>
                                        <p:tgtEl>
                                          <p:spTgt spid="15"/>
                                        </p:tgtEl>
                                      </p:cBhvr>
                                    </p:animEffect>
                                    <p:animScale>
                                      <p:cBhvr>
                                        <p:cTn id="21" dur="250" autoRev="1" fill="hold"/>
                                        <p:tgtEl>
                                          <p:spTgt spid="15"/>
                                        </p:tgtEl>
                                      </p:cBhvr>
                                      <p:by x="105000" y="105000"/>
                                    </p:animScale>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down)">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1" nodeType="clickEffect">
                                  <p:stCondLst>
                                    <p:cond delay="0"/>
                                  </p:stCondLst>
                                  <p:childTnLst>
                                    <p:animEffect transition="out" filter="fade">
                                      <p:cBhvr>
                                        <p:cTn id="30" dur="1000"/>
                                        <p:tgtEl>
                                          <p:spTgt spid="20"/>
                                        </p:tgtEl>
                                      </p:cBhvr>
                                    </p:animEffect>
                                    <p:set>
                                      <p:cBhvr>
                                        <p:cTn id="31" dur="1" fill="hold">
                                          <p:stCondLst>
                                            <p:cond delay="999"/>
                                          </p:stCondLst>
                                        </p:cTn>
                                        <p:tgtEl>
                                          <p:spTgt spid="20"/>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left)">
                                      <p:cBhvr>
                                        <p:cTn id="36" dur="1000"/>
                                        <p:tgtEl>
                                          <p:spTgt spid="17"/>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left)">
                                      <p:cBhvr>
                                        <p:cTn id="40" dur="1000"/>
                                        <p:tgtEl>
                                          <p:spTgt spid="18"/>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left)">
                                      <p:cBhvr>
                                        <p:cTn id="44" dur="10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26" presetClass="emph" presetSubtype="0" fill="hold" grpId="0" nodeType="clickEffect">
                                  <p:stCondLst>
                                    <p:cond delay="0"/>
                                  </p:stCondLst>
                                  <p:childTnLst>
                                    <p:animEffect transition="out" filter="fade">
                                      <p:cBhvr>
                                        <p:cTn id="48" dur="500" tmFilter="0, 0; .2, .5; .8, .5; 1, 0"/>
                                        <p:tgtEl>
                                          <p:spTgt spid="11"/>
                                        </p:tgtEl>
                                      </p:cBhvr>
                                    </p:animEffect>
                                    <p:animScale>
                                      <p:cBhvr>
                                        <p:cTn id="49" dur="250" autoRev="1" fill="hold"/>
                                        <p:tgtEl>
                                          <p:spTgt spid="11"/>
                                        </p:tgtEl>
                                      </p:cBhvr>
                                      <p:by x="105000" y="105000"/>
                                    </p:animScale>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ipe(up)">
                                      <p:cBhvr>
                                        <p:cTn id="54" dur="2000"/>
                                        <p:tgtEl>
                                          <p:spTgt spid="2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wipe(up)">
                                      <p:cBhvr>
                                        <p:cTn id="59"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7" grpId="0" animBg="1"/>
      <p:bldP spid="18" grpId="0" animBg="1"/>
      <p:bldP spid="19" grpId="0" animBg="1"/>
      <p:bldP spid="20" grpId="0" animBg="1"/>
      <p:bldP spid="20"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741F6-98A4-0F5A-83B9-3E9D0F745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D2DE74-7326-73FF-A38F-3B7103BC4E39}"/>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PROCESS OF ONLINE DPC</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APPROVAL</a:t>
            </a:r>
            <a:br>
              <a:rPr lang="en-IN" sz="2400" b="1" dirty="0">
                <a:solidFill>
                  <a:schemeClr val="accent3">
                    <a:lumMod val="50000"/>
                  </a:schemeClr>
                </a:solidFill>
                <a:effectLst>
                  <a:outerShdw blurRad="38100" dist="38100" dir="2700000" algn="tl">
                    <a:srgbClr val="000000">
                      <a:alpha val="43137"/>
                    </a:srgbClr>
                  </a:outerShdw>
                </a:effectLst>
              </a:rPr>
            </a:br>
            <a:endParaRPr lang="en-US" sz="3200" dirty="0"/>
          </a:p>
        </p:txBody>
      </p:sp>
      <p:sp>
        <p:nvSpPr>
          <p:cNvPr id="12" name="Footer Placeholder 11">
            <a:extLst>
              <a:ext uri="{FF2B5EF4-FFF2-40B4-BE49-F238E27FC236}">
                <a16:creationId xmlns:a16="http://schemas.microsoft.com/office/drawing/2014/main" id="{961263AF-57DC-202E-2928-9511DC690E20}"/>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B75F1FF5-8F8F-E331-0664-FEB4A53FE834}"/>
              </a:ext>
            </a:extLst>
          </p:cNvPr>
          <p:cNvSpPr>
            <a:spLocks noGrp="1"/>
          </p:cNvSpPr>
          <p:nvPr>
            <p:ph type="sldNum" sz="quarter" idx="12"/>
          </p:nvPr>
        </p:nvSpPr>
        <p:spPr/>
        <p:txBody>
          <a:bodyPr/>
          <a:lstStyle/>
          <a:p>
            <a:fld id="{5BFCF61C-3B18-4C03-8326-CC3B32D710C9}" type="slidenum">
              <a:rPr lang="en-US" smtClean="0"/>
              <a:pPr/>
              <a:t>34</a:t>
            </a:fld>
            <a:endParaRPr lang="en-US" dirty="0"/>
          </a:p>
        </p:txBody>
      </p:sp>
      <p:graphicFrame>
        <p:nvGraphicFramePr>
          <p:cNvPr id="4" name="Table 3">
            <a:extLst>
              <a:ext uri="{FF2B5EF4-FFF2-40B4-BE49-F238E27FC236}">
                <a16:creationId xmlns:a16="http://schemas.microsoft.com/office/drawing/2014/main" id="{CA4E746E-49C3-3B30-9985-C5E76F675FC3}"/>
              </a:ext>
            </a:extLst>
          </p:cNvPr>
          <p:cNvGraphicFramePr>
            <a:graphicFrameLocks noGrp="1"/>
          </p:cNvGraphicFramePr>
          <p:nvPr>
            <p:extLst>
              <p:ext uri="{D42A27DB-BD31-4B8C-83A1-F6EECF244321}">
                <p14:modId xmlns:p14="http://schemas.microsoft.com/office/powerpoint/2010/main" val="1919186789"/>
              </p:ext>
            </p:extLst>
          </p:nvPr>
        </p:nvGraphicFramePr>
        <p:xfrm>
          <a:off x="3223797" y="1681609"/>
          <a:ext cx="8968203" cy="2551118"/>
        </p:xfrm>
        <a:graphic>
          <a:graphicData uri="http://schemas.openxmlformats.org/drawingml/2006/table">
            <a:tbl>
              <a:tblPr firstRow="1" bandRow="1">
                <a:tableStyleId>{5C22544A-7EE6-4342-B048-85BDC9FD1C3A}</a:tableStyleId>
              </a:tblPr>
              <a:tblGrid>
                <a:gridCol w="255648">
                  <a:extLst>
                    <a:ext uri="{9D8B030D-6E8A-4147-A177-3AD203B41FA5}">
                      <a16:colId xmlns:a16="http://schemas.microsoft.com/office/drawing/2014/main" val="20000"/>
                    </a:ext>
                  </a:extLst>
                </a:gridCol>
                <a:gridCol w="571504">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642942">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428628">
                  <a:extLst>
                    <a:ext uri="{9D8B030D-6E8A-4147-A177-3AD203B41FA5}">
                      <a16:colId xmlns:a16="http://schemas.microsoft.com/office/drawing/2014/main" val="20005"/>
                    </a:ext>
                  </a:extLst>
                </a:gridCol>
                <a:gridCol w="428628">
                  <a:extLst>
                    <a:ext uri="{9D8B030D-6E8A-4147-A177-3AD203B41FA5}">
                      <a16:colId xmlns:a16="http://schemas.microsoft.com/office/drawing/2014/main" val="20006"/>
                    </a:ext>
                  </a:extLst>
                </a:gridCol>
                <a:gridCol w="342900">
                  <a:extLst>
                    <a:ext uri="{9D8B030D-6E8A-4147-A177-3AD203B41FA5}">
                      <a16:colId xmlns:a16="http://schemas.microsoft.com/office/drawing/2014/main" val="20007"/>
                    </a:ext>
                  </a:extLst>
                </a:gridCol>
                <a:gridCol w="342900">
                  <a:extLst>
                    <a:ext uri="{9D8B030D-6E8A-4147-A177-3AD203B41FA5}">
                      <a16:colId xmlns:a16="http://schemas.microsoft.com/office/drawing/2014/main" val="20008"/>
                    </a:ext>
                  </a:extLst>
                </a:gridCol>
                <a:gridCol w="342900">
                  <a:extLst>
                    <a:ext uri="{9D8B030D-6E8A-4147-A177-3AD203B41FA5}">
                      <a16:colId xmlns:a16="http://schemas.microsoft.com/office/drawing/2014/main" val="20009"/>
                    </a:ext>
                  </a:extLst>
                </a:gridCol>
                <a:gridCol w="342900">
                  <a:extLst>
                    <a:ext uri="{9D8B030D-6E8A-4147-A177-3AD203B41FA5}">
                      <a16:colId xmlns:a16="http://schemas.microsoft.com/office/drawing/2014/main" val="20010"/>
                    </a:ext>
                  </a:extLst>
                </a:gridCol>
                <a:gridCol w="271474">
                  <a:extLst>
                    <a:ext uri="{9D8B030D-6E8A-4147-A177-3AD203B41FA5}">
                      <a16:colId xmlns:a16="http://schemas.microsoft.com/office/drawing/2014/main" val="20011"/>
                    </a:ext>
                  </a:extLst>
                </a:gridCol>
                <a:gridCol w="355918">
                  <a:extLst>
                    <a:ext uri="{9D8B030D-6E8A-4147-A177-3AD203B41FA5}">
                      <a16:colId xmlns:a16="http://schemas.microsoft.com/office/drawing/2014/main" val="20012"/>
                    </a:ext>
                  </a:extLst>
                </a:gridCol>
                <a:gridCol w="355918">
                  <a:extLst>
                    <a:ext uri="{9D8B030D-6E8A-4147-A177-3AD203B41FA5}">
                      <a16:colId xmlns:a16="http://schemas.microsoft.com/office/drawing/2014/main" val="20013"/>
                    </a:ext>
                  </a:extLst>
                </a:gridCol>
                <a:gridCol w="355918">
                  <a:extLst>
                    <a:ext uri="{9D8B030D-6E8A-4147-A177-3AD203B41FA5}">
                      <a16:colId xmlns:a16="http://schemas.microsoft.com/office/drawing/2014/main" val="20014"/>
                    </a:ext>
                  </a:extLst>
                </a:gridCol>
                <a:gridCol w="355918">
                  <a:extLst>
                    <a:ext uri="{9D8B030D-6E8A-4147-A177-3AD203B41FA5}">
                      <a16:colId xmlns:a16="http://schemas.microsoft.com/office/drawing/2014/main" val="20015"/>
                    </a:ext>
                  </a:extLst>
                </a:gridCol>
                <a:gridCol w="355918">
                  <a:extLst>
                    <a:ext uri="{9D8B030D-6E8A-4147-A177-3AD203B41FA5}">
                      <a16:colId xmlns:a16="http://schemas.microsoft.com/office/drawing/2014/main" val="20016"/>
                    </a:ext>
                  </a:extLst>
                </a:gridCol>
                <a:gridCol w="355918">
                  <a:extLst>
                    <a:ext uri="{9D8B030D-6E8A-4147-A177-3AD203B41FA5}">
                      <a16:colId xmlns:a16="http://schemas.microsoft.com/office/drawing/2014/main" val="20017"/>
                    </a:ext>
                  </a:extLst>
                </a:gridCol>
                <a:gridCol w="541337">
                  <a:extLst>
                    <a:ext uri="{9D8B030D-6E8A-4147-A177-3AD203B41FA5}">
                      <a16:colId xmlns:a16="http://schemas.microsoft.com/office/drawing/2014/main" val="20018"/>
                    </a:ext>
                  </a:extLst>
                </a:gridCol>
                <a:gridCol w="434975">
                  <a:extLst>
                    <a:ext uri="{9D8B030D-6E8A-4147-A177-3AD203B41FA5}">
                      <a16:colId xmlns:a16="http://schemas.microsoft.com/office/drawing/2014/main" val="20019"/>
                    </a:ext>
                  </a:extLst>
                </a:gridCol>
                <a:gridCol w="600075">
                  <a:extLst>
                    <a:ext uri="{9D8B030D-6E8A-4147-A177-3AD203B41FA5}">
                      <a16:colId xmlns:a16="http://schemas.microsoft.com/office/drawing/2014/main" val="20020"/>
                    </a:ext>
                  </a:extLst>
                </a:gridCol>
              </a:tblGrid>
              <a:tr h="443059">
                <a:tc rowSpan="2">
                  <a:txBody>
                    <a:bodyPr/>
                    <a:lstStyle/>
                    <a:p>
                      <a:pPr algn="ctr"/>
                      <a:r>
                        <a:rPr kumimoji="0" lang="en-IN" sz="900" b="1" kern="1200" dirty="0" err="1">
                          <a:solidFill>
                            <a:schemeClr val="lt1"/>
                          </a:solidFill>
                          <a:latin typeface="+mn-lt"/>
                          <a:ea typeface="+mn-ea"/>
                          <a:cs typeface="+mn-cs"/>
                        </a:rPr>
                        <a:t>SN</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QUAL</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DOP</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NOTE</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MARK</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REMARK</a:t>
                      </a:r>
                    </a:p>
                    <a:p>
                      <a:pPr algn="ctr" fontAlgn="ctr"/>
                      <a:r>
                        <a:rPr lang="en-US" sz="600" b="0" i="0" u="none" strike="noStrike" dirty="0">
                          <a:solidFill>
                            <a:srgbClr val="00B05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355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600" b="0" i="0" u="none" strike="noStrike" dirty="0">
                        <a:solidFill>
                          <a:srgbClr val="00B05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gridSpan="21">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hi-IN" sz="1800" b="0" i="0" u="none" strike="noStrike" kern="1200" dirty="0">
                          <a:solidFill>
                            <a:srgbClr val="000000"/>
                          </a:solidFill>
                          <a:latin typeface="Arial"/>
                          <a:ea typeface="+mn-ea"/>
                          <a:cs typeface="+mn-cs"/>
                        </a:rPr>
                        <a:t>PROMOTION AS ON 2017 ON DS FROM US MAIN LIST</a:t>
                      </a:r>
                      <a:endParaRPr kumimoji="0" lang="en-US" sz="18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77058">
                <a:tc>
                  <a:txBody>
                    <a:bodyPr/>
                    <a:lstStyle/>
                    <a:p>
                      <a:pPr algn="ctr" fontAlgn="ctr"/>
                      <a:r>
                        <a:rPr lang="en-US" sz="900" b="0" i="0" u="none" strike="noStrike" dirty="0">
                          <a:solidFill>
                            <a:srgbClr val="000000"/>
                          </a:solidFill>
                          <a:latin typeface="Arial"/>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20-03-1964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UR</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fontAlgn="ctr"/>
                      <a:r>
                        <a:rPr lang="hi-IN" sz="900" b="0" i="0" u="none" strike="noStrike" dirty="0">
                          <a:solidFill>
                            <a:srgbClr val="000000"/>
                          </a:solidFill>
                          <a:latin typeface="Arial"/>
                        </a:rPr>
                        <a:t>2</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13-01-1970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MCOM</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hi-IN" sz="900" b="0" i="0" u="none" strike="noStrike" dirty="0">
                          <a:solidFill>
                            <a:srgbClr val="000000"/>
                          </a:solidFill>
                          <a:latin typeface="Arial"/>
                        </a:rPr>
                        <a:t>ST</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rgbClr val="E71D57"/>
                          </a:solidFill>
                          <a:latin typeface="Agency FB" pitchFamily="34" charset="0"/>
                          <a:ea typeface="+mn-ea"/>
                          <a:cs typeface="+mn-cs"/>
                        </a:rPr>
                        <a:t>N</a:t>
                      </a:r>
                      <a:endParaRPr kumimoji="0" lang="en-US" sz="120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20</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ST SS CIR</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38024">
                <a:tc gridSpan="21">
                  <a:txBody>
                    <a:bodyPr/>
                    <a:lstStyle/>
                    <a:p>
                      <a:pPr algn="ctr" fontAlgn="ctr"/>
                      <a:r>
                        <a:rPr lang="hi-IN" sz="1800" b="0" i="0" u="none" strike="noStrike" dirty="0">
                          <a:solidFill>
                            <a:srgbClr val="000000"/>
                          </a:solidFill>
                          <a:latin typeface="Arial"/>
                        </a:rPr>
                        <a:t>PROMOTION AS ON 2017 ON DS FROM US WAITING LIST</a:t>
                      </a:r>
                      <a:endParaRPr lang="en-US" sz="18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38024">
                <a:tc>
                  <a:txBody>
                    <a:bodyPr/>
                    <a:lstStyle/>
                    <a:p>
                      <a:pPr algn="ctr" fontAlgn="ctr"/>
                      <a:r>
                        <a:rPr lang="hi-IN" sz="900" b="0" i="0" u="none" strike="noStrike" dirty="0">
                          <a:solidFill>
                            <a:srgbClr val="000000"/>
                          </a:solidFill>
                          <a:latin typeface="Arial"/>
                        </a:rPr>
                        <a:t>1</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09-04-1967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900" b="0" i="0" u="none" strike="noStrike" dirty="0">
                          <a:solidFill>
                            <a:srgbClr val="000000"/>
                          </a:solidFill>
                          <a:latin typeface="Arial"/>
                        </a:rPr>
                        <a:t>BA</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r>
                        <a:rPr lang="en-IN" sz="1000" b="1" i="0" u="none" strike="noStrike" dirty="0">
                          <a:solidFill>
                            <a:srgbClr val="000000"/>
                          </a:solidFill>
                          <a:latin typeface="Arial Narrow" pitchFamily="34" charset="0"/>
                        </a:rPr>
                        <a:t>TRIBAL 202</a:t>
                      </a:r>
                      <a:r>
                        <a:rPr lang="hi-IN" sz="1000" b="1" i="0" u="none" strike="noStrike" dirty="0">
                          <a:solidFill>
                            <a:srgbClr val="000000"/>
                          </a:solidFill>
                          <a:latin typeface="Arial Narrow" pitchFamily="34" charset="0"/>
                        </a:rPr>
                        <a:t>1</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ST_W</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algn="ctr" fontAlgn="ctr"/>
                      <a:r>
                        <a:rPr lang="hi-IN" sz="900" b="0" i="0" u="none" strike="noStrike" dirty="0">
                          <a:solidFill>
                            <a:srgbClr val="000000"/>
                          </a:solidFill>
                          <a:latin typeface="Arial"/>
                        </a:rPr>
                        <a:t>2</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11-07-1964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MSC</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err="1">
                          <a:solidFill>
                            <a:srgbClr val="000000"/>
                          </a:solidFill>
                          <a:latin typeface="Arial Narrow" pitchFamily="34" charset="0"/>
                        </a:rPr>
                        <a:t>C.CASE</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UR_W CC </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9" name="Rectangle 8">
            <a:extLst>
              <a:ext uri="{FF2B5EF4-FFF2-40B4-BE49-F238E27FC236}">
                <a16:creationId xmlns:a16="http://schemas.microsoft.com/office/drawing/2014/main" id="{E7E75395-E19C-A45F-2DB8-49118617ECF4}"/>
              </a:ext>
            </a:extLst>
          </p:cNvPr>
          <p:cNvSpPr/>
          <p:nvPr/>
        </p:nvSpPr>
        <p:spPr>
          <a:xfrm>
            <a:off x="3374611" y="875141"/>
            <a:ext cx="8786874" cy="461665"/>
          </a:xfrm>
          <a:prstGeom prst="rect">
            <a:avLst/>
          </a:prstGeom>
        </p:spPr>
        <p:txBody>
          <a:bodyPr wrap="square">
            <a:spAutoFit/>
          </a:bodyPr>
          <a:lstStyle/>
          <a:p>
            <a:pPr algn="ctr"/>
            <a:r>
              <a:rPr lang="hi-IN" sz="2400" dirty="0">
                <a:latin typeface="Kokila" panose="020B0604020202020204" pitchFamily="34" charset="0"/>
                <a:cs typeface="Kokila" panose="020B0604020202020204" pitchFamily="34" charset="0"/>
              </a:rPr>
              <a:t>अवर सचिव पद से उप सचिव पद पर पदोन्नत अधिकारीयों की मुख्य सूचि तथा अनुपूरक सूचि </a:t>
            </a:r>
            <a:endParaRPr lang="en-US" sz="2400" dirty="0">
              <a:latin typeface="Kokila" panose="020B0604020202020204" pitchFamily="34" charset="0"/>
              <a:cs typeface="Kokila" panose="020B0604020202020204" pitchFamily="34" charset="0"/>
            </a:endParaRPr>
          </a:p>
        </p:txBody>
      </p:sp>
      <p:sp>
        <p:nvSpPr>
          <p:cNvPr id="10" name="Rounded Rectangle 13">
            <a:extLst>
              <a:ext uri="{FF2B5EF4-FFF2-40B4-BE49-F238E27FC236}">
                <a16:creationId xmlns:a16="http://schemas.microsoft.com/office/drawing/2014/main" id="{D90A5A3A-0BEA-1AF7-D30F-DF7AA2F9C45E}"/>
              </a:ext>
            </a:extLst>
          </p:cNvPr>
          <p:cNvSpPr/>
          <p:nvPr/>
        </p:nvSpPr>
        <p:spPr>
          <a:xfrm>
            <a:off x="3786975" y="5150647"/>
            <a:ext cx="7945882"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a:t>APPROVE BY CGPSC </a:t>
            </a:r>
            <a:endParaRPr lang="en-IN" dirty="0"/>
          </a:p>
        </p:txBody>
      </p:sp>
      <p:pic>
        <p:nvPicPr>
          <p:cNvPr id="11" name="Picture 10" descr="EMPTY_MSG_BOX.jpg">
            <a:extLst>
              <a:ext uri="{FF2B5EF4-FFF2-40B4-BE49-F238E27FC236}">
                <a16:creationId xmlns:a16="http://schemas.microsoft.com/office/drawing/2014/main" id="{E51470B7-E1D5-79E0-8500-04145898004E}"/>
              </a:ext>
            </a:extLst>
          </p:cNvPr>
          <p:cNvPicPr>
            <a:picLocks noChangeAspect="1"/>
          </p:cNvPicPr>
          <p:nvPr/>
        </p:nvPicPr>
        <p:blipFill>
          <a:blip r:embed="rId3"/>
          <a:stretch>
            <a:fillRect/>
          </a:stretch>
        </p:blipFill>
        <p:spPr>
          <a:xfrm>
            <a:off x="6446445" y="1660959"/>
            <a:ext cx="2933700" cy="2667000"/>
          </a:xfrm>
          <a:prstGeom prst="rect">
            <a:avLst/>
          </a:prstGeom>
        </p:spPr>
      </p:pic>
    </p:spTree>
    <p:extLst>
      <p:ext uri="{BB962C8B-B14F-4D97-AF65-F5344CB8AC3E}">
        <p14:creationId xmlns:p14="http://schemas.microsoft.com/office/powerpoint/2010/main" val="2308589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10"/>
                                        </p:tgtEl>
                                      </p:cBhvr>
                                    </p:animEffect>
                                    <p:animScale>
                                      <p:cBhvr>
                                        <p:cTn id="12" dur="250" autoRev="1" fill="hold"/>
                                        <p:tgtEl>
                                          <p:spTgt spid="10"/>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B8F80-A1C1-824D-C67A-08F52B003D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1F726-FD1D-131D-2114-39DA49D5742E}"/>
              </a:ext>
            </a:extLst>
          </p:cNvPr>
          <p:cNvSpPr>
            <a:spLocks noGrp="1"/>
          </p:cNvSpPr>
          <p:nvPr>
            <p:ph type="title"/>
          </p:nvPr>
        </p:nvSpPr>
        <p:spPr>
          <a:xfrm>
            <a:off x="603504" y="1463040"/>
            <a:ext cx="11192256" cy="1025517"/>
          </a:xfrm>
        </p:spPr>
        <p:txBody>
          <a:bodyPr/>
          <a:lstStyle/>
          <a:p>
            <a:pPr algn="ctr">
              <a:lnSpc>
                <a:spcPct val="100000"/>
              </a:lnSpc>
            </a:pPr>
            <a:r>
              <a:rPr lang="en-IN" sz="3600" b="1" dirty="0"/>
              <a:t>REVIEW DPC</a:t>
            </a:r>
            <a:endParaRPr lang="en-US" sz="3600" b="1" dirty="0"/>
          </a:p>
        </p:txBody>
      </p:sp>
      <p:sp>
        <p:nvSpPr>
          <p:cNvPr id="12" name="Footer Placeholder 11">
            <a:extLst>
              <a:ext uri="{FF2B5EF4-FFF2-40B4-BE49-F238E27FC236}">
                <a16:creationId xmlns:a16="http://schemas.microsoft.com/office/drawing/2014/main" id="{AD3A3C63-E16C-EC02-7C04-14F63FD59D29}"/>
              </a:ext>
            </a:extLst>
          </p:cNvPr>
          <p:cNvSpPr>
            <a:spLocks noGrp="1"/>
          </p:cNvSpPr>
          <p:nvPr>
            <p:ph type="ftr" sz="quarter" idx="11"/>
          </p:nvPr>
        </p:nvSpPr>
        <p:spPr/>
        <p:txBody>
          <a:bodyPr/>
          <a:lstStyle/>
          <a:p>
            <a:r>
              <a:rPr lang="en-US" dirty="0"/>
              <a:t>Online DPC</a:t>
            </a:r>
          </a:p>
        </p:txBody>
      </p:sp>
      <p:sp>
        <p:nvSpPr>
          <p:cNvPr id="5" name="Text Placeholder 4">
            <a:extLst>
              <a:ext uri="{FF2B5EF4-FFF2-40B4-BE49-F238E27FC236}">
                <a16:creationId xmlns:a16="http://schemas.microsoft.com/office/drawing/2014/main" id="{F02995D3-0391-8D70-976C-ADD45D5089AB}"/>
              </a:ext>
            </a:extLst>
          </p:cNvPr>
          <p:cNvSpPr>
            <a:spLocks noGrp="1"/>
          </p:cNvSpPr>
          <p:nvPr>
            <p:ph type="body" sz="quarter" idx="15"/>
          </p:nvPr>
        </p:nvSpPr>
        <p:spPr>
          <a:xfrm>
            <a:off x="365759" y="2808514"/>
            <a:ext cx="11602463" cy="4049486"/>
          </a:xfrm>
        </p:spPr>
        <p:txBody>
          <a:bodyPr/>
          <a:lstStyle/>
          <a:p>
            <a:pPr marL="0" lvl="0" indent="0" algn="just">
              <a:lnSpc>
                <a:spcPct val="100000"/>
              </a:lnSpc>
              <a:buNone/>
            </a:pPr>
            <a:r>
              <a:rPr lang="hi-IN" sz="2000" b="1" dirty="0">
                <a:solidFill>
                  <a:schemeClr val="tx1"/>
                </a:solidFill>
                <a:latin typeface="Kokila" panose="020B0604020202020204" pitchFamily="34" charset="0"/>
                <a:cs typeface="Kokila" panose="020B0604020202020204" pitchFamily="34" charset="0"/>
              </a:rPr>
              <a:t>विभाग द्वारा डी.पी.सी. हेतु त्रुटिपूर्ण जानकारी देने अथवा आयोग द्वारा किसी प्रक्रियागत गलती होने पर किसी अभ्यावेदन अथवा अन्य माध्यम से उक्त तथ्य के संज्ञान में आने पर विभाग के निवेदन पर अथवा आयोग द्वारा तथ्य को स्वयं संज्ञान में लेते हुए रिव्यू डी.पी.सी की जा सकेगी। सामान्यतः डी.पी.सी. की प्रक्रिया में निम्न प्रकार की त्रुटियां हो सकती हैं-</a:t>
            </a:r>
          </a:p>
          <a:p>
            <a:pPr lvl="0" algn="just">
              <a:lnSpc>
                <a:spcPct val="100000"/>
              </a:lnSpc>
            </a:pPr>
            <a:endParaRPr lang="hi-IN" sz="2000" b="1" dirty="0">
              <a:solidFill>
                <a:schemeClr val="tx1"/>
              </a:solidFill>
              <a:latin typeface="Kokila" panose="020B0604020202020204" pitchFamily="34" charset="0"/>
              <a:cs typeface="Kokila" panose="020B0604020202020204" pitchFamily="34" charset="0"/>
            </a:endParaRPr>
          </a:p>
          <a:p>
            <a:pPr marL="342900" lvl="0" indent="-342900" algn="just">
              <a:lnSpc>
                <a:spcPct val="100000"/>
              </a:lnSpc>
              <a:buFont typeface="Wingdings" pitchFamily="2" charset="2"/>
              <a:buChar char="§"/>
            </a:pPr>
            <a:r>
              <a:rPr lang="hi-IN" sz="2000" b="1" dirty="0">
                <a:solidFill>
                  <a:schemeClr val="tx1"/>
                </a:solidFill>
                <a:latin typeface="Kokila" panose="020B0604020202020204" pitchFamily="34" charset="0"/>
                <a:cs typeface="Kokila" panose="020B0604020202020204" pitchFamily="34" charset="0"/>
              </a:rPr>
              <a:t>वरिष्ठता सूची में किसी अधिकारी/कर्मचारी का नाम छोड़ देना</a:t>
            </a:r>
          </a:p>
          <a:p>
            <a:pPr marL="342900" lvl="0" indent="-342900" algn="just">
              <a:lnSpc>
                <a:spcPct val="100000"/>
              </a:lnSpc>
              <a:buFont typeface="Wingdings" pitchFamily="2" charset="2"/>
              <a:buChar char="§"/>
            </a:pPr>
            <a:r>
              <a:rPr lang="hi-IN" sz="2000" b="1" dirty="0">
                <a:solidFill>
                  <a:schemeClr val="tx1"/>
                </a:solidFill>
                <a:latin typeface="Kokila" panose="020B0604020202020204" pitchFamily="34" charset="0"/>
                <a:cs typeface="Kokila" panose="020B0604020202020204" pitchFamily="34" charset="0"/>
              </a:rPr>
              <a:t>वरिष्ठता सूची में किसी अधिकारी/कर्मचारी का वरिष्ठता क्रम गलत अंकित कर देना।</a:t>
            </a:r>
          </a:p>
          <a:p>
            <a:pPr marL="342900" lvl="0" indent="-342900" algn="just">
              <a:lnSpc>
                <a:spcPct val="100000"/>
              </a:lnSpc>
              <a:buFont typeface="Wingdings" pitchFamily="2" charset="2"/>
              <a:buChar char="§"/>
            </a:pPr>
            <a:r>
              <a:rPr lang="hi-IN" sz="2000" b="1" dirty="0">
                <a:solidFill>
                  <a:schemeClr val="tx1"/>
                </a:solidFill>
                <a:latin typeface="Kokila" panose="020B0604020202020204" pitchFamily="34" charset="0"/>
                <a:cs typeface="Kokila" panose="020B0604020202020204" pitchFamily="34" charset="0"/>
              </a:rPr>
              <a:t>रोस्टर बिन्दुओं को गलत अंकित करना। </a:t>
            </a:r>
          </a:p>
          <a:p>
            <a:pPr marL="342900" lvl="0" indent="-342900" algn="just">
              <a:lnSpc>
                <a:spcPct val="100000"/>
              </a:lnSpc>
              <a:buFont typeface="Wingdings" pitchFamily="2" charset="2"/>
              <a:buChar char="§"/>
            </a:pPr>
            <a:r>
              <a:rPr lang="hi-IN" sz="2000" b="1" dirty="0">
                <a:solidFill>
                  <a:schemeClr val="tx1"/>
                </a:solidFill>
                <a:latin typeface="Kokila" panose="020B0604020202020204" pitchFamily="34" charset="0"/>
                <a:cs typeface="Kokila" panose="020B0604020202020204" pitchFamily="34" charset="0"/>
              </a:rPr>
              <a:t>अधिकारियों/कर्मचारियों में से किसी एक अथवा अधिक के सी.आर. की गलत प्रविष्टि।</a:t>
            </a:r>
          </a:p>
          <a:p>
            <a:pPr marL="342900" lvl="0" indent="-342900" algn="just">
              <a:lnSpc>
                <a:spcPct val="100000"/>
              </a:lnSpc>
              <a:buFont typeface="Wingdings" pitchFamily="2" charset="2"/>
              <a:buChar char="§"/>
            </a:pPr>
            <a:r>
              <a:rPr lang="hi-IN" sz="2000" b="1" dirty="0">
                <a:solidFill>
                  <a:schemeClr val="tx1"/>
                </a:solidFill>
                <a:latin typeface="Kokila" panose="020B0604020202020204" pitchFamily="34" charset="0"/>
                <a:cs typeface="Kokila" panose="020B0604020202020204" pitchFamily="34" charset="0"/>
              </a:rPr>
              <a:t>अनुसूचित (ट्राईबल) क्षेत्र में सेवा अवधि का मूल्यांकन न करना।</a:t>
            </a:r>
          </a:p>
          <a:p>
            <a:pPr marL="342900" lvl="0" indent="-342900" algn="just">
              <a:lnSpc>
                <a:spcPct val="100000"/>
              </a:lnSpc>
              <a:buFont typeface="Wingdings" pitchFamily="2" charset="2"/>
              <a:buChar char="§"/>
            </a:pPr>
            <a:r>
              <a:rPr lang="hi-IN" sz="2000" b="1" dirty="0">
                <a:solidFill>
                  <a:schemeClr val="tx1"/>
                </a:solidFill>
                <a:latin typeface="Kokila" panose="020B0604020202020204" pitchFamily="34" charset="0"/>
                <a:cs typeface="Kokila" panose="020B0604020202020204" pitchFamily="34" charset="0"/>
              </a:rPr>
              <a:t>आरक्षण नियम का पालन न करना।</a:t>
            </a:r>
          </a:p>
          <a:p>
            <a:pPr marL="342900" lvl="0" indent="-342900" algn="just">
              <a:lnSpc>
                <a:spcPct val="100000"/>
              </a:lnSpc>
              <a:buFont typeface="Wingdings" pitchFamily="2" charset="2"/>
              <a:buChar char="§"/>
            </a:pPr>
            <a:r>
              <a:rPr lang="hi-IN" sz="2000" b="1" dirty="0">
                <a:solidFill>
                  <a:schemeClr val="tx1"/>
                </a:solidFill>
                <a:latin typeface="Kokila" panose="020B0604020202020204" pitchFamily="34" charset="0"/>
                <a:cs typeface="Kokila" panose="020B0604020202020204" pitchFamily="34" charset="0"/>
              </a:rPr>
              <a:t>रिव्यू डी.पी.सी. की प्रक्रिया ठीक उसी प्रकार होगी, जिस प्रकार फ्रेश डी.पी.सी. की प्रक्रिया होती है। </a:t>
            </a:r>
          </a:p>
        </p:txBody>
      </p:sp>
      <p:sp>
        <p:nvSpPr>
          <p:cNvPr id="13" name="Slide Number Placeholder 12">
            <a:extLst>
              <a:ext uri="{FF2B5EF4-FFF2-40B4-BE49-F238E27FC236}">
                <a16:creationId xmlns:a16="http://schemas.microsoft.com/office/drawing/2014/main" id="{90D37DAF-5974-92A1-5283-52BF592A9FF1}"/>
              </a:ext>
            </a:extLst>
          </p:cNvPr>
          <p:cNvSpPr>
            <a:spLocks noGrp="1"/>
          </p:cNvSpPr>
          <p:nvPr>
            <p:ph type="sldNum" sz="quarter" idx="12"/>
          </p:nvPr>
        </p:nvSpPr>
        <p:spPr/>
        <p:txBody>
          <a:bodyPr/>
          <a:lstStyle/>
          <a:p>
            <a:fld id="{5BFCF61C-3B18-4C03-8326-CC3B32D710C9}" type="slidenum">
              <a:rPr lang="en-US" smtClean="0"/>
              <a:pPr/>
              <a:t>35</a:t>
            </a:fld>
            <a:endParaRPr lang="en-US"/>
          </a:p>
        </p:txBody>
      </p:sp>
    </p:spTree>
    <p:extLst>
      <p:ext uri="{BB962C8B-B14F-4D97-AF65-F5344CB8AC3E}">
        <p14:creationId xmlns:p14="http://schemas.microsoft.com/office/powerpoint/2010/main" val="9732081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2BFC7-5E79-A367-7836-5978050AD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BD03B8-6C36-E7DD-F564-ADF5FCB942AD}"/>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REVIEW DPC PROPOSAL</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LOGIN </a:t>
            </a:r>
            <a:br>
              <a:rPr lang="en-IN" sz="2400" b="1" dirty="0">
                <a:solidFill>
                  <a:schemeClr val="accent3">
                    <a:lumMod val="50000"/>
                  </a:schemeClr>
                </a:solidFill>
                <a:effectLst>
                  <a:outerShdw blurRad="38100" dist="38100" dir="2700000" algn="tl">
                    <a:srgbClr val="000000">
                      <a:alpha val="43137"/>
                    </a:srgbClr>
                  </a:outerShdw>
                </a:effectLst>
              </a:rPr>
            </a:br>
            <a:r>
              <a:rPr lang="en-IN" sz="2000" b="1" dirty="0">
                <a:solidFill>
                  <a:schemeClr val="accent3">
                    <a:lumMod val="50000"/>
                  </a:schemeClr>
                </a:solidFill>
                <a:effectLst>
                  <a:outerShdw blurRad="38100" dist="38100" dir="2700000" algn="tl">
                    <a:srgbClr val="000000">
                      <a:alpha val="43137"/>
                    </a:srgbClr>
                  </a:outerShdw>
                </a:effectLst>
              </a:rPr>
              <a:t>AUTHORISED OFFICER</a:t>
            </a:r>
            <a:endParaRPr lang="en-US" sz="3200" dirty="0"/>
          </a:p>
        </p:txBody>
      </p:sp>
      <p:sp>
        <p:nvSpPr>
          <p:cNvPr id="12" name="Footer Placeholder 11">
            <a:extLst>
              <a:ext uri="{FF2B5EF4-FFF2-40B4-BE49-F238E27FC236}">
                <a16:creationId xmlns:a16="http://schemas.microsoft.com/office/drawing/2014/main" id="{326DBF8E-6FB1-2E27-80C5-2192EDB0043A}"/>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CDCBF7CF-9BEB-695E-E045-68595A090637}"/>
              </a:ext>
            </a:extLst>
          </p:cNvPr>
          <p:cNvSpPr>
            <a:spLocks noGrp="1"/>
          </p:cNvSpPr>
          <p:nvPr>
            <p:ph type="sldNum" sz="quarter" idx="12"/>
          </p:nvPr>
        </p:nvSpPr>
        <p:spPr/>
        <p:txBody>
          <a:bodyPr/>
          <a:lstStyle/>
          <a:p>
            <a:fld id="{5BFCF61C-3B18-4C03-8326-CC3B32D710C9}" type="slidenum">
              <a:rPr lang="en-US" smtClean="0"/>
              <a:pPr/>
              <a:t>36</a:t>
            </a:fld>
            <a:endParaRPr lang="en-US" dirty="0"/>
          </a:p>
        </p:txBody>
      </p:sp>
      <p:sp>
        <p:nvSpPr>
          <p:cNvPr id="4" name="Rectangle 3">
            <a:extLst>
              <a:ext uri="{FF2B5EF4-FFF2-40B4-BE49-F238E27FC236}">
                <a16:creationId xmlns:a16="http://schemas.microsoft.com/office/drawing/2014/main" id="{FE84701F-04CB-C205-4403-5C14C24D3521}"/>
              </a:ext>
            </a:extLst>
          </p:cNvPr>
          <p:cNvSpPr/>
          <p:nvPr/>
        </p:nvSpPr>
        <p:spPr>
          <a:xfrm>
            <a:off x="3366076" y="601184"/>
            <a:ext cx="8429684" cy="5072098"/>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endParaRPr lang="en-US" dirty="0">
              <a:solidFill>
                <a:srgbClr val="0070C0"/>
              </a:solidFill>
            </a:endParaRPr>
          </a:p>
        </p:txBody>
      </p:sp>
      <p:sp>
        <p:nvSpPr>
          <p:cNvPr id="9" name="Content Placeholder 2">
            <a:extLst>
              <a:ext uri="{FF2B5EF4-FFF2-40B4-BE49-F238E27FC236}">
                <a16:creationId xmlns:a16="http://schemas.microsoft.com/office/drawing/2014/main" id="{5256FD38-8FF4-5F8D-2011-8AE3480348CE}"/>
              </a:ext>
            </a:extLst>
          </p:cNvPr>
          <p:cNvSpPr txBox="1">
            <a:spLocks/>
          </p:cNvSpPr>
          <p:nvPr/>
        </p:nvSpPr>
        <p:spPr>
          <a:xfrm>
            <a:off x="3606798" y="827370"/>
            <a:ext cx="6515556" cy="3853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endParaRPr lang="en-IN" sz="1800"/>
          </a:p>
          <a:p>
            <a:pPr algn="just">
              <a:buFont typeface="Arial" panose="020B0604020202020204" pitchFamily="34" charset="0"/>
              <a:buNone/>
            </a:pPr>
            <a:endParaRPr lang="en-IN" sz="1800" dirty="0"/>
          </a:p>
        </p:txBody>
      </p:sp>
      <p:grpSp>
        <p:nvGrpSpPr>
          <p:cNvPr id="11" name="Group 20">
            <a:extLst>
              <a:ext uri="{FF2B5EF4-FFF2-40B4-BE49-F238E27FC236}">
                <a16:creationId xmlns:a16="http://schemas.microsoft.com/office/drawing/2014/main" id="{5D5D61CA-6483-DD7D-5A7E-5AE287AB0389}"/>
              </a:ext>
            </a:extLst>
          </p:cNvPr>
          <p:cNvGrpSpPr/>
          <p:nvPr/>
        </p:nvGrpSpPr>
        <p:grpSpPr>
          <a:xfrm>
            <a:off x="3794704" y="744704"/>
            <a:ext cx="7715304" cy="4714264"/>
            <a:chOff x="785786" y="1643694"/>
            <a:chExt cx="7715304" cy="4714264"/>
          </a:xfrm>
        </p:grpSpPr>
        <p:pic>
          <p:nvPicPr>
            <p:cNvPr id="14" name="Picture 13" descr="LOGIN_FORM.PNG">
              <a:extLst>
                <a:ext uri="{FF2B5EF4-FFF2-40B4-BE49-F238E27FC236}">
                  <a16:creationId xmlns:a16="http://schemas.microsoft.com/office/drawing/2014/main" id="{0F055534-146D-B8DC-5B7D-F948BBA84701}"/>
                </a:ext>
              </a:extLst>
            </p:cNvPr>
            <p:cNvPicPr>
              <a:picLocks noChangeAspect="1"/>
            </p:cNvPicPr>
            <p:nvPr/>
          </p:nvPicPr>
          <p:blipFill>
            <a:blip r:embed="rId3"/>
            <a:stretch>
              <a:fillRect/>
            </a:stretch>
          </p:blipFill>
          <p:spPr>
            <a:xfrm>
              <a:off x="785786" y="1643694"/>
              <a:ext cx="7715304" cy="4714264"/>
            </a:xfrm>
            <a:prstGeom prst="rect">
              <a:avLst/>
            </a:prstGeom>
          </p:spPr>
        </p:pic>
        <p:sp>
          <p:nvSpPr>
            <p:cNvPr id="15" name="TextBox 14">
              <a:extLst>
                <a:ext uri="{FF2B5EF4-FFF2-40B4-BE49-F238E27FC236}">
                  <a16:creationId xmlns:a16="http://schemas.microsoft.com/office/drawing/2014/main" id="{9A888660-EF5E-677B-CE13-9F43A54BFB12}"/>
                </a:ext>
              </a:extLst>
            </p:cNvPr>
            <p:cNvSpPr txBox="1"/>
            <p:nvPr/>
          </p:nvSpPr>
          <p:spPr>
            <a:xfrm>
              <a:off x="785786" y="2822056"/>
              <a:ext cx="7715304" cy="369332"/>
            </a:xfrm>
            <a:prstGeom prst="rect">
              <a:avLst/>
            </a:prstGeom>
            <a:solidFill>
              <a:schemeClr val="tx1">
                <a:lumMod val="75000"/>
                <a:lumOff val="25000"/>
              </a:schemeClr>
            </a:solidFill>
          </p:spPr>
          <p:txBody>
            <a:bodyPr wrap="square" rtlCol="0">
              <a:spAutoFit/>
            </a:bodyPr>
            <a:lstStyle/>
            <a:p>
              <a:pPr algn="ctr"/>
              <a:r>
                <a:rPr lang="hi-IN" dirty="0">
                  <a:solidFill>
                    <a:schemeClr val="bg1"/>
                  </a:solidFill>
                  <a:latin typeface="Arial" pitchFamily="34" charset="0"/>
                  <a:cs typeface="Arial" pitchFamily="34" charset="0"/>
                </a:rPr>
                <a:t>LOGIN PAGE FOR OFFICER AUTHORISED FOR ONLINE DPC  </a:t>
              </a:r>
              <a:endParaRPr lang="en-IN" dirty="0">
                <a:latin typeface="Arial" pitchFamily="34" charset="0"/>
                <a:cs typeface="Arial" pitchFamily="34" charset="0"/>
              </a:endParaRPr>
            </a:p>
          </p:txBody>
        </p:sp>
        <p:sp>
          <p:nvSpPr>
            <p:cNvPr id="16" name="TextBox 15">
              <a:extLst>
                <a:ext uri="{FF2B5EF4-FFF2-40B4-BE49-F238E27FC236}">
                  <a16:creationId xmlns:a16="http://schemas.microsoft.com/office/drawing/2014/main" id="{48E3C99C-FDBE-E988-3BF2-524B690FC130}"/>
                </a:ext>
              </a:extLst>
            </p:cNvPr>
            <p:cNvSpPr txBox="1"/>
            <p:nvPr/>
          </p:nvSpPr>
          <p:spPr>
            <a:xfrm>
              <a:off x="857225" y="3819131"/>
              <a:ext cx="7572428" cy="369332"/>
            </a:xfrm>
            <a:prstGeom prst="rect">
              <a:avLst/>
            </a:prstGeom>
            <a:solidFill>
              <a:schemeClr val="bg1"/>
            </a:solidFill>
          </p:spPr>
          <p:txBody>
            <a:bodyPr wrap="square" rtlCol="0">
              <a:spAutoFit/>
            </a:bodyPr>
            <a:lstStyle/>
            <a:p>
              <a:endParaRPr lang="en-IN" dirty="0"/>
            </a:p>
          </p:txBody>
        </p:sp>
      </p:grpSp>
      <p:sp>
        <p:nvSpPr>
          <p:cNvPr id="17" name="TextBox 16">
            <a:extLst>
              <a:ext uri="{FF2B5EF4-FFF2-40B4-BE49-F238E27FC236}">
                <a16:creationId xmlns:a16="http://schemas.microsoft.com/office/drawing/2014/main" id="{E22D4D20-DE3E-60D5-1B38-DD2D4100248A}"/>
              </a:ext>
            </a:extLst>
          </p:cNvPr>
          <p:cNvSpPr txBox="1"/>
          <p:nvPr/>
        </p:nvSpPr>
        <p:spPr>
          <a:xfrm>
            <a:off x="6366472" y="3101514"/>
            <a:ext cx="857256" cy="215444"/>
          </a:xfrm>
          <a:prstGeom prst="rect">
            <a:avLst/>
          </a:prstGeom>
          <a:noFill/>
        </p:spPr>
        <p:txBody>
          <a:bodyPr wrap="square" rtlCol="0">
            <a:spAutoFit/>
          </a:bodyPr>
          <a:lstStyle/>
          <a:p>
            <a:r>
              <a:rPr lang="hi-IN" sz="800" dirty="0"/>
              <a:t>AADHAR  NO</a:t>
            </a:r>
            <a:endParaRPr lang="en-US" sz="800" dirty="0"/>
          </a:p>
        </p:txBody>
      </p:sp>
      <p:sp>
        <p:nvSpPr>
          <p:cNvPr id="18" name="TextBox 17">
            <a:extLst>
              <a:ext uri="{FF2B5EF4-FFF2-40B4-BE49-F238E27FC236}">
                <a16:creationId xmlns:a16="http://schemas.microsoft.com/office/drawing/2014/main" id="{F94268A1-6906-CD8D-4B1D-36F644295F20}"/>
              </a:ext>
            </a:extLst>
          </p:cNvPr>
          <p:cNvSpPr txBox="1"/>
          <p:nvPr/>
        </p:nvSpPr>
        <p:spPr>
          <a:xfrm>
            <a:off x="6795100" y="3358000"/>
            <a:ext cx="428628" cy="215444"/>
          </a:xfrm>
          <a:prstGeom prst="rect">
            <a:avLst/>
          </a:prstGeom>
          <a:noFill/>
        </p:spPr>
        <p:txBody>
          <a:bodyPr wrap="square" rtlCol="0">
            <a:spAutoFit/>
          </a:bodyPr>
          <a:lstStyle/>
          <a:p>
            <a:r>
              <a:rPr lang="hi-IN" sz="800" dirty="0"/>
              <a:t>OTP</a:t>
            </a:r>
            <a:endParaRPr lang="en-US" sz="800" dirty="0"/>
          </a:p>
        </p:txBody>
      </p:sp>
      <p:sp>
        <p:nvSpPr>
          <p:cNvPr id="19" name="TextBox 18">
            <a:extLst>
              <a:ext uri="{FF2B5EF4-FFF2-40B4-BE49-F238E27FC236}">
                <a16:creationId xmlns:a16="http://schemas.microsoft.com/office/drawing/2014/main" id="{7A09AABD-4CDD-159D-BF37-34B6C32FF370}"/>
              </a:ext>
            </a:extLst>
          </p:cNvPr>
          <p:cNvSpPr txBox="1"/>
          <p:nvPr/>
        </p:nvSpPr>
        <p:spPr>
          <a:xfrm>
            <a:off x="7152290" y="3101514"/>
            <a:ext cx="1857388" cy="230832"/>
          </a:xfrm>
          <a:prstGeom prst="rect">
            <a:avLst/>
          </a:prstGeom>
          <a:noFill/>
          <a:ln>
            <a:solidFill>
              <a:schemeClr val="tx1"/>
            </a:solidFill>
          </a:ln>
        </p:spPr>
        <p:txBody>
          <a:bodyPr wrap="square" rtlCol="0">
            <a:spAutoFit/>
          </a:bodyPr>
          <a:lstStyle/>
          <a:p>
            <a:r>
              <a:rPr lang="en-IN" sz="900" b="1" dirty="0">
                <a:solidFill>
                  <a:schemeClr val="bg1"/>
                </a:solidFill>
                <a:latin typeface="+mj-lt"/>
              </a:rPr>
              <a:t>999048447606</a:t>
            </a:r>
            <a:endParaRPr lang="en-US" sz="900" b="1" dirty="0">
              <a:solidFill>
                <a:schemeClr val="bg1"/>
              </a:solidFill>
              <a:latin typeface="+mj-lt"/>
            </a:endParaRPr>
          </a:p>
        </p:txBody>
      </p:sp>
      <p:sp>
        <p:nvSpPr>
          <p:cNvPr id="20" name="TextBox 19">
            <a:extLst>
              <a:ext uri="{FF2B5EF4-FFF2-40B4-BE49-F238E27FC236}">
                <a16:creationId xmlns:a16="http://schemas.microsoft.com/office/drawing/2014/main" id="{7E8D53BD-E2C1-C973-306D-CCB361CE8F23}"/>
              </a:ext>
            </a:extLst>
          </p:cNvPr>
          <p:cNvSpPr txBox="1"/>
          <p:nvPr/>
        </p:nvSpPr>
        <p:spPr>
          <a:xfrm>
            <a:off x="7152290" y="3358000"/>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pic>
        <p:nvPicPr>
          <p:cNvPr id="21" name="Picture 20" descr="aadhar.png">
            <a:extLst>
              <a:ext uri="{FF2B5EF4-FFF2-40B4-BE49-F238E27FC236}">
                <a16:creationId xmlns:a16="http://schemas.microsoft.com/office/drawing/2014/main" id="{8F9636B3-DA9B-D282-3CEE-2211AF7BE483}"/>
              </a:ext>
            </a:extLst>
          </p:cNvPr>
          <p:cNvPicPr>
            <a:picLocks noChangeAspect="1"/>
          </p:cNvPicPr>
          <p:nvPr/>
        </p:nvPicPr>
        <p:blipFill>
          <a:blip r:embed="rId4"/>
          <a:stretch>
            <a:fillRect/>
          </a:stretch>
        </p:blipFill>
        <p:spPr>
          <a:xfrm>
            <a:off x="9795496" y="2907610"/>
            <a:ext cx="857256" cy="551094"/>
          </a:xfrm>
          <a:prstGeom prst="rect">
            <a:avLst/>
          </a:prstGeom>
        </p:spPr>
      </p:pic>
      <p:sp>
        <p:nvSpPr>
          <p:cNvPr id="22" name="TextBox 21">
            <a:extLst>
              <a:ext uri="{FF2B5EF4-FFF2-40B4-BE49-F238E27FC236}">
                <a16:creationId xmlns:a16="http://schemas.microsoft.com/office/drawing/2014/main" id="{73CF9443-3CEA-693E-C51A-BA8F4AF6D964}"/>
              </a:ext>
            </a:extLst>
          </p:cNvPr>
          <p:cNvSpPr txBox="1"/>
          <p:nvPr/>
        </p:nvSpPr>
        <p:spPr>
          <a:xfrm>
            <a:off x="7164010" y="3643752"/>
            <a:ext cx="1857388" cy="215444"/>
          </a:xfrm>
          <a:prstGeom prst="rect">
            <a:avLst/>
          </a:prstGeom>
          <a:noFill/>
          <a:ln>
            <a:solidFill>
              <a:schemeClr val="tx1"/>
            </a:solidFill>
          </a:ln>
        </p:spPr>
        <p:txBody>
          <a:bodyPr wrap="square" rtlCol="0">
            <a:spAutoFit/>
          </a:bodyPr>
          <a:lstStyle/>
          <a:p>
            <a:r>
              <a:rPr lang="en-IN" sz="800" b="1" dirty="0" err="1">
                <a:solidFill>
                  <a:schemeClr val="bg1"/>
                </a:solidFill>
              </a:rPr>
              <a:t>AO_HEdu</a:t>
            </a:r>
            <a:endParaRPr lang="en-US" sz="800" b="1" dirty="0">
              <a:solidFill>
                <a:schemeClr val="bg1"/>
              </a:solidFill>
            </a:endParaRPr>
          </a:p>
        </p:txBody>
      </p:sp>
      <p:sp>
        <p:nvSpPr>
          <p:cNvPr id="23" name="TextBox 22">
            <a:extLst>
              <a:ext uri="{FF2B5EF4-FFF2-40B4-BE49-F238E27FC236}">
                <a16:creationId xmlns:a16="http://schemas.microsoft.com/office/drawing/2014/main" id="{214450C0-A214-8648-026D-B81F6E87A580}"/>
              </a:ext>
            </a:extLst>
          </p:cNvPr>
          <p:cNvSpPr txBox="1"/>
          <p:nvPr/>
        </p:nvSpPr>
        <p:spPr>
          <a:xfrm>
            <a:off x="7164010" y="3946508"/>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sp>
        <p:nvSpPr>
          <p:cNvPr id="24" name="TextBox 23">
            <a:extLst>
              <a:ext uri="{FF2B5EF4-FFF2-40B4-BE49-F238E27FC236}">
                <a16:creationId xmlns:a16="http://schemas.microsoft.com/office/drawing/2014/main" id="{2D0696EF-60B0-8330-632B-762254C8417D}"/>
              </a:ext>
            </a:extLst>
          </p:cNvPr>
          <p:cNvSpPr txBox="1"/>
          <p:nvPr/>
        </p:nvSpPr>
        <p:spPr>
          <a:xfrm>
            <a:off x="9152554" y="3458704"/>
            <a:ext cx="2214578" cy="553998"/>
          </a:xfrm>
          <a:prstGeom prst="rect">
            <a:avLst/>
          </a:prstGeom>
          <a:noFill/>
        </p:spPr>
        <p:txBody>
          <a:bodyPr wrap="square" rtlCol="0">
            <a:spAutoFit/>
          </a:bodyPr>
          <a:lstStyle/>
          <a:p>
            <a:r>
              <a:rPr lang="en-IN" sz="1000" b="1" dirty="0"/>
              <a:t>By providing </a:t>
            </a:r>
            <a:r>
              <a:rPr lang="en-IN" sz="1000" b="1" dirty="0" err="1"/>
              <a:t>Aadhar</a:t>
            </a:r>
            <a:r>
              <a:rPr lang="en-IN" sz="1000" b="1" dirty="0"/>
              <a:t> No. And </a:t>
            </a:r>
            <a:r>
              <a:rPr lang="en-IN" sz="1000" b="1" dirty="0" err="1"/>
              <a:t>Aadhar</a:t>
            </a:r>
            <a:r>
              <a:rPr lang="en-IN" sz="1000" b="1" dirty="0"/>
              <a:t> </a:t>
            </a:r>
            <a:r>
              <a:rPr lang="en-IN" sz="1000" b="1" dirty="0" err="1"/>
              <a:t>OTP</a:t>
            </a:r>
            <a:r>
              <a:rPr lang="en-IN" sz="1000" b="1" dirty="0"/>
              <a:t> you are digitally signing  th</a:t>
            </a:r>
            <a:r>
              <a:rPr lang="en-IN" sz="1000" dirty="0"/>
              <a:t>e content.</a:t>
            </a:r>
            <a:endParaRPr lang="en-US" sz="1000" b="1" dirty="0"/>
          </a:p>
        </p:txBody>
      </p:sp>
      <p:pic>
        <p:nvPicPr>
          <p:cNvPr id="25" name="Picture 24" descr="MOBILE.jpg">
            <a:extLst>
              <a:ext uri="{FF2B5EF4-FFF2-40B4-BE49-F238E27FC236}">
                <a16:creationId xmlns:a16="http://schemas.microsoft.com/office/drawing/2014/main" id="{948D5D09-7688-4306-1500-B1E106C5F92D}"/>
              </a:ext>
            </a:extLst>
          </p:cNvPr>
          <p:cNvPicPr>
            <a:picLocks noChangeAspect="1"/>
          </p:cNvPicPr>
          <p:nvPr/>
        </p:nvPicPr>
        <p:blipFill>
          <a:blip r:embed="rId5" cstate="print"/>
          <a:stretch>
            <a:fillRect/>
          </a:stretch>
        </p:blipFill>
        <p:spPr>
          <a:xfrm>
            <a:off x="4509084" y="2976000"/>
            <a:ext cx="592936" cy="1143008"/>
          </a:xfrm>
          <a:prstGeom prst="rect">
            <a:avLst/>
          </a:prstGeom>
        </p:spPr>
      </p:pic>
      <p:sp>
        <p:nvSpPr>
          <p:cNvPr id="26" name="Left Arrow 41">
            <a:extLst>
              <a:ext uri="{FF2B5EF4-FFF2-40B4-BE49-F238E27FC236}">
                <a16:creationId xmlns:a16="http://schemas.microsoft.com/office/drawing/2014/main" id="{8F7F32CE-3E56-7F99-05EF-6D3D8CCD9477}"/>
              </a:ext>
            </a:extLst>
          </p:cNvPr>
          <p:cNvSpPr/>
          <p:nvPr/>
        </p:nvSpPr>
        <p:spPr>
          <a:xfrm>
            <a:off x="5080588" y="3144816"/>
            <a:ext cx="1285884" cy="99574"/>
          </a:xfrm>
          <a:prstGeom prst="lef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Arrow 42">
            <a:extLst>
              <a:ext uri="{FF2B5EF4-FFF2-40B4-BE49-F238E27FC236}">
                <a16:creationId xmlns:a16="http://schemas.microsoft.com/office/drawing/2014/main" id="{5F309527-1089-5EB5-F1C3-6B680AAA3CCB}"/>
              </a:ext>
            </a:extLst>
          </p:cNvPr>
          <p:cNvSpPr/>
          <p:nvPr/>
        </p:nvSpPr>
        <p:spPr>
          <a:xfrm>
            <a:off x="5152026" y="3387266"/>
            <a:ext cx="1643074" cy="115838"/>
          </a:xfrm>
          <a:prstGeom prst="righ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2568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iterate type="lt">
                                    <p:tmPct val="10000"/>
                                  </p:iterate>
                                  <p:childTnLst>
                                    <p:animClr clrSpc="rgb" dir="cw">
                                      <p:cBhvr override="childStyle">
                                        <p:cTn id="6" dur="500" fill="hold"/>
                                        <p:tgtEl>
                                          <p:spTgt spid="19"/>
                                        </p:tgtEl>
                                        <p:attrNameLst>
                                          <p:attrName>style.color</p:attrName>
                                        </p:attrNameLst>
                                      </p:cBhvr>
                                      <p:to>
                                        <a:schemeClr val="tx1"/>
                                      </p:to>
                                    </p:animClr>
                                  </p:childTnLst>
                                </p:cTn>
                              </p:par>
                            </p:childTnLst>
                          </p:cTn>
                        </p:par>
                        <p:par>
                          <p:cTn id="7" fill="hold">
                            <p:stCondLst>
                              <p:cond delay="1050"/>
                            </p:stCondLst>
                            <p:childTnLst>
                              <p:par>
                                <p:cTn id="8" presetID="22" presetClass="entr" presetSubtype="2" fill="hold" grpId="0" nodeType="after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right)">
                                      <p:cBhvr>
                                        <p:cTn id="10" dur="500"/>
                                        <p:tgtEl>
                                          <p:spTgt spid="26"/>
                                        </p:tgtEl>
                                      </p:cBhvr>
                                    </p:animEffect>
                                  </p:childTnLst>
                                </p:cTn>
                              </p:par>
                            </p:childTnLst>
                          </p:cTn>
                        </p:par>
                        <p:par>
                          <p:cTn id="11" fill="hold">
                            <p:stCondLst>
                              <p:cond delay="1550"/>
                            </p:stCondLst>
                            <p:childTnLst>
                              <p:par>
                                <p:cTn id="12" presetID="22" presetClass="entr" presetSubtype="8" fill="hold" grpId="0" nodeType="after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wipe(left)">
                                      <p:cBhvr>
                                        <p:cTn id="14" dur="500"/>
                                        <p:tgtEl>
                                          <p:spTgt spid="27"/>
                                        </p:tgtEl>
                                      </p:cBhvr>
                                    </p:animEffect>
                                  </p:childTnLst>
                                </p:cTn>
                              </p:par>
                            </p:childTnLst>
                          </p:cTn>
                        </p:par>
                        <p:par>
                          <p:cTn id="15" fill="hold">
                            <p:stCondLst>
                              <p:cond delay="2050"/>
                            </p:stCondLst>
                            <p:childTnLst>
                              <p:par>
                                <p:cTn id="16" presetID="3" presetClass="emph" presetSubtype="2" fill="hold" grpId="0" nodeType="afterEffect">
                                  <p:stCondLst>
                                    <p:cond delay="0"/>
                                  </p:stCondLst>
                                  <p:iterate type="lt">
                                    <p:tmPct val="10000"/>
                                  </p:iterate>
                                  <p:childTnLst>
                                    <p:animClr clrSpc="rgb" dir="cw">
                                      <p:cBhvr override="childStyle">
                                        <p:cTn id="17" dur="500" fill="hold"/>
                                        <p:tgtEl>
                                          <p:spTgt spid="20"/>
                                        </p:tgtEl>
                                        <p:attrNameLst>
                                          <p:attrName>style.color</p:attrName>
                                        </p:attrNameLst>
                                      </p:cBhvr>
                                      <p:to>
                                        <a:schemeClr val="tx1"/>
                                      </p:to>
                                    </p:animClr>
                                  </p:childTnLst>
                                </p:cTn>
                              </p:par>
                            </p:childTnLst>
                          </p:cTn>
                        </p:par>
                        <p:par>
                          <p:cTn id="18" fill="hold">
                            <p:stCondLst>
                              <p:cond delay="3000"/>
                            </p:stCondLst>
                            <p:childTnLst>
                              <p:par>
                                <p:cTn id="19" presetID="3" presetClass="emph" presetSubtype="2" fill="hold" grpId="0" nodeType="afterEffect">
                                  <p:stCondLst>
                                    <p:cond delay="0"/>
                                  </p:stCondLst>
                                  <p:iterate type="lt">
                                    <p:tmPct val="10000"/>
                                  </p:iterate>
                                  <p:childTnLst>
                                    <p:animClr clrSpc="rgb" dir="cw">
                                      <p:cBhvr override="childStyle">
                                        <p:cTn id="20" dur="500" fill="hold"/>
                                        <p:tgtEl>
                                          <p:spTgt spid="22"/>
                                        </p:tgtEl>
                                        <p:attrNameLst>
                                          <p:attrName>style.color</p:attrName>
                                        </p:attrNameLst>
                                      </p:cBhvr>
                                      <p:to>
                                        <a:schemeClr val="tx1"/>
                                      </p:to>
                                    </p:animClr>
                                  </p:childTnLst>
                                </p:cTn>
                              </p:par>
                            </p:childTnLst>
                          </p:cTn>
                        </p:par>
                        <p:par>
                          <p:cTn id="21" fill="hold">
                            <p:stCondLst>
                              <p:cond delay="3800"/>
                            </p:stCondLst>
                            <p:childTnLst>
                              <p:par>
                                <p:cTn id="22" presetID="3" presetClass="emph" presetSubtype="2" fill="hold" grpId="0" nodeType="afterEffect">
                                  <p:stCondLst>
                                    <p:cond delay="0"/>
                                  </p:stCondLst>
                                  <p:iterate type="lt">
                                    <p:tmPct val="10000"/>
                                  </p:iterate>
                                  <p:childTnLst>
                                    <p:animClr clrSpc="rgb" dir="cw">
                                      <p:cBhvr override="childStyle">
                                        <p:cTn id="23" dur="2000" fill="hold"/>
                                        <p:tgtEl>
                                          <p:spTgt spid="23"/>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3" grpId="0" animBg="1"/>
      <p:bldP spid="26" grpId="0" animBg="1"/>
      <p:bldP spid="2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DD747-6703-5B35-B7F3-473CDB4F89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8D7A2-435D-71ED-6398-9329391DFF64}"/>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REVIEW DPC PROPOSAL </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err="1">
                <a:solidFill>
                  <a:schemeClr val="accent3">
                    <a:lumMod val="50000"/>
                  </a:schemeClr>
                </a:solidFill>
                <a:effectLst>
                  <a:outerShdw blurRad="38100" dist="38100" dir="2700000" algn="tl">
                    <a:srgbClr val="000000">
                      <a:alpha val="43137"/>
                    </a:srgbClr>
                  </a:outerShdw>
                </a:effectLst>
              </a:rPr>
              <a:t>PROPOSAL</a:t>
            </a:r>
            <a:r>
              <a:rPr lang="en-IN" sz="2400" b="1" dirty="0">
                <a:solidFill>
                  <a:schemeClr val="accent3">
                    <a:lumMod val="50000"/>
                  </a:schemeClr>
                </a:solidFill>
                <a:effectLst>
                  <a:outerShdw blurRad="38100" dist="38100" dir="2700000" algn="tl">
                    <a:srgbClr val="000000">
                      <a:alpha val="43137"/>
                    </a:srgbClr>
                  </a:outerShdw>
                </a:effectLst>
              </a:rPr>
              <a:t> BY AUTHORISED OFFICER</a:t>
            </a:r>
            <a:endParaRPr lang="en-US" sz="3200" dirty="0"/>
          </a:p>
        </p:txBody>
      </p:sp>
      <p:sp>
        <p:nvSpPr>
          <p:cNvPr id="12" name="Footer Placeholder 11">
            <a:extLst>
              <a:ext uri="{FF2B5EF4-FFF2-40B4-BE49-F238E27FC236}">
                <a16:creationId xmlns:a16="http://schemas.microsoft.com/office/drawing/2014/main" id="{732A273D-850F-F1B6-B081-4B722B879676}"/>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905CF37B-B43E-E922-9FB4-85FACA512828}"/>
              </a:ext>
            </a:extLst>
          </p:cNvPr>
          <p:cNvSpPr>
            <a:spLocks noGrp="1"/>
          </p:cNvSpPr>
          <p:nvPr>
            <p:ph type="sldNum" sz="quarter" idx="12"/>
          </p:nvPr>
        </p:nvSpPr>
        <p:spPr/>
        <p:txBody>
          <a:bodyPr/>
          <a:lstStyle/>
          <a:p>
            <a:fld id="{5BFCF61C-3B18-4C03-8326-CC3B32D710C9}" type="slidenum">
              <a:rPr lang="en-US" smtClean="0"/>
              <a:pPr/>
              <a:t>37</a:t>
            </a:fld>
            <a:endParaRPr lang="en-US" dirty="0"/>
          </a:p>
        </p:txBody>
      </p:sp>
      <p:sp>
        <p:nvSpPr>
          <p:cNvPr id="4" name="Content Placeholder 2">
            <a:extLst>
              <a:ext uri="{FF2B5EF4-FFF2-40B4-BE49-F238E27FC236}">
                <a16:creationId xmlns:a16="http://schemas.microsoft.com/office/drawing/2014/main" id="{3915D797-86B3-47A9-72F0-32AE0E9488BD}"/>
              </a:ext>
            </a:extLst>
          </p:cNvPr>
          <p:cNvSpPr txBox="1">
            <a:spLocks/>
          </p:cNvSpPr>
          <p:nvPr/>
        </p:nvSpPr>
        <p:spPr>
          <a:xfrm>
            <a:off x="3671497" y="1196415"/>
            <a:ext cx="6515556" cy="385326"/>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hi-IN" b="1" dirty="0">
                <a:latin typeface="Kokila" panose="020B0604020202020204" pitchFamily="34" charset="0"/>
                <a:cs typeface="Kokila" panose="020B0604020202020204" pitchFamily="34" charset="0"/>
              </a:rPr>
              <a:t>पद नाम जिस हेतु पदोन्नति प्रस्ताव प्रस्तुत किया गया था -</a:t>
            </a:r>
            <a:r>
              <a:rPr lang="hi-IN" dirty="0">
                <a:latin typeface="Kokila" panose="020B0604020202020204" pitchFamily="34" charset="0"/>
                <a:cs typeface="Kokila" panose="020B0604020202020204" pitchFamily="34" charset="0"/>
              </a:rPr>
              <a:t> </a:t>
            </a:r>
            <a:r>
              <a:rPr lang="en-IN" dirty="0">
                <a:latin typeface="Kokila" panose="020B0604020202020204" pitchFamily="34" charset="0"/>
                <a:cs typeface="Kokila" panose="020B0604020202020204" pitchFamily="34" charset="0"/>
              </a:rPr>
              <a:t> </a:t>
            </a:r>
          </a:p>
          <a:p>
            <a:pPr algn="just">
              <a:buFont typeface="Arial" panose="020B0604020202020204" pitchFamily="34" charset="0"/>
              <a:buNone/>
            </a:pPr>
            <a:endParaRPr lang="en-IN" sz="1600" dirty="0"/>
          </a:p>
          <a:p>
            <a:pPr algn="just">
              <a:buFont typeface="Arial" panose="020B0604020202020204" pitchFamily="34" charset="0"/>
              <a:buNone/>
            </a:pPr>
            <a:endParaRPr lang="en-IN" sz="1600" dirty="0"/>
          </a:p>
        </p:txBody>
      </p:sp>
      <p:sp>
        <p:nvSpPr>
          <p:cNvPr id="9" name="Rounded Rectangle 11">
            <a:extLst>
              <a:ext uri="{FF2B5EF4-FFF2-40B4-BE49-F238E27FC236}">
                <a16:creationId xmlns:a16="http://schemas.microsoft.com/office/drawing/2014/main" id="{13E6C3C0-D0B6-50FF-999E-AC4D08399E28}"/>
              </a:ext>
            </a:extLst>
          </p:cNvPr>
          <p:cNvSpPr/>
          <p:nvPr/>
        </p:nvSpPr>
        <p:spPr>
          <a:xfrm>
            <a:off x="10458107" y="5294712"/>
            <a:ext cx="1071570"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a:t>NEXT</a:t>
            </a:r>
            <a:endParaRPr lang="en-IN" dirty="0"/>
          </a:p>
        </p:txBody>
      </p:sp>
      <p:sp>
        <p:nvSpPr>
          <p:cNvPr id="10" name="Rounded Rectangle 12">
            <a:extLst>
              <a:ext uri="{FF2B5EF4-FFF2-40B4-BE49-F238E27FC236}">
                <a16:creationId xmlns:a16="http://schemas.microsoft.com/office/drawing/2014/main" id="{557CB34F-379C-A610-5B0E-1A3DC076A121}"/>
              </a:ext>
            </a:extLst>
          </p:cNvPr>
          <p:cNvSpPr/>
          <p:nvPr/>
        </p:nvSpPr>
        <p:spPr>
          <a:xfrm>
            <a:off x="9100785" y="5294712"/>
            <a:ext cx="1214446"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a:t>SAVE</a:t>
            </a:r>
            <a:endParaRPr lang="en-IN" dirty="0"/>
          </a:p>
        </p:txBody>
      </p:sp>
      <p:sp>
        <p:nvSpPr>
          <p:cNvPr id="11" name="TextBox 10">
            <a:extLst>
              <a:ext uri="{FF2B5EF4-FFF2-40B4-BE49-F238E27FC236}">
                <a16:creationId xmlns:a16="http://schemas.microsoft.com/office/drawing/2014/main" id="{4866AEA1-3194-0B5F-058A-D7053294FD8F}"/>
              </a:ext>
            </a:extLst>
          </p:cNvPr>
          <p:cNvSpPr txBox="1"/>
          <p:nvPr/>
        </p:nvSpPr>
        <p:spPr>
          <a:xfrm>
            <a:off x="9029347" y="1248534"/>
            <a:ext cx="2497982" cy="369332"/>
          </a:xfrm>
          <a:prstGeom prst="rect">
            <a:avLst/>
          </a:prstGeom>
          <a:solidFill>
            <a:schemeClr val="accent5">
              <a:lumMod val="75000"/>
            </a:schemeClr>
          </a:solidFill>
        </p:spPr>
        <p:txBody>
          <a:bodyPr wrap="square" rtlCol="0">
            <a:spAutoFit/>
          </a:bodyPr>
          <a:lstStyle/>
          <a:p>
            <a:r>
              <a:rPr lang="en-IN" dirty="0"/>
              <a:t>POST</a:t>
            </a:r>
          </a:p>
        </p:txBody>
      </p:sp>
      <p:sp>
        <p:nvSpPr>
          <p:cNvPr id="14" name="TextBox 13">
            <a:extLst>
              <a:ext uri="{FF2B5EF4-FFF2-40B4-BE49-F238E27FC236}">
                <a16:creationId xmlns:a16="http://schemas.microsoft.com/office/drawing/2014/main" id="{13965785-BF57-04BB-F261-EC2242455C3E}"/>
              </a:ext>
            </a:extLst>
          </p:cNvPr>
          <p:cNvSpPr txBox="1"/>
          <p:nvPr/>
        </p:nvSpPr>
        <p:spPr>
          <a:xfrm>
            <a:off x="9029347" y="1579936"/>
            <a:ext cx="2500330" cy="738664"/>
          </a:xfrm>
          <a:prstGeom prst="rect">
            <a:avLst/>
          </a:prstGeom>
          <a:solidFill>
            <a:schemeClr val="accent1"/>
          </a:solidFill>
          <a:ln>
            <a:solidFill>
              <a:schemeClr val="tx1">
                <a:lumMod val="95000"/>
                <a:lumOff val="5000"/>
              </a:schemeClr>
            </a:solidFill>
          </a:ln>
        </p:spPr>
        <p:txBody>
          <a:bodyPr wrap="square" rtlCol="0">
            <a:spAutoFit/>
          </a:bodyPr>
          <a:lstStyle/>
          <a:p>
            <a:r>
              <a:rPr lang="hi-IN" sz="1400" dirty="0"/>
              <a:t>DEPUTY SECRETARY</a:t>
            </a:r>
          </a:p>
          <a:p>
            <a:r>
              <a:rPr lang="hi-IN" sz="1400" dirty="0"/>
              <a:t>UNDER SECRETARY</a:t>
            </a:r>
          </a:p>
          <a:p>
            <a:r>
              <a:rPr lang="hi-IN" sz="1400" dirty="0"/>
              <a:t>SECTION OFFICER</a:t>
            </a:r>
            <a:endParaRPr lang="en-IN" sz="1400" dirty="0"/>
          </a:p>
        </p:txBody>
      </p:sp>
      <p:sp>
        <p:nvSpPr>
          <p:cNvPr id="15" name="TextBox 14">
            <a:extLst>
              <a:ext uri="{FF2B5EF4-FFF2-40B4-BE49-F238E27FC236}">
                <a16:creationId xmlns:a16="http://schemas.microsoft.com/office/drawing/2014/main" id="{C73A8A62-0888-B09D-8EAE-7F2FB503A981}"/>
              </a:ext>
            </a:extLst>
          </p:cNvPr>
          <p:cNvSpPr txBox="1"/>
          <p:nvPr/>
        </p:nvSpPr>
        <p:spPr>
          <a:xfrm>
            <a:off x="9029347" y="1222746"/>
            <a:ext cx="2497982" cy="369332"/>
          </a:xfrm>
          <a:prstGeom prst="rect">
            <a:avLst/>
          </a:prstGeom>
          <a:solidFill>
            <a:schemeClr val="accent5">
              <a:lumMod val="75000"/>
            </a:schemeClr>
          </a:solidFill>
        </p:spPr>
        <p:txBody>
          <a:bodyPr wrap="square" rtlCol="0">
            <a:spAutoFit/>
          </a:bodyPr>
          <a:lstStyle/>
          <a:p>
            <a:r>
              <a:rPr lang="hi-IN" sz="1200" b="1" dirty="0"/>
              <a:t>DEPUTY SECRETARY</a:t>
            </a:r>
            <a:r>
              <a:rPr lang="hi-IN" dirty="0"/>
              <a:t> </a:t>
            </a:r>
            <a:endParaRPr lang="en-IN" dirty="0"/>
          </a:p>
        </p:txBody>
      </p:sp>
      <p:sp>
        <p:nvSpPr>
          <p:cNvPr id="16" name="Isosceles Triangle 15">
            <a:extLst>
              <a:ext uri="{FF2B5EF4-FFF2-40B4-BE49-F238E27FC236}">
                <a16:creationId xmlns:a16="http://schemas.microsoft.com/office/drawing/2014/main" id="{D1F9BAB5-8933-2B1E-42D6-19604A0ACBE4}"/>
              </a:ext>
            </a:extLst>
          </p:cNvPr>
          <p:cNvSpPr/>
          <p:nvPr/>
        </p:nvSpPr>
        <p:spPr>
          <a:xfrm rot="10800000">
            <a:off x="10958173" y="1294184"/>
            <a:ext cx="500066" cy="21431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descr="POINTER.png">
            <a:extLst>
              <a:ext uri="{FF2B5EF4-FFF2-40B4-BE49-F238E27FC236}">
                <a16:creationId xmlns:a16="http://schemas.microsoft.com/office/drawing/2014/main" id="{D9F65AF6-4127-B95F-BF85-2AF523C11A21}"/>
              </a:ext>
            </a:extLst>
          </p:cNvPr>
          <p:cNvPicPr>
            <a:picLocks noChangeAspect="1"/>
          </p:cNvPicPr>
          <p:nvPr/>
        </p:nvPicPr>
        <p:blipFill>
          <a:blip r:embed="rId3" cstate="print"/>
          <a:stretch>
            <a:fillRect/>
          </a:stretch>
        </p:blipFill>
        <p:spPr>
          <a:xfrm>
            <a:off x="11172487" y="1365622"/>
            <a:ext cx="484023" cy="484023"/>
          </a:xfrm>
          <a:prstGeom prst="rect">
            <a:avLst/>
          </a:prstGeom>
        </p:spPr>
      </p:pic>
      <p:sp>
        <p:nvSpPr>
          <p:cNvPr id="18" name="Content Placeholder 2">
            <a:extLst>
              <a:ext uri="{FF2B5EF4-FFF2-40B4-BE49-F238E27FC236}">
                <a16:creationId xmlns:a16="http://schemas.microsoft.com/office/drawing/2014/main" id="{676913D1-E556-41D0-ACC2-273BB29AD4E0}"/>
              </a:ext>
            </a:extLst>
          </p:cNvPr>
          <p:cNvSpPr txBox="1">
            <a:spLocks/>
          </p:cNvSpPr>
          <p:nvPr/>
        </p:nvSpPr>
        <p:spPr>
          <a:xfrm>
            <a:off x="7886339" y="3651639"/>
            <a:ext cx="2014962" cy="428627"/>
          </a:xfrm>
          <a:prstGeom prst="rect">
            <a:avLst/>
          </a:prstGeom>
        </p:spPr>
        <p:txBody>
          <a:bodyPr vert="horz">
            <a:normAutofit fontScale="25000" lnSpcReduction="20000"/>
          </a:bodyPr>
          <a:lstStyle/>
          <a:p>
            <a:pPr marL="274320" indent="-274320" algn="just">
              <a:spcBef>
                <a:spcPts val="600"/>
              </a:spcBef>
              <a:buClr>
                <a:schemeClr val="accent1"/>
              </a:buClr>
              <a:buSzPct val="70000"/>
              <a:buFont typeface="Wingdings"/>
              <a:buNone/>
            </a:pPr>
            <a:r>
              <a:rPr lang="hi-IN" sz="8800" b="1" dirty="0">
                <a:latin typeface="Kokila" panose="020B0604020202020204" pitchFamily="34" charset="0"/>
                <a:cs typeface="Kokila" panose="020B0604020202020204" pitchFamily="34" charset="0"/>
              </a:rPr>
              <a:t>फ्रेश DPC की तिथि - </a:t>
            </a:r>
            <a:r>
              <a:rPr kumimoji="0" lang="hi-IN" sz="1400" b="1" i="0" u="none" strike="noStrike" kern="1200" cap="none" spc="0" normalizeH="0" baseline="0" noProof="0" dirty="0">
                <a:ln>
                  <a:noFill/>
                </a:ln>
                <a:solidFill>
                  <a:schemeClr val="tx1"/>
                </a:solidFill>
                <a:effectLst/>
                <a:uLnTx/>
                <a:uFillTx/>
                <a:latin typeface="+mn-lt"/>
                <a:ea typeface="+mn-ea"/>
                <a:cs typeface="+mn-cs"/>
              </a:rPr>
              <a:t>- 		</a:t>
            </a:r>
            <a:endParaRPr kumimoji="0" lang="en-IN" sz="1600" b="1" i="0" u="none" strike="noStrike" kern="1200" cap="none" spc="0" normalizeH="0" baseline="0" noProof="0" dirty="0">
              <a:ln>
                <a:noFill/>
              </a:ln>
              <a:solidFill>
                <a:srgbClr val="00B050"/>
              </a:solidFill>
              <a:effectLst/>
              <a:uLnTx/>
              <a:uFillTx/>
              <a:latin typeface="+mn-lt"/>
              <a:ea typeface="+mn-ea"/>
              <a:cs typeface="+mn-cs"/>
            </a:endParaRPr>
          </a:p>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19" name="TextBox 18">
            <a:extLst>
              <a:ext uri="{FF2B5EF4-FFF2-40B4-BE49-F238E27FC236}">
                <a16:creationId xmlns:a16="http://schemas.microsoft.com/office/drawing/2014/main" id="{91C05103-DB4E-E954-F17D-EB39B8E1114D}"/>
              </a:ext>
            </a:extLst>
          </p:cNvPr>
          <p:cNvSpPr txBox="1"/>
          <p:nvPr/>
        </p:nvSpPr>
        <p:spPr>
          <a:xfrm>
            <a:off x="3742935" y="2937258"/>
            <a:ext cx="3929090" cy="369332"/>
          </a:xfrm>
          <a:prstGeom prst="rect">
            <a:avLst/>
          </a:prstGeom>
          <a:solidFill>
            <a:schemeClr val="accent5">
              <a:lumMod val="75000"/>
            </a:schemeClr>
          </a:solidFill>
        </p:spPr>
        <p:txBody>
          <a:bodyPr wrap="square" rtlCol="0">
            <a:spAutoFit/>
          </a:bodyPr>
          <a:lstStyle/>
          <a:p>
            <a:r>
              <a:rPr lang="en-IN" dirty="0"/>
              <a:t>TYPE OF DPC</a:t>
            </a:r>
          </a:p>
        </p:txBody>
      </p:sp>
      <p:sp>
        <p:nvSpPr>
          <p:cNvPr id="20" name="TextBox 19">
            <a:extLst>
              <a:ext uri="{FF2B5EF4-FFF2-40B4-BE49-F238E27FC236}">
                <a16:creationId xmlns:a16="http://schemas.microsoft.com/office/drawing/2014/main" id="{D73F1EA4-F11D-1735-1D52-87190CE7FF8E}"/>
              </a:ext>
            </a:extLst>
          </p:cNvPr>
          <p:cNvSpPr txBox="1"/>
          <p:nvPr/>
        </p:nvSpPr>
        <p:spPr>
          <a:xfrm>
            <a:off x="3742935" y="3268660"/>
            <a:ext cx="3929090" cy="738664"/>
          </a:xfrm>
          <a:prstGeom prst="rect">
            <a:avLst/>
          </a:prstGeom>
          <a:solidFill>
            <a:schemeClr val="accent1"/>
          </a:solidFill>
          <a:ln>
            <a:solidFill>
              <a:schemeClr val="tx1">
                <a:lumMod val="95000"/>
                <a:lumOff val="5000"/>
              </a:schemeClr>
            </a:solidFill>
          </a:ln>
        </p:spPr>
        <p:txBody>
          <a:bodyPr wrap="square" rtlCol="0">
            <a:spAutoFit/>
          </a:bodyPr>
          <a:lstStyle/>
          <a:p>
            <a:r>
              <a:rPr lang="hi-IN" sz="1400" dirty="0"/>
              <a:t>FRSH DPC</a:t>
            </a:r>
          </a:p>
          <a:p>
            <a:r>
              <a:rPr lang="hi-IN" sz="1400" dirty="0"/>
              <a:t>REVIEW DPC</a:t>
            </a:r>
            <a:endParaRPr lang="en-IN" sz="1400" dirty="0"/>
          </a:p>
          <a:p>
            <a:r>
              <a:rPr lang="en-IN" sz="1400" dirty="0"/>
              <a:t>CIRCULATION</a:t>
            </a:r>
            <a:r>
              <a:rPr lang="en-IN" sz="1200" dirty="0"/>
              <a:t>(I</a:t>
            </a:r>
            <a:r>
              <a:rPr lang="hi-IN" sz="1200" dirty="0"/>
              <a:t>.</a:t>
            </a:r>
            <a:r>
              <a:rPr lang="en-IN" sz="1200" dirty="0"/>
              <a:t> PROPERTY)</a:t>
            </a:r>
            <a:r>
              <a:rPr lang="hi-IN" sz="1200" dirty="0"/>
              <a:t> MISSING OR CR &lt;= 4)</a:t>
            </a:r>
            <a:endParaRPr lang="hi-IN" sz="1400" dirty="0"/>
          </a:p>
        </p:txBody>
      </p:sp>
      <p:sp>
        <p:nvSpPr>
          <p:cNvPr id="21" name="TextBox 20">
            <a:extLst>
              <a:ext uri="{FF2B5EF4-FFF2-40B4-BE49-F238E27FC236}">
                <a16:creationId xmlns:a16="http://schemas.microsoft.com/office/drawing/2014/main" id="{840A1027-4A68-A70F-327E-45E0F2985827}"/>
              </a:ext>
            </a:extLst>
          </p:cNvPr>
          <p:cNvSpPr txBox="1"/>
          <p:nvPr/>
        </p:nvSpPr>
        <p:spPr>
          <a:xfrm>
            <a:off x="3742936" y="2941690"/>
            <a:ext cx="3929089" cy="338554"/>
          </a:xfrm>
          <a:prstGeom prst="rect">
            <a:avLst/>
          </a:prstGeom>
          <a:solidFill>
            <a:schemeClr val="accent5">
              <a:lumMod val="75000"/>
            </a:schemeClr>
          </a:solidFill>
        </p:spPr>
        <p:txBody>
          <a:bodyPr wrap="square" rtlCol="0">
            <a:spAutoFit/>
          </a:bodyPr>
          <a:lstStyle/>
          <a:p>
            <a:r>
              <a:rPr lang="en-IN" sz="1600" b="1" dirty="0"/>
              <a:t>REVIEW </a:t>
            </a:r>
            <a:r>
              <a:rPr lang="en-IN" sz="1600" b="1" dirty="0" err="1"/>
              <a:t>DPC</a:t>
            </a:r>
            <a:endParaRPr lang="en-IN" sz="1600" b="1" dirty="0"/>
          </a:p>
        </p:txBody>
      </p:sp>
      <p:sp>
        <p:nvSpPr>
          <p:cNvPr id="22" name="Isosceles Triangle 21">
            <a:extLst>
              <a:ext uri="{FF2B5EF4-FFF2-40B4-BE49-F238E27FC236}">
                <a16:creationId xmlns:a16="http://schemas.microsoft.com/office/drawing/2014/main" id="{722CEDF5-62E3-F545-826F-739D37BE2D2C}"/>
              </a:ext>
            </a:extLst>
          </p:cNvPr>
          <p:cNvSpPr/>
          <p:nvPr/>
        </p:nvSpPr>
        <p:spPr>
          <a:xfrm rot="10800000">
            <a:off x="7045126" y="2982908"/>
            <a:ext cx="500066" cy="21431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22" descr="POINTER.png">
            <a:extLst>
              <a:ext uri="{FF2B5EF4-FFF2-40B4-BE49-F238E27FC236}">
                <a16:creationId xmlns:a16="http://schemas.microsoft.com/office/drawing/2014/main" id="{FF64C040-55E0-53B7-8139-B007B58E94F7}"/>
              </a:ext>
            </a:extLst>
          </p:cNvPr>
          <p:cNvPicPr>
            <a:picLocks noChangeAspect="1"/>
          </p:cNvPicPr>
          <p:nvPr/>
        </p:nvPicPr>
        <p:blipFill>
          <a:blip r:embed="rId3" cstate="print"/>
          <a:stretch>
            <a:fillRect/>
          </a:stretch>
        </p:blipFill>
        <p:spPr>
          <a:xfrm>
            <a:off x="7259440" y="3054346"/>
            <a:ext cx="484023" cy="484023"/>
          </a:xfrm>
          <a:prstGeom prst="rect">
            <a:avLst/>
          </a:prstGeom>
        </p:spPr>
      </p:pic>
      <p:sp>
        <p:nvSpPr>
          <p:cNvPr id="24" name="Content Placeholder 2">
            <a:extLst>
              <a:ext uri="{FF2B5EF4-FFF2-40B4-BE49-F238E27FC236}">
                <a16:creationId xmlns:a16="http://schemas.microsoft.com/office/drawing/2014/main" id="{22BA01F0-FB26-D91B-0DA3-F2AA13DBE30C}"/>
              </a:ext>
            </a:extLst>
          </p:cNvPr>
          <p:cNvSpPr txBox="1">
            <a:spLocks/>
          </p:cNvSpPr>
          <p:nvPr/>
        </p:nvSpPr>
        <p:spPr>
          <a:xfrm>
            <a:off x="3671497" y="837420"/>
            <a:ext cx="6515556" cy="385326"/>
          </a:xfrm>
          <a:prstGeom prst="rect">
            <a:avLst/>
          </a:prstGeom>
        </p:spPr>
        <p:txBody>
          <a:bodyPr vert="horz">
            <a:normAutofit fontScale="92500" lnSpcReduction="20000"/>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a:buNone/>
              <a:tabLst/>
              <a:defRPr/>
            </a:pPr>
            <a:r>
              <a:rPr kumimoji="0" lang="hi-IN" sz="2400" b="1"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REVIEW पदोन्नति प्रस्ताव तिथि -</a:t>
            </a:r>
            <a:r>
              <a:rPr kumimoji="0" lang="hi-IN" sz="24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 </a:t>
            </a:r>
            <a:r>
              <a:rPr kumimoji="0" lang="en-IN" sz="24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 </a:t>
            </a:r>
          </a:p>
          <a:p>
            <a:pPr marL="274320" indent="-274320">
              <a:spcBef>
                <a:spcPts val="600"/>
              </a:spcBef>
              <a:buClr>
                <a:schemeClr val="accent1"/>
              </a:buClr>
              <a:buSzPct val="70000"/>
              <a:defRPr/>
            </a:pPr>
            <a:endParaRPr lang="en-IN" sz="2400" b="1" dirty="0">
              <a:latin typeface="Kokila" panose="020B0604020202020204" pitchFamily="34" charset="0"/>
              <a:cs typeface="Kokila" panose="020B0604020202020204" pitchFamily="34" charset="0"/>
            </a:endParaRPr>
          </a:p>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25" name="TextBox 24">
            <a:extLst>
              <a:ext uri="{FF2B5EF4-FFF2-40B4-BE49-F238E27FC236}">
                <a16:creationId xmlns:a16="http://schemas.microsoft.com/office/drawing/2014/main" id="{4F7B6857-80C3-A915-0A72-796508E27649}"/>
              </a:ext>
            </a:extLst>
          </p:cNvPr>
          <p:cNvSpPr txBox="1"/>
          <p:nvPr/>
        </p:nvSpPr>
        <p:spPr>
          <a:xfrm>
            <a:off x="6814769" y="795216"/>
            <a:ext cx="2214578" cy="369332"/>
          </a:xfrm>
          <a:prstGeom prst="rect">
            <a:avLst/>
          </a:prstGeom>
          <a:noFill/>
        </p:spPr>
        <p:txBody>
          <a:bodyPr wrap="square" rtlCol="0">
            <a:spAutoFit/>
          </a:bodyPr>
          <a:lstStyle/>
          <a:p>
            <a:r>
              <a:rPr lang="en-US" dirty="0">
                <a:latin typeface="Cambria" pitchFamily="18" charset="0"/>
              </a:rPr>
              <a:t>25/06/2026</a:t>
            </a:r>
          </a:p>
        </p:txBody>
      </p:sp>
      <p:sp>
        <p:nvSpPr>
          <p:cNvPr id="26" name="Content Placeholder 2">
            <a:extLst>
              <a:ext uri="{FF2B5EF4-FFF2-40B4-BE49-F238E27FC236}">
                <a16:creationId xmlns:a16="http://schemas.microsoft.com/office/drawing/2014/main" id="{6863BCE3-6FC4-A83F-D629-5B5D2AA4B786}"/>
              </a:ext>
            </a:extLst>
          </p:cNvPr>
          <p:cNvSpPr txBox="1">
            <a:spLocks/>
          </p:cNvSpPr>
          <p:nvPr/>
        </p:nvSpPr>
        <p:spPr>
          <a:xfrm>
            <a:off x="3671497" y="2294316"/>
            <a:ext cx="6515556" cy="385326"/>
          </a:xfrm>
          <a:prstGeom prst="rect">
            <a:avLst/>
          </a:prstGeom>
        </p:spPr>
        <p:txBody>
          <a:bodyPr vert="horz">
            <a:normAutofit/>
          </a:bodyPr>
          <a:lstStyle/>
          <a:p>
            <a:pPr marL="274320" indent="-274320">
              <a:lnSpc>
                <a:spcPct val="80000"/>
              </a:lnSpc>
              <a:spcBef>
                <a:spcPct val="20000"/>
              </a:spcBef>
              <a:buClr>
                <a:schemeClr val="accent3"/>
              </a:buClr>
              <a:buSzPct val="95000"/>
              <a:defRPr/>
            </a:pPr>
            <a:r>
              <a:rPr lang="hi-IN" sz="2200" b="1" dirty="0">
                <a:latin typeface="Kokila" panose="020B0604020202020204" pitchFamily="34" charset="0"/>
                <a:cs typeface="Kokila" panose="020B0604020202020204" pitchFamily="34" charset="0"/>
              </a:rPr>
              <a:t>पद नाम जिससे पदोन्नति हेतु प्रस्ताव प्रस्तुत किया गया था - </a:t>
            </a:r>
            <a:r>
              <a:rPr lang="en-IN" sz="2200" b="1" dirty="0">
                <a:latin typeface="Kokila" panose="020B0604020202020204" pitchFamily="34" charset="0"/>
                <a:cs typeface="Kokila" panose="020B0604020202020204" pitchFamily="34" charset="0"/>
              </a:rPr>
              <a:t> </a:t>
            </a:r>
          </a:p>
          <a:p>
            <a:pPr marL="274320" indent="-274320">
              <a:lnSpc>
                <a:spcPct val="80000"/>
              </a:lnSpc>
              <a:spcBef>
                <a:spcPct val="20000"/>
              </a:spcBef>
              <a:buClr>
                <a:schemeClr val="accent3"/>
              </a:buClr>
              <a:buSzPct val="95000"/>
              <a:defRPr/>
            </a:pPr>
            <a:endParaRPr lang="en-IN" sz="2200" b="1" dirty="0">
              <a:latin typeface="Kokila" panose="020B0604020202020204" pitchFamily="34" charset="0"/>
              <a:cs typeface="Kokila" panose="020B0604020202020204" pitchFamily="34" charset="0"/>
            </a:endParaRP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27" name="TextBox 26">
            <a:extLst>
              <a:ext uri="{FF2B5EF4-FFF2-40B4-BE49-F238E27FC236}">
                <a16:creationId xmlns:a16="http://schemas.microsoft.com/office/drawing/2014/main" id="{EE93C61A-695F-ACD5-C10A-2277EDD6E8A2}"/>
              </a:ext>
            </a:extLst>
          </p:cNvPr>
          <p:cNvSpPr txBox="1"/>
          <p:nvPr/>
        </p:nvSpPr>
        <p:spPr>
          <a:xfrm>
            <a:off x="9044045" y="2438696"/>
            <a:ext cx="2497982" cy="369332"/>
          </a:xfrm>
          <a:prstGeom prst="rect">
            <a:avLst/>
          </a:prstGeom>
          <a:solidFill>
            <a:schemeClr val="accent5">
              <a:lumMod val="75000"/>
            </a:schemeClr>
          </a:solidFill>
        </p:spPr>
        <p:txBody>
          <a:bodyPr wrap="square" rtlCol="0">
            <a:spAutoFit/>
          </a:bodyPr>
          <a:lstStyle/>
          <a:p>
            <a:r>
              <a:rPr lang="en-IN" dirty="0"/>
              <a:t>POST</a:t>
            </a:r>
          </a:p>
        </p:txBody>
      </p:sp>
      <p:sp>
        <p:nvSpPr>
          <p:cNvPr id="28" name="TextBox 27">
            <a:extLst>
              <a:ext uri="{FF2B5EF4-FFF2-40B4-BE49-F238E27FC236}">
                <a16:creationId xmlns:a16="http://schemas.microsoft.com/office/drawing/2014/main" id="{4E3EFE5B-ABD6-D87A-01EB-DD1CCBC4081D}"/>
              </a:ext>
            </a:extLst>
          </p:cNvPr>
          <p:cNvSpPr txBox="1"/>
          <p:nvPr/>
        </p:nvSpPr>
        <p:spPr>
          <a:xfrm>
            <a:off x="9044045" y="2770098"/>
            <a:ext cx="2500330" cy="738664"/>
          </a:xfrm>
          <a:prstGeom prst="rect">
            <a:avLst/>
          </a:prstGeom>
          <a:solidFill>
            <a:schemeClr val="accent1"/>
          </a:solidFill>
          <a:ln>
            <a:solidFill>
              <a:schemeClr val="tx1">
                <a:lumMod val="95000"/>
                <a:lumOff val="5000"/>
              </a:schemeClr>
            </a:solidFill>
          </a:ln>
        </p:spPr>
        <p:txBody>
          <a:bodyPr wrap="square" rtlCol="0">
            <a:spAutoFit/>
          </a:bodyPr>
          <a:lstStyle/>
          <a:p>
            <a:r>
              <a:rPr lang="hi-IN" sz="1400" dirty="0"/>
              <a:t>DEPUTY SECRETARY</a:t>
            </a:r>
          </a:p>
          <a:p>
            <a:r>
              <a:rPr lang="hi-IN" sz="1400" dirty="0"/>
              <a:t>UNDER SECRETARY</a:t>
            </a:r>
          </a:p>
          <a:p>
            <a:r>
              <a:rPr lang="hi-IN" sz="1400" dirty="0"/>
              <a:t>SECTION OFFICER</a:t>
            </a:r>
            <a:endParaRPr lang="en-IN" sz="1400" dirty="0"/>
          </a:p>
        </p:txBody>
      </p:sp>
      <p:sp>
        <p:nvSpPr>
          <p:cNvPr id="29" name="TextBox 28">
            <a:extLst>
              <a:ext uri="{FF2B5EF4-FFF2-40B4-BE49-F238E27FC236}">
                <a16:creationId xmlns:a16="http://schemas.microsoft.com/office/drawing/2014/main" id="{B4CCEAFD-3987-9E92-6933-DC27FC29F21A}"/>
              </a:ext>
            </a:extLst>
          </p:cNvPr>
          <p:cNvSpPr txBox="1"/>
          <p:nvPr/>
        </p:nvSpPr>
        <p:spPr>
          <a:xfrm>
            <a:off x="9044045" y="2412908"/>
            <a:ext cx="2497982" cy="307777"/>
          </a:xfrm>
          <a:prstGeom prst="rect">
            <a:avLst/>
          </a:prstGeom>
          <a:solidFill>
            <a:schemeClr val="accent5">
              <a:lumMod val="75000"/>
            </a:schemeClr>
          </a:solidFill>
        </p:spPr>
        <p:txBody>
          <a:bodyPr wrap="square" rtlCol="0">
            <a:spAutoFit/>
          </a:bodyPr>
          <a:lstStyle/>
          <a:p>
            <a:r>
              <a:rPr lang="hi-IN" sz="1400" b="1" dirty="0"/>
              <a:t>UNDER SECRETARY </a:t>
            </a:r>
            <a:endParaRPr lang="en-IN" sz="1400" b="1" dirty="0"/>
          </a:p>
        </p:txBody>
      </p:sp>
      <p:sp>
        <p:nvSpPr>
          <p:cNvPr id="30" name="Isosceles Triangle 29">
            <a:extLst>
              <a:ext uri="{FF2B5EF4-FFF2-40B4-BE49-F238E27FC236}">
                <a16:creationId xmlns:a16="http://schemas.microsoft.com/office/drawing/2014/main" id="{580599A5-6C62-A887-7958-0E2C4EA30635}"/>
              </a:ext>
            </a:extLst>
          </p:cNvPr>
          <p:cNvSpPr/>
          <p:nvPr/>
        </p:nvSpPr>
        <p:spPr>
          <a:xfrm rot="10800000">
            <a:off x="10972871" y="2484346"/>
            <a:ext cx="500066" cy="21431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POINTER.png">
            <a:extLst>
              <a:ext uri="{FF2B5EF4-FFF2-40B4-BE49-F238E27FC236}">
                <a16:creationId xmlns:a16="http://schemas.microsoft.com/office/drawing/2014/main" id="{903B70E8-E753-AAFC-3C83-5AC300F4F63C}"/>
              </a:ext>
            </a:extLst>
          </p:cNvPr>
          <p:cNvPicPr>
            <a:picLocks noChangeAspect="1"/>
          </p:cNvPicPr>
          <p:nvPr/>
        </p:nvPicPr>
        <p:blipFill>
          <a:blip r:embed="rId3" cstate="print"/>
          <a:stretch>
            <a:fillRect/>
          </a:stretch>
        </p:blipFill>
        <p:spPr>
          <a:xfrm>
            <a:off x="11187185" y="2555784"/>
            <a:ext cx="484023" cy="484023"/>
          </a:xfrm>
          <a:prstGeom prst="rect">
            <a:avLst/>
          </a:prstGeom>
        </p:spPr>
      </p:pic>
      <p:sp>
        <p:nvSpPr>
          <p:cNvPr id="32" name="Content Placeholder 2">
            <a:extLst>
              <a:ext uri="{FF2B5EF4-FFF2-40B4-BE49-F238E27FC236}">
                <a16:creationId xmlns:a16="http://schemas.microsoft.com/office/drawing/2014/main" id="{7F707D8A-2CD6-FB6A-833A-6E2158303E93}"/>
              </a:ext>
            </a:extLst>
          </p:cNvPr>
          <p:cNvSpPr txBox="1">
            <a:spLocks/>
          </p:cNvSpPr>
          <p:nvPr/>
        </p:nvSpPr>
        <p:spPr>
          <a:xfrm>
            <a:off x="3671497" y="1495528"/>
            <a:ext cx="1428760" cy="385326"/>
          </a:xfrm>
          <a:prstGeom prst="rect">
            <a:avLst/>
          </a:prstGeom>
        </p:spPr>
        <p:txBody>
          <a:bodyPr vert="horz">
            <a:normAutofit fontScale="85000" lnSpcReduction="1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hi-IN" sz="2400" b="1" dirty="0">
                <a:latin typeface="Kokila" panose="020B0604020202020204" pitchFamily="34" charset="0"/>
                <a:cs typeface="Kokila" panose="020B0604020202020204" pitchFamily="34" charset="0"/>
              </a:rPr>
              <a:t>वर्ग (CLASS) - </a:t>
            </a:r>
            <a:r>
              <a:rPr lang="en-IN" sz="2400" b="1" dirty="0">
                <a:latin typeface="Kokila" panose="020B0604020202020204" pitchFamily="34" charset="0"/>
                <a:cs typeface="Kokila" panose="020B0604020202020204" pitchFamily="34" charset="0"/>
              </a:rPr>
              <a:t> </a:t>
            </a: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33" name="Content Placeholder 2">
            <a:extLst>
              <a:ext uri="{FF2B5EF4-FFF2-40B4-BE49-F238E27FC236}">
                <a16:creationId xmlns:a16="http://schemas.microsoft.com/office/drawing/2014/main" id="{71985D6B-1CBA-6828-C8F5-2F77B2D658BE}"/>
              </a:ext>
            </a:extLst>
          </p:cNvPr>
          <p:cNvSpPr txBox="1">
            <a:spLocks/>
          </p:cNvSpPr>
          <p:nvPr/>
        </p:nvSpPr>
        <p:spPr>
          <a:xfrm>
            <a:off x="3671497" y="2662820"/>
            <a:ext cx="1428760" cy="385326"/>
          </a:xfrm>
          <a:prstGeom prst="rect">
            <a:avLst/>
          </a:prstGeom>
        </p:spPr>
        <p:txBody>
          <a:bodyPr vert="horz">
            <a:normAutofit fontScale="85000" lnSpcReduction="10000"/>
          </a:bodyPr>
          <a:lstStyle/>
          <a:p>
            <a:pPr marL="274320" marR="0" lvl="0" indent="-274320" fontAlgn="auto">
              <a:lnSpc>
                <a:spcPct val="80000"/>
              </a:lnSpc>
              <a:spcBef>
                <a:spcPct val="20000"/>
              </a:spcBef>
              <a:spcAft>
                <a:spcPts val="0"/>
              </a:spcAft>
              <a:buClr>
                <a:schemeClr val="accent3"/>
              </a:buClr>
              <a:buSzPct val="95000"/>
              <a:buFont typeface="Wingdings 2"/>
              <a:buNone/>
              <a:tabLst/>
              <a:defRPr/>
            </a:pPr>
            <a:r>
              <a:rPr lang="hi-IN" sz="2400" b="1" dirty="0">
                <a:latin typeface="Kokila" panose="020B0604020202020204" pitchFamily="34" charset="0"/>
                <a:cs typeface="Kokila" panose="020B0604020202020204" pitchFamily="34" charset="0"/>
              </a:rPr>
              <a:t>वर्ग (CLASS) - </a:t>
            </a:r>
            <a:r>
              <a:rPr lang="en-IN" sz="2400" b="1" dirty="0">
                <a:latin typeface="Kokila" panose="020B0604020202020204" pitchFamily="34" charset="0"/>
                <a:cs typeface="Kokila" panose="020B0604020202020204" pitchFamily="34" charset="0"/>
              </a:rPr>
              <a:t> </a:t>
            </a:r>
          </a:p>
          <a:p>
            <a:pPr marL="274320" marR="0" lvl="0" indent="-274320" fontAlgn="auto">
              <a:lnSpc>
                <a:spcPct val="80000"/>
              </a:lnSpc>
              <a:spcBef>
                <a:spcPct val="20000"/>
              </a:spcBef>
              <a:spcAft>
                <a:spcPts val="0"/>
              </a:spcAft>
              <a:buClr>
                <a:schemeClr val="accent3"/>
              </a:buClr>
              <a:buSzPct val="95000"/>
              <a:buFont typeface="Wingdings 2"/>
              <a:buNone/>
              <a:tabLst/>
              <a:defRPr/>
            </a:pPr>
            <a:endParaRPr lang="en-IN" sz="2400" b="1" dirty="0">
              <a:latin typeface="Kokila" panose="020B0604020202020204" pitchFamily="34" charset="0"/>
              <a:cs typeface="Kokila" panose="020B0604020202020204" pitchFamily="34" charset="0"/>
            </a:endParaRP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34" name="TextBox 33">
            <a:extLst>
              <a:ext uri="{FF2B5EF4-FFF2-40B4-BE49-F238E27FC236}">
                <a16:creationId xmlns:a16="http://schemas.microsoft.com/office/drawing/2014/main" id="{965ACE07-4176-D71D-9EC6-6729B1C508A0}"/>
              </a:ext>
            </a:extLst>
          </p:cNvPr>
          <p:cNvSpPr txBox="1"/>
          <p:nvPr/>
        </p:nvSpPr>
        <p:spPr>
          <a:xfrm>
            <a:off x="5028819" y="1483386"/>
            <a:ext cx="357190" cy="369332"/>
          </a:xfrm>
          <a:prstGeom prst="rect">
            <a:avLst/>
          </a:prstGeom>
          <a:noFill/>
        </p:spPr>
        <p:txBody>
          <a:bodyPr wrap="square" rtlCol="0">
            <a:spAutoFit/>
          </a:bodyPr>
          <a:lstStyle/>
          <a:p>
            <a:r>
              <a:rPr lang="hi-IN" dirty="0"/>
              <a:t>I</a:t>
            </a:r>
            <a:endParaRPr lang="en-US" dirty="0"/>
          </a:p>
        </p:txBody>
      </p:sp>
      <p:sp>
        <p:nvSpPr>
          <p:cNvPr id="35" name="Oval 34">
            <a:extLst>
              <a:ext uri="{FF2B5EF4-FFF2-40B4-BE49-F238E27FC236}">
                <a16:creationId xmlns:a16="http://schemas.microsoft.com/office/drawing/2014/main" id="{DE49AC44-E9CD-1937-F902-495573101759}"/>
              </a:ext>
            </a:extLst>
          </p:cNvPr>
          <p:cNvSpPr/>
          <p:nvPr/>
        </p:nvSpPr>
        <p:spPr>
          <a:xfrm>
            <a:off x="5314571" y="1554824"/>
            <a:ext cx="214314" cy="214314"/>
          </a:xfrm>
          <a:prstGeom prst="ellipse">
            <a:avLst/>
          </a:prstGeom>
          <a:solidFill>
            <a:schemeClr val="accent6">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1E7605A4-49F3-4634-1D81-F8A0230240AC}"/>
              </a:ext>
            </a:extLst>
          </p:cNvPr>
          <p:cNvSpPr txBox="1"/>
          <p:nvPr/>
        </p:nvSpPr>
        <p:spPr>
          <a:xfrm>
            <a:off x="5671761" y="1495528"/>
            <a:ext cx="357190" cy="369332"/>
          </a:xfrm>
          <a:prstGeom prst="rect">
            <a:avLst/>
          </a:prstGeom>
          <a:noFill/>
        </p:spPr>
        <p:txBody>
          <a:bodyPr wrap="square" rtlCol="0">
            <a:spAutoFit/>
          </a:bodyPr>
          <a:lstStyle/>
          <a:p>
            <a:r>
              <a:rPr lang="hi-IN" dirty="0"/>
              <a:t>II</a:t>
            </a:r>
            <a:endParaRPr lang="en-US" dirty="0"/>
          </a:p>
        </p:txBody>
      </p:sp>
      <p:sp>
        <p:nvSpPr>
          <p:cNvPr id="37" name="Oval 36">
            <a:extLst>
              <a:ext uri="{FF2B5EF4-FFF2-40B4-BE49-F238E27FC236}">
                <a16:creationId xmlns:a16="http://schemas.microsoft.com/office/drawing/2014/main" id="{3D3DF618-4DF0-8375-1747-B1D9757BB662}"/>
              </a:ext>
            </a:extLst>
          </p:cNvPr>
          <p:cNvSpPr/>
          <p:nvPr/>
        </p:nvSpPr>
        <p:spPr>
          <a:xfrm>
            <a:off x="5957513" y="1566966"/>
            <a:ext cx="214314" cy="214314"/>
          </a:xfrm>
          <a:prstGeom prst="ellipse">
            <a:avLst/>
          </a:prstGeom>
          <a:solidFill>
            <a:schemeClr val="accent6">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21CA85DD-7FB5-26E9-6342-FE0D29D1E882}"/>
              </a:ext>
            </a:extLst>
          </p:cNvPr>
          <p:cNvSpPr txBox="1"/>
          <p:nvPr/>
        </p:nvSpPr>
        <p:spPr>
          <a:xfrm>
            <a:off x="6243265" y="1495528"/>
            <a:ext cx="642942" cy="369332"/>
          </a:xfrm>
          <a:prstGeom prst="rect">
            <a:avLst/>
          </a:prstGeom>
          <a:noFill/>
        </p:spPr>
        <p:txBody>
          <a:bodyPr wrap="square" rtlCol="0">
            <a:spAutoFit/>
          </a:bodyPr>
          <a:lstStyle/>
          <a:p>
            <a:r>
              <a:rPr lang="hi-IN" dirty="0"/>
              <a:t>III</a:t>
            </a:r>
            <a:endParaRPr lang="en-US" dirty="0"/>
          </a:p>
        </p:txBody>
      </p:sp>
      <p:sp>
        <p:nvSpPr>
          <p:cNvPr id="39" name="Oval 38">
            <a:extLst>
              <a:ext uri="{FF2B5EF4-FFF2-40B4-BE49-F238E27FC236}">
                <a16:creationId xmlns:a16="http://schemas.microsoft.com/office/drawing/2014/main" id="{963DB9A1-5555-AED2-636C-B5E74740C58A}"/>
              </a:ext>
            </a:extLst>
          </p:cNvPr>
          <p:cNvSpPr/>
          <p:nvPr/>
        </p:nvSpPr>
        <p:spPr>
          <a:xfrm>
            <a:off x="6671893" y="1566966"/>
            <a:ext cx="214314" cy="214314"/>
          </a:xfrm>
          <a:prstGeom prst="ellipse">
            <a:avLst/>
          </a:prstGeom>
          <a:solidFill>
            <a:schemeClr val="accent6">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9C84892D-5F86-E6EA-425F-8C8798A0D256}"/>
              </a:ext>
            </a:extLst>
          </p:cNvPr>
          <p:cNvSpPr txBox="1"/>
          <p:nvPr/>
        </p:nvSpPr>
        <p:spPr>
          <a:xfrm>
            <a:off x="5028819" y="2567098"/>
            <a:ext cx="357190" cy="369332"/>
          </a:xfrm>
          <a:prstGeom prst="rect">
            <a:avLst/>
          </a:prstGeom>
          <a:noFill/>
        </p:spPr>
        <p:txBody>
          <a:bodyPr wrap="square" rtlCol="0">
            <a:spAutoFit/>
          </a:bodyPr>
          <a:lstStyle/>
          <a:p>
            <a:r>
              <a:rPr lang="hi-IN" dirty="0"/>
              <a:t>I</a:t>
            </a:r>
            <a:endParaRPr lang="en-US" dirty="0"/>
          </a:p>
        </p:txBody>
      </p:sp>
      <p:sp>
        <p:nvSpPr>
          <p:cNvPr id="41" name="Oval 40">
            <a:extLst>
              <a:ext uri="{FF2B5EF4-FFF2-40B4-BE49-F238E27FC236}">
                <a16:creationId xmlns:a16="http://schemas.microsoft.com/office/drawing/2014/main" id="{E2649249-5104-1220-5732-6591ABD0E0C9}"/>
              </a:ext>
            </a:extLst>
          </p:cNvPr>
          <p:cNvSpPr/>
          <p:nvPr/>
        </p:nvSpPr>
        <p:spPr>
          <a:xfrm>
            <a:off x="5314571" y="2638536"/>
            <a:ext cx="214314" cy="214314"/>
          </a:xfrm>
          <a:prstGeom prst="ellipse">
            <a:avLst/>
          </a:prstGeom>
          <a:solidFill>
            <a:schemeClr val="accent6">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954ABF3B-AE3F-A40F-3509-53B42A9AE992}"/>
              </a:ext>
            </a:extLst>
          </p:cNvPr>
          <p:cNvSpPr txBox="1"/>
          <p:nvPr/>
        </p:nvSpPr>
        <p:spPr>
          <a:xfrm>
            <a:off x="5671761" y="2579240"/>
            <a:ext cx="357190" cy="369332"/>
          </a:xfrm>
          <a:prstGeom prst="rect">
            <a:avLst/>
          </a:prstGeom>
          <a:noFill/>
        </p:spPr>
        <p:txBody>
          <a:bodyPr wrap="square" rtlCol="0">
            <a:spAutoFit/>
          </a:bodyPr>
          <a:lstStyle/>
          <a:p>
            <a:r>
              <a:rPr lang="hi-IN" dirty="0"/>
              <a:t>II</a:t>
            </a:r>
            <a:endParaRPr lang="en-US" dirty="0"/>
          </a:p>
        </p:txBody>
      </p:sp>
      <p:sp>
        <p:nvSpPr>
          <p:cNvPr id="43" name="Oval 42">
            <a:extLst>
              <a:ext uri="{FF2B5EF4-FFF2-40B4-BE49-F238E27FC236}">
                <a16:creationId xmlns:a16="http://schemas.microsoft.com/office/drawing/2014/main" id="{9941E18D-EF90-10C2-ECB8-AC04CDFBA828}"/>
              </a:ext>
            </a:extLst>
          </p:cNvPr>
          <p:cNvSpPr/>
          <p:nvPr/>
        </p:nvSpPr>
        <p:spPr>
          <a:xfrm>
            <a:off x="5957513" y="2650678"/>
            <a:ext cx="214314" cy="214314"/>
          </a:xfrm>
          <a:prstGeom prst="ellipse">
            <a:avLst/>
          </a:prstGeom>
          <a:solidFill>
            <a:schemeClr val="accent6">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F3AE7752-AD32-E463-07DF-D037BE5AC7C7}"/>
              </a:ext>
            </a:extLst>
          </p:cNvPr>
          <p:cNvSpPr txBox="1"/>
          <p:nvPr/>
        </p:nvSpPr>
        <p:spPr>
          <a:xfrm>
            <a:off x="6243265" y="2579240"/>
            <a:ext cx="642942" cy="369332"/>
          </a:xfrm>
          <a:prstGeom prst="rect">
            <a:avLst/>
          </a:prstGeom>
          <a:noFill/>
        </p:spPr>
        <p:txBody>
          <a:bodyPr wrap="square" rtlCol="0">
            <a:spAutoFit/>
          </a:bodyPr>
          <a:lstStyle/>
          <a:p>
            <a:r>
              <a:rPr lang="hi-IN" dirty="0"/>
              <a:t>III</a:t>
            </a:r>
            <a:endParaRPr lang="en-US" dirty="0"/>
          </a:p>
        </p:txBody>
      </p:sp>
      <p:sp>
        <p:nvSpPr>
          <p:cNvPr id="45" name="Oval 44">
            <a:extLst>
              <a:ext uri="{FF2B5EF4-FFF2-40B4-BE49-F238E27FC236}">
                <a16:creationId xmlns:a16="http://schemas.microsoft.com/office/drawing/2014/main" id="{091C565C-71F9-DED7-1CD2-94E293B21DC0}"/>
              </a:ext>
            </a:extLst>
          </p:cNvPr>
          <p:cNvSpPr/>
          <p:nvPr/>
        </p:nvSpPr>
        <p:spPr>
          <a:xfrm>
            <a:off x="6671893" y="2650678"/>
            <a:ext cx="214314" cy="214314"/>
          </a:xfrm>
          <a:prstGeom prst="ellipse">
            <a:avLst/>
          </a:prstGeom>
          <a:solidFill>
            <a:schemeClr val="accent6">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E95E8033-8F19-B96C-C09C-EE65C300A7A8}"/>
              </a:ext>
            </a:extLst>
          </p:cNvPr>
          <p:cNvSpPr txBox="1"/>
          <p:nvPr/>
        </p:nvSpPr>
        <p:spPr>
          <a:xfrm>
            <a:off x="9972739" y="3580200"/>
            <a:ext cx="1643074" cy="369332"/>
          </a:xfrm>
          <a:prstGeom prst="rect">
            <a:avLst/>
          </a:prstGeom>
          <a:noFill/>
        </p:spPr>
        <p:txBody>
          <a:bodyPr wrap="square" rtlCol="0">
            <a:spAutoFit/>
          </a:bodyPr>
          <a:lstStyle/>
          <a:p>
            <a:r>
              <a:rPr lang="hi-IN" dirty="0"/>
              <a:t>30/03/2026 </a:t>
            </a:r>
            <a:endParaRPr lang="en-US" dirty="0"/>
          </a:p>
        </p:txBody>
      </p:sp>
      <p:sp>
        <p:nvSpPr>
          <p:cNvPr id="47" name="TextBox 46">
            <a:extLst>
              <a:ext uri="{FF2B5EF4-FFF2-40B4-BE49-F238E27FC236}">
                <a16:creationId xmlns:a16="http://schemas.microsoft.com/office/drawing/2014/main" id="{A18F5B2D-B005-5A4F-06FE-340290EE8FE8}"/>
              </a:ext>
            </a:extLst>
          </p:cNvPr>
          <p:cNvSpPr txBox="1"/>
          <p:nvPr/>
        </p:nvSpPr>
        <p:spPr>
          <a:xfrm>
            <a:off x="9045390" y="4010332"/>
            <a:ext cx="2497982" cy="369332"/>
          </a:xfrm>
          <a:prstGeom prst="rect">
            <a:avLst/>
          </a:prstGeom>
          <a:solidFill>
            <a:schemeClr val="accent5">
              <a:lumMod val="75000"/>
            </a:schemeClr>
          </a:solidFill>
        </p:spPr>
        <p:txBody>
          <a:bodyPr wrap="square" rtlCol="0">
            <a:spAutoFit/>
          </a:bodyPr>
          <a:lstStyle/>
          <a:p>
            <a:r>
              <a:rPr lang="hi-IN" dirty="0"/>
              <a:t>DPC ID </a:t>
            </a:r>
            <a:endParaRPr lang="en-IN" dirty="0"/>
          </a:p>
        </p:txBody>
      </p:sp>
      <p:sp>
        <p:nvSpPr>
          <p:cNvPr id="48" name="TextBox 47">
            <a:extLst>
              <a:ext uri="{FF2B5EF4-FFF2-40B4-BE49-F238E27FC236}">
                <a16:creationId xmlns:a16="http://schemas.microsoft.com/office/drawing/2014/main" id="{29FC3656-E36F-43CB-3EEF-6D2F03A9189D}"/>
              </a:ext>
            </a:extLst>
          </p:cNvPr>
          <p:cNvSpPr txBox="1"/>
          <p:nvPr/>
        </p:nvSpPr>
        <p:spPr>
          <a:xfrm>
            <a:off x="9045390" y="4341734"/>
            <a:ext cx="2500330" cy="738664"/>
          </a:xfrm>
          <a:prstGeom prst="rect">
            <a:avLst/>
          </a:prstGeom>
          <a:solidFill>
            <a:schemeClr val="accent1"/>
          </a:solidFill>
          <a:ln>
            <a:solidFill>
              <a:schemeClr val="tx1">
                <a:lumMod val="95000"/>
                <a:lumOff val="5000"/>
              </a:schemeClr>
            </a:solidFill>
          </a:ln>
        </p:spPr>
        <p:txBody>
          <a:bodyPr wrap="square" rtlCol="0">
            <a:spAutoFit/>
          </a:bodyPr>
          <a:lstStyle/>
          <a:p>
            <a:r>
              <a:rPr lang="en-IN" sz="1400" dirty="0"/>
              <a:t>HE</a:t>
            </a:r>
            <a:r>
              <a:rPr lang="hi-IN" sz="1400" dirty="0"/>
              <a:t>201700000 </a:t>
            </a:r>
          </a:p>
          <a:p>
            <a:r>
              <a:rPr lang="en-IN" sz="1400" dirty="0"/>
              <a:t>HE</a:t>
            </a:r>
            <a:r>
              <a:rPr lang="hi-IN" sz="1400" dirty="0"/>
              <a:t>201711111</a:t>
            </a:r>
          </a:p>
          <a:p>
            <a:r>
              <a:rPr lang="en-IN" sz="1400" dirty="0"/>
              <a:t>HE</a:t>
            </a:r>
            <a:r>
              <a:rPr lang="hi-IN" sz="1400" dirty="0"/>
              <a:t>201722222 </a:t>
            </a:r>
          </a:p>
        </p:txBody>
      </p:sp>
      <p:sp>
        <p:nvSpPr>
          <p:cNvPr id="49" name="TextBox 48">
            <a:extLst>
              <a:ext uri="{FF2B5EF4-FFF2-40B4-BE49-F238E27FC236}">
                <a16:creationId xmlns:a16="http://schemas.microsoft.com/office/drawing/2014/main" id="{158F9373-05BF-C7AF-F22B-09568DD47E63}"/>
              </a:ext>
            </a:extLst>
          </p:cNvPr>
          <p:cNvSpPr txBox="1"/>
          <p:nvPr/>
        </p:nvSpPr>
        <p:spPr>
          <a:xfrm>
            <a:off x="9067447" y="3997244"/>
            <a:ext cx="2497982" cy="338554"/>
          </a:xfrm>
          <a:prstGeom prst="rect">
            <a:avLst/>
          </a:prstGeom>
          <a:solidFill>
            <a:schemeClr val="accent5">
              <a:lumMod val="75000"/>
            </a:schemeClr>
          </a:solidFill>
        </p:spPr>
        <p:txBody>
          <a:bodyPr wrap="square" rtlCol="0">
            <a:spAutoFit/>
          </a:bodyPr>
          <a:lstStyle/>
          <a:p>
            <a:r>
              <a:rPr lang="en-IN" sz="1600" b="1" dirty="0"/>
              <a:t>HE</a:t>
            </a:r>
            <a:r>
              <a:rPr lang="hi-IN" sz="1600" b="1" dirty="0"/>
              <a:t>201711111</a:t>
            </a:r>
            <a:endParaRPr lang="en-IN" sz="1600" b="1" dirty="0"/>
          </a:p>
        </p:txBody>
      </p:sp>
      <p:sp>
        <p:nvSpPr>
          <p:cNvPr id="50" name="Isosceles Triangle 49">
            <a:extLst>
              <a:ext uri="{FF2B5EF4-FFF2-40B4-BE49-F238E27FC236}">
                <a16:creationId xmlns:a16="http://schemas.microsoft.com/office/drawing/2014/main" id="{2E931A28-4C9E-65CB-4BBD-DC4FD8DB3D94}"/>
              </a:ext>
            </a:extLst>
          </p:cNvPr>
          <p:cNvSpPr/>
          <p:nvPr/>
        </p:nvSpPr>
        <p:spPr>
          <a:xfrm rot="10800000">
            <a:off x="10974216" y="4055982"/>
            <a:ext cx="500066" cy="21431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1" name="Picture 50" descr="POINTER.png">
            <a:extLst>
              <a:ext uri="{FF2B5EF4-FFF2-40B4-BE49-F238E27FC236}">
                <a16:creationId xmlns:a16="http://schemas.microsoft.com/office/drawing/2014/main" id="{F2D39D8F-F451-DB96-69EC-2CEC0C35B8ED}"/>
              </a:ext>
            </a:extLst>
          </p:cNvPr>
          <p:cNvPicPr>
            <a:picLocks noChangeAspect="1"/>
          </p:cNvPicPr>
          <p:nvPr/>
        </p:nvPicPr>
        <p:blipFill>
          <a:blip r:embed="rId3" cstate="print"/>
          <a:stretch>
            <a:fillRect/>
          </a:stretch>
        </p:blipFill>
        <p:spPr>
          <a:xfrm>
            <a:off x="11188530" y="4127420"/>
            <a:ext cx="484023" cy="484023"/>
          </a:xfrm>
          <a:prstGeom prst="rect">
            <a:avLst/>
          </a:prstGeom>
        </p:spPr>
      </p:pic>
      <p:sp>
        <p:nvSpPr>
          <p:cNvPr id="52" name="TextBox 51">
            <a:extLst>
              <a:ext uri="{FF2B5EF4-FFF2-40B4-BE49-F238E27FC236}">
                <a16:creationId xmlns:a16="http://schemas.microsoft.com/office/drawing/2014/main" id="{BEC69734-5479-16C6-B071-249323086252}"/>
              </a:ext>
            </a:extLst>
          </p:cNvPr>
          <p:cNvSpPr txBox="1"/>
          <p:nvPr/>
        </p:nvSpPr>
        <p:spPr>
          <a:xfrm>
            <a:off x="7886339" y="3937390"/>
            <a:ext cx="1143008" cy="430887"/>
          </a:xfrm>
          <a:prstGeom prst="rect">
            <a:avLst/>
          </a:prstGeom>
          <a:noFill/>
        </p:spPr>
        <p:txBody>
          <a:bodyPr wrap="square" rtlCol="0">
            <a:spAutoFit/>
          </a:bodyPr>
          <a:lstStyle/>
          <a:p>
            <a:r>
              <a:rPr lang="hi-IN" sz="2200" b="1" dirty="0">
                <a:latin typeface="Kokila" panose="020B0604020202020204" pitchFamily="34" charset="0"/>
                <a:cs typeface="Kokila" panose="020B0604020202020204" pitchFamily="34" charset="0"/>
              </a:rPr>
              <a:t>DPC ID -</a:t>
            </a:r>
            <a:endParaRPr lang="en-US" sz="2200" b="1" dirty="0">
              <a:latin typeface="Kokila" panose="020B0604020202020204" pitchFamily="34" charset="0"/>
              <a:cs typeface="Kokila" panose="020B0604020202020204" pitchFamily="34" charset="0"/>
            </a:endParaRPr>
          </a:p>
        </p:txBody>
      </p:sp>
      <p:sp>
        <p:nvSpPr>
          <p:cNvPr id="53" name="TextBox 52">
            <a:extLst>
              <a:ext uri="{FF2B5EF4-FFF2-40B4-BE49-F238E27FC236}">
                <a16:creationId xmlns:a16="http://schemas.microsoft.com/office/drawing/2014/main" id="{685FCE40-BBF8-8EA8-0CC3-E1F63E9D6F0D}"/>
              </a:ext>
            </a:extLst>
          </p:cNvPr>
          <p:cNvSpPr txBox="1"/>
          <p:nvPr/>
        </p:nvSpPr>
        <p:spPr>
          <a:xfrm>
            <a:off x="3742935" y="4152833"/>
            <a:ext cx="3929090" cy="369332"/>
          </a:xfrm>
          <a:prstGeom prst="rect">
            <a:avLst/>
          </a:prstGeom>
          <a:solidFill>
            <a:schemeClr val="accent5">
              <a:lumMod val="75000"/>
            </a:schemeClr>
          </a:solidFill>
        </p:spPr>
        <p:txBody>
          <a:bodyPr wrap="square" rtlCol="0">
            <a:spAutoFit/>
          </a:bodyPr>
          <a:lstStyle/>
          <a:p>
            <a:r>
              <a:rPr lang="hi-IN" dirty="0"/>
              <a:t>REASON FOR REVIEW </a:t>
            </a:r>
            <a:r>
              <a:rPr lang="en-IN" dirty="0"/>
              <a:t> DPC</a:t>
            </a:r>
          </a:p>
        </p:txBody>
      </p:sp>
      <p:sp>
        <p:nvSpPr>
          <p:cNvPr id="54" name="TextBox 53">
            <a:extLst>
              <a:ext uri="{FF2B5EF4-FFF2-40B4-BE49-F238E27FC236}">
                <a16:creationId xmlns:a16="http://schemas.microsoft.com/office/drawing/2014/main" id="{DFBC05DF-0222-CEBD-AC05-9E9F9343A0AF}"/>
              </a:ext>
            </a:extLst>
          </p:cNvPr>
          <p:cNvSpPr txBox="1"/>
          <p:nvPr/>
        </p:nvSpPr>
        <p:spPr>
          <a:xfrm>
            <a:off x="3742935" y="4484235"/>
            <a:ext cx="3929090" cy="1384995"/>
          </a:xfrm>
          <a:prstGeom prst="rect">
            <a:avLst/>
          </a:prstGeom>
          <a:solidFill>
            <a:schemeClr val="accent1"/>
          </a:solidFill>
          <a:ln>
            <a:solidFill>
              <a:schemeClr val="tx1">
                <a:lumMod val="95000"/>
                <a:lumOff val="5000"/>
              </a:schemeClr>
            </a:solidFill>
          </a:ln>
        </p:spPr>
        <p:txBody>
          <a:bodyPr wrap="square" rtlCol="0">
            <a:spAutoFit/>
          </a:bodyPr>
          <a:lstStyle/>
          <a:p>
            <a:r>
              <a:rPr lang="hi-IN" sz="1400" dirty="0"/>
              <a:t>वरिष्ठता सूचि में नाम न जोड़े जाने सम्बन्धी त्रुटी </a:t>
            </a:r>
          </a:p>
          <a:p>
            <a:r>
              <a:rPr lang="hi-IN" sz="1400" dirty="0"/>
              <a:t>वरिष्ठता सूचि में क्रम सम्बन्धी त्रुटी </a:t>
            </a:r>
          </a:p>
          <a:p>
            <a:r>
              <a:rPr lang="hi-IN" sz="1400" dirty="0"/>
              <a:t>रोस्टर बिंदु सम्बन्धी त्रुटी </a:t>
            </a:r>
          </a:p>
          <a:p>
            <a:r>
              <a:rPr lang="hi-IN" sz="1400" dirty="0"/>
              <a:t>CR की त्रुटिपूर्ण प्रविष्ठी </a:t>
            </a:r>
          </a:p>
          <a:p>
            <a:r>
              <a:rPr lang="hi-IN" sz="1400" dirty="0"/>
              <a:t>आरक्षण नियम सम्बन्धी त्रुटी </a:t>
            </a:r>
          </a:p>
          <a:p>
            <a:r>
              <a:rPr lang="hi-IN" sz="1400" dirty="0"/>
              <a:t>ट्राइबल क्षेत्र में सेवा की गणना सम्बन्धी त्रुटी </a:t>
            </a:r>
          </a:p>
        </p:txBody>
      </p:sp>
      <p:sp>
        <p:nvSpPr>
          <p:cNvPr id="55" name="TextBox 54">
            <a:extLst>
              <a:ext uri="{FF2B5EF4-FFF2-40B4-BE49-F238E27FC236}">
                <a16:creationId xmlns:a16="http://schemas.microsoft.com/office/drawing/2014/main" id="{F97A972B-7533-21A4-7D3A-1CCFAAA37817}"/>
              </a:ext>
            </a:extLst>
          </p:cNvPr>
          <p:cNvSpPr txBox="1"/>
          <p:nvPr/>
        </p:nvSpPr>
        <p:spPr>
          <a:xfrm>
            <a:off x="3742936" y="4151329"/>
            <a:ext cx="3929089" cy="307777"/>
          </a:xfrm>
          <a:prstGeom prst="rect">
            <a:avLst/>
          </a:prstGeom>
          <a:solidFill>
            <a:schemeClr val="accent5">
              <a:lumMod val="75000"/>
            </a:schemeClr>
          </a:solidFill>
        </p:spPr>
        <p:txBody>
          <a:bodyPr wrap="square" rtlCol="0">
            <a:spAutoFit/>
          </a:bodyPr>
          <a:lstStyle/>
          <a:p>
            <a:r>
              <a:rPr lang="hi-IN" sz="1400" dirty="0"/>
              <a:t>ट्राइबल क्षेत्र में सेवा की गणना सम्बन्धी त्रुटी </a:t>
            </a:r>
          </a:p>
        </p:txBody>
      </p:sp>
      <p:sp>
        <p:nvSpPr>
          <p:cNvPr id="56" name="Isosceles Triangle 55">
            <a:extLst>
              <a:ext uri="{FF2B5EF4-FFF2-40B4-BE49-F238E27FC236}">
                <a16:creationId xmlns:a16="http://schemas.microsoft.com/office/drawing/2014/main" id="{E4DEC198-3A48-AFBE-EA9A-45E68BF4BDC9}"/>
              </a:ext>
            </a:extLst>
          </p:cNvPr>
          <p:cNvSpPr/>
          <p:nvPr/>
        </p:nvSpPr>
        <p:spPr>
          <a:xfrm rot="10800000">
            <a:off x="7045126" y="4198483"/>
            <a:ext cx="500066" cy="21431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7" name="Picture 56" descr="POINTER.png">
            <a:extLst>
              <a:ext uri="{FF2B5EF4-FFF2-40B4-BE49-F238E27FC236}">
                <a16:creationId xmlns:a16="http://schemas.microsoft.com/office/drawing/2014/main" id="{B45D3206-1873-6406-10A0-EF103D48344A}"/>
              </a:ext>
            </a:extLst>
          </p:cNvPr>
          <p:cNvPicPr>
            <a:picLocks noChangeAspect="1"/>
          </p:cNvPicPr>
          <p:nvPr/>
        </p:nvPicPr>
        <p:blipFill>
          <a:blip r:embed="rId3" cstate="print"/>
          <a:stretch>
            <a:fillRect/>
          </a:stretch>
        </p:blipFill>
        <p:spPr>
          <a:xfrm>
            <a:off x="7259440" y="4269921"/>
            <a:ext cx="484023" cy="484023"/>
          </a:xfrm>
          <a:prstGeom prst="rect">
            <a:avLst/>
          </a:prstGeom>
        </p:spPr>
      </p:pic>
    </p:spTree>
    <p:extLst>
      <p:ext uri="{BB962C8B-B14F-4D97-AF65-F5344CB8AC3E}">
        <p14:creationId xmlns:p14="http://schemas.microsoft.com/office/powerpoint/2010/main" val="61042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6" presetClass="emph" presetSubtype="0" fill="hold" grpId="0" nodeType="afterEffect">
                                  <p:stCondLst>
                                    <p:cond delay="0"/>
                                  </p:stCondLst>
                                  <p:childTnLst>
                                    <p:animEffect transition="out" filter="fade">
                                      <p:cBhvr>
                                        <p:cTn id="11" dur="500" tmFilter="0, 0; .2, .5; .8, .5; 1, 0"/>
                                        <p:tgtEl>
                                          <p:spTgt spid="16"/>
                                        </p:tgtEl>
                                      </p:cBhvr>
                                    </p:animEffect>
                                    <p:animScale>
                                      <p:cBhvr>
                                        <p:cTn id="12" dur="250" autoRev="1" fill="hold"/>
                                        <p:tgtEl>
                                          <p:spTgt spid="16"/>
                                        </p:tgtEl>
                                      </p:cBhvr>
                                      <p:by x="105000" y="105000"/>
                                    </p:animScale>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up)">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nodeType="clickEffect">
                                  <p:stCondLst>
                                    <p:cond delay="0"/>
                                  </p:stCondLst>
                                  <p:childTnLst>
                                    <p:animMotion origin="layout" path="M 2.08333E-6 7.40741E-7 C -0.03607 0.025 -0.07188 0.05069 -0.09531 0.05903 C -0.11875 0.06782 -0.13399 0.05162 -0.14154 0.04954 " pathEditMode="relative" rAng="0" ptsTypes="AAA">
                                      <p:cBhvr>
                                        <p:cTn id="20" dur="2000" fill="hold"/>
                                        <p:tgtEl>
                                          <p:spTgt spid="17"/>
                                        </p:tgtEl>
                                        <p:attrNameLst>
                                          <p:attrName>ppt_x</p:attrName>
                                          <p:attrName>ppt_y</p:attrName>
                                        </p:attrNameLst>
                                      </p:cBhvr>
                                      <p:rCtr x="-7083" y="3079"/>
                                    </p:animMotion>
                                  </p:childTnLst>
                                </p:cTn>
                              </p:par>
                            </p:childTnLst>
                          </p:cTn>
                        </p:par>
                        <p:par>
                          <p:cTn id="21" fill="hold">
                            <p:stCondLst>
                              <p:cond delay="2000"/>
                            </p:stCondLst>
                            <p:childTnLst>
                              <p:par>
                                <p:cTn id="22" presetID="22" presetClass="exit" presetSubtype="4" fill="hold" grpId="1" nodeType="afterEffect">
                                  <p:stCondLst>
                                    <p:cond delay="0"/>
                                  </p:stCondLst>
                                  <p:childTnLst>
                                    <p:animEffect transition="out" filter="wipe(down)">
                                      <p:cBhvr>
                                        <p:cTn id="23" dur="500"/>
                                        <p:tgtEl>
                                          <p:spTgt spid="14"/>
                                        </p:tgtEl>
                                      </p:cBhvr>
                                    </p:animEffect>
                                    <p:set>
                                      <p:cBhvr>
                                        <p:cTn id="24" dur="1" fill="hold">
                                          <p:stCondLst>
                                            <p:cond delay="499"/>
                                          </p:stCondLst>
                                        </p:cTn>
                                        <p:tgtEl>
                                          <p:spTgt spid="14"/>
                                        </p:tgtEl>
                                        <p:attrNameLst>
                                          <p:attrName>style.visibility</p:attrName>
                                        </p:attrNameLst>
                                      </p:cBhvr>
                                      <p:to>
                                        <p:strVal val="hidden"/>
                                      </p:to>
                                    </p:set>
                                  </p:childTnLst>
                                </p:cTn>
                              </p:par>
                            </p:childTnLst>
                          </p:cTn>
                        </p:par>
                        <p:par>
                          <p:cTn id="25" fill="hold">
                            <p:stCondLst>
                              <p:cond delay="2500"/>
                            </p:stCondLst>
                            <p:childTnLst>
                              <p:par>
                                <p:cTn id="26" presetID="22" presetClass="entr" presetSubtype="4"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down)">
                                      <p:cBhvr>
                                        <p:cTn id="28" dur="500"/>
                                        <p:tgtEl>
                                          <p:spTgt spid="15"/>
                                        </p:tgtEl>
                                      </p:cBhvr>
                                    </p:animEffect>
                                  </p:childTnLst>
                                </p:cTn>
                              </p:par>
                              <p:par>
                                <p:cTn id="29" presetID="9" presetClass="exit" presetSubtype="0" fill="hold" nodeType="withEffect">
                                  <p:stCondLst>
                                    <p:cond delay="0"/>
                                  </p:stCondLst>
                                  <p:childTnLst>
                                    <p:animEffect transition="out" filter="dissolve">
                                      <p:cBhvr>
                                        <p:cTn id="30" dur="500"/>
                                        <p:tgtEl>
                                          <p:spTgt spid="17"/>
                                        </p:tgtEl>
                                      </p:cBhvr>
                                    </p:animEffect>
                                    <p:set>
                                      <p:cBhvr>
                                        <p:cTn id="31" dur="1" fill="hold">
                                          <p:stCondLst>
                                            <p:cond delay="499"/>
                                          </p:stCondLst>
                                        </p:cTn>
                                        <p:tgtEl>
                                          <p:spTgt spid="1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mph" presetSubtype="2" fill="hold" nodeType="clickEffect">
                                  <p:stCondLst>
                                    <p:cond delay="0"/>
                                  </p:stCondLst>
                                  <p:childTnLst>
                                    <p:animClr clrSpc="rgb" dir="cw">
                                      <p:cBhvr>
                                        <p:cTn id="35" dur="1000" fill="hold"/>
                                        <p:tgtEl>
                                          <p:spTgt spid="35"/>
                                        </p:tgtEl>
                                        <p:attrNameLst>
                                          <p:attrName>fillcolor</p:attrName>
                                        </p:attrNameLst>
                                      </p:cBhvr>
                                      <p:to>
                                        <a:srgbClr val="43EB77"/>
                                      </p:to>
                                    </p:animClr>
                                    <p:set>
                                      <p:cBhvr>
                                        <p:cTn id="36" dur="1000" fill="hold"/>
                                        <p:tgtEl>
                                          <p:spTgt spid="35"/>
                                        </p:tgtEl>
                                        <p:attrNameLst>
                                          <p:attrName>fill.type</p:attrName>
                                        </p:attrNameLst>
                                      </p:cBhvr>
                                      <p:to>
                                        <p:strVal val="solid"/>
                                      </p:to>
                                    </p:set>
                                    <p:set>
                                      <p:cBhvr>
                                        <p:cTn id="37" dur="1000" fill="hold"/>
                                        <p:tgtEl>
                                          <p:spTgt spid="35"/>
                                        </p:tgtEl>
                                        <p:attrNameLst>
                                          <p:attrName>fill.on</p:attrName>
                                        </p:attrNameLst>
                                      </p:cBhvr>
                                      <p:to>
                                        <p:strVal val="true"/>
                                      </p:to>
                                    </p:set>
                                  </p:childTnLst>
                                </p:cTn>
                              </p:par>
                            </p:childTnLst>
                          </p:cTn>
                        </p:par>
                      </p:childTnLst>
                    </p:cTn>
                  </p:par>
                  <p:par>
                    <p:cTn id="38" fill="hold">
                      <p:stCondLst>
                        <p:cond delay="indefinite"/>
                      </p:stCondLst>
                      <p:childTnLst>
                        <p:par>
                          <p:cTn id="39" fill="hold">
                            <p:stCondLst>
                              <p:cond delay="0"/>
                            </p:stCondLst>
                            <p:childTnLst>
                              <p:par>
                                <p:cTn id="40" presetID="2" presetClass="entr" presetSubtype="12"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 calcmode="lin" valueType="num">
                                      <p:cBhvr additive="base">
                                        <p:cTn id="42" dur="500" fill="hold"/>
                                        <p:tgtEl>
                                          <p:spTgt spid="31"/>
                                        </p:tgtEl>
                                        <p:attrNameLst>
                                          <p:attrName>ppt_x</p:attrName>
                                        </p:attrNameLst>
                                      </p:cBhvr>
                                      <p:tavLst>
                                        <p:tav tm="0">
                                          <p:val>
                                            <p:strVal val="0-#ppt_w/2"/>
                                          </p:val>
                                        </p:tav>
                                        <p:tav tm="100000">
                                          <p:val>
                                            <p:strVal val="#ppt_x"/>
                                          </p:val>
                                        </p:tav>
                                      </p:tavLst>
                                    </p:anim>
                                    <p:anim calcmode="lin" valueType="num">
                                      <p:cBhvr additive="base">
                                        <p:cTn id="43" dur="500" fill="hold"/>
                                        <p:tgtEl>
                                          <p:spTgt spid="31"/>
                                        </p:tgtEl>
                                        <p:attrNameLst>
                                          <p:attrName>ppt_y</p:attrName>
                                        </p:attrNameLst>
                                      </p:cBhvr>
                                      <p:tavLst>
                                        <p:tav tm="0">
                                          <p:val>
                                            <p:strVal val="1+#ppt_h/2"/>
                                          </p:val>
                                        </p:tav>
                                        <p:tav tm="100000">
                                          <p:val>
                                            <p:strVal val="#ppt_y"/>
                                          </p:val>
                                        </p:tav>
                                      </p:tavLst>
                                    </p:anim>
                                  </p:childTnLst>
                                </p:cTn>
                              </p:par>
                            </p:childTnLst>
                          </p:cTn>
                        </p:par>
                        <p:par>
                          <p:cTn id="44" fill="hold">
                            <p:stCondLst>
                              <p:cond delay="500"/>
                            </p:stCondLst>
                            <p:childTnLst>
                              <p:par>
                                <p:cTn id="45" presetID="26" presetClass="emph" presetSubtype="0" fill="hold" grpId="0" nodeType="afterEffect">
                                  <p:stCondLst>
                                    <p:cond delay="0"/>
                                  </p:stCondLst>
                                  <p:childTnLst>
                                    <p:animEffect transition="out" filter="fade">
                                      <p:cBhvr>
                                        <p:cTn id="46" dur="500" tmFilter="0, 0; .2, .5; .8, .5; 1, 0"/>
                                        <p:tgtEl>
                                          <p:spTgt spid="30"/>
                                        </p:tgtEl>
                                      </p:cBhvr>
                                    </p:animEffect>
                                    <p:animScale>
                                      <p:cBhvr>
                                        <p:cTn id="47" dur="250" autoRev="1" fill="hold"/>
                                        <p:tgtEl>
                                          <p:spTgt spid="30"/>
                                        </p:tgtEl>
                                      </p:cBhvr>
                                      <p:by x="105000" y="105000"/>
                                    </p:animScale>
                                  </p:childTnLst>
                                </p:cTn>
                              </p:par>
                            </p:childTnLst>
                          </p:cTn>
                        </p:par>
                        <p:par>
                          <p:cTn id="48" fill="hold">
                            <p:stCondLst>
                              <p:cond delay="1000"/>
                            </p:stCondLst>
                            <p:childTnLst>
                              <p:par>
                                <p:cTn id="49" presetID="22" presetClass="entr" presetSubtype="1" fill="hold" grpId="0" nodeType="after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up)">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0" presetClass="path" presetSubtype="0" accel="50000" decel="50000" fill="hold" nodeType="clickEffect">
                                  <p:stCondLst>
                                    <p:cond delay="0"/>
                                  </p:stCondLst>
                                  <p:childTnLst>
                                    <p:animMotion origin="layout" path="M 2.08333E-7 0.04722 C -0.03607 0.07222 -0.07188 0.09792 -0.09531 0.10625 C -0.11875 0.11505 -0.13398 0.09884 -0.14154 0.09676 " pathEditMode="relative" rAng="0" ptsTypes="AAA">
                                      <p:cBhvr>
                                        <p:cTn id="55" dur="2000" fill="hold"/>
                                        <p:tgtEl>
                                          <p:spTgt spid="31"/>
                                        </p:tgtEl>
                                        <p:attrNameLst>
                                          <p:attrName>ppt_x</p:attrName>
                                          <p:attrName>ppt_y</p:attrName>
                                        </p:attrNameLst>
                                      </p:cBhvr>
                                      <p:rCtr x="-7083" y="3079"/>
                                    </p:animMotion>
                                  </p:childTnLst>
                                </p:cTn>
                              </p:par>
                            </p:childTnLst>
                          </p:cTn>
                        </p:par>
                        <p:par>
                          <p:cTn id="56" fill="hold">
                            <p:stCondLst>
                              <p:cond delay="2000"/>
                            </p:stCondLst>
                            <p:childTnLst>
                              <p:par>
                                <p:cTn id="57" presetID="22" presetClass="exit" presetSubtype="4" fill="hold" grpId="1" nodeType="afterEffect">
                                  <p:stCondLst>
                                    <p:cond delay="0"/>
                                  </p:stCondLst>
                                  <p:childTnLst>
                                    <p:animEffect transition="out" filter="wipe(down)">
                                      <p:cBhvr>
                                        <p:cTn id="58" dur="500"/>
                                        <p:tgtEl>
                                          <p:spTgt spid="28"/>
                                        </p:tgtEl>
                                      </p:cBhvr>
                                    </p:animEffect>
                                    <p:set>
                                      <p:cBhvr>
                                        <p:cTn id="59" dur="1" fill="hold">
                                          <p:stCondLst>
                                            <p:cond delay="499"/>
                                          </p:stCondLst>
                                        </p:cTn>
                                        <p:tgtEl>
                                          <p:spTgt spid="28"/>
                                        </p:tgtEl>
                                        <p:attrNameLst>
                                          <p:attrName>style.visibility</p:attrName>
                                        </p:attrNameLst>
                                      </p:cBhvr>
                                      <p:to>
                                        <p:strVal val="hidden"/>
                                      </p:to>
                                    </p:set>
                                  </p:childTnLst>
                                </p:cTn>
                              </p:par>
                            </p:childTnLst>
                          </p:cTn>
                        </p:par>
                        <p:par>
                          <p:cTn id="60" fill="hold">
                            <p:stCondLst>
                              <p:cond delay="2500"/>
                            </p:stCondLst>
                            <p:childTnLst>
                              <p:par>
                                <p:cTn id="61" presetID="22" presetClass="entr" presetSubtype="4" fill="hold" grpId="0" nodeType="after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wipe(down)">
                                      <p:cBhvr>
                                        <p:cTn id="63" dur="500"/>
                                        <p:tgtEl>
                                          <p:spTgt spid="29"/>
                                        </p:tgtEl>
                                      </p:cBhvr>
                                    </p:animEffect>
                                  </p:childTnLst>
                                </p:cTn>
                              </p:par>
                              <p:par>
                                <p:cTn id="64" presetID="9" presetClass="exit" presetSubtype="0" fill="hold" nodeType="withEffect">
                                  <p:stCondLst>
                                    <p:cond delay="0"/>
                                  </p:stCondLst>
                                  <p:childTnLst>
                                    <p:animEffect transition="out" filter="dissolve">
                                      <p:cBhvr>
                                        <p:cTn id="65" dur="500"/>
                                        <p:tgtEl>
                                          <p:spTgt spid="31"/>
                                        </p:tgtEl>
                                      </p:cBhvr>
                                    </p:animEffect>
                                    <p:set>
                                      <p:cBhvr>
                                        <p:cTn id="66" dur="1" fill="hold">
                                          <p:stCondLst>
                                            <p:cond delay="499"/>
                                          </p:stCondLst>
                                        </p:cTn>
                                        <p:tgtEl>
                                          <p:spTgt spid="31"/>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mph" presetSubtype="2" fill="hold" nodeType="clickEffect">
                                  <p:stCondLst>
                                    <p:cond delay="0"/>
                                  </p:stCondLst>
                                  <p:childTnLst>
                                    <p:animClr clrSpc="rgb" dir="cw">
                                      <p:cBhvr>
                                        <p:cTn id="70" dur="1000" fill="hold"/>
                                        <p:tgtEl>
                                          <p:spTgt spid="41"/>
                                        </p:tgtEl>
                                        <p:attrNameLst>
                                          <p:attrName>fillcolor</p:attrName>
                                        </p:attrNameLst>
                                      </p:cBhvr>
                                      <p:to>
                                        <a:srgbClr val="43EB77"/>
                                      </p:to>
                                    </p:animClr>
                                    <p:set>
                                      <p:cBhvr>
                                        <p:cTn id="71" dur="1000" fill="hold"/>
                                        <p:tgtEl>
                                          <p:spTgt spid="41"/>
                                        </p:tgtEl>
                                        <p:attrNameLst>
                                          <p:attrName>fill.type</p:attrName>
                                        </p:attrNameLst>
                                      </p:cBhvr>
                                      <p:to>
                                        <p:strVal val="solid"/>
                                      </p:to>
                                    </p:set>
                                    <p:set>
                                      <p:cBhvr>
                                        <p:cTn id="72" dur="1000" fill="hold"/>
                                        <p:tgtEl>
                                          <p:spTgt spid="41"/>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2" presetClass="entr" presetSubtype="12" fill="hold" nodeType="click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0-#ppt_w/2"/>
                                          </p:val>
                                        </p:tav>
                                        <p:tav tm="100000">
                                          <p:val>
                                            <p:strVal val="#ppt_x"/>
                                          </p:val>
                                        </p:tav>
                                      </p:tavLst>
                                    </p:anim>
                                    <p:anim calcmode="lin" valueType="num">
                                      <p:cBhvr additive="base">
                                        <p:cTn id="78" dur="500" fill="hold"/>
                                        <p:tgtEl>
                                          <p:spTgt spid="23"/>
                                        </p:tgtEl>
                                        <p:attrNameLst>
                                          <p:attrName>ppt_y</p:attrName>
                                        </p:attrNameLst>
                                      </p:cBhvr>
                                      <p:tavLst>
                                        <p:tav tm="0">
                                          <p:val>
                                            <p:strVal val="1+#ppt_h/2"/>
                                          </p:val>
                                        </p:tav>
                                        <p:tav tm="100000">
                                          <p:val>
                                            <p:strVal val="#ppt_y"/>
                                          </p:val>
                                        </p:tav>
                                      </p:tavLst>
                                    </p:anim>
                                  </p:childTnLst>
                                </p:cTn>
                              </p:par>
                            </p:childTnLst>
                          </p:cTn>
                        </p:par>
                        <p:par>
                          <p:cTn id="79" fill="hold">
                            <p:stCondLst>
                              <p:cond delay="500"/>
                            </p:stCondLst>
                            <p:childTnLst>
                              <p:par>
                                <p:cTn id="80" presetID="26" presetClass="emph" presetSubtype="0" fill="hold" grpId="0" nodeType="afterEffect">
                                  <p:stCondLst>
                                    <p:cond delay="0"/>
                                  </p:stCondLst>
                                  <p:childTnLst>
                                    <p:animEffect transition="out" filter="fade">
                                      <p:cBhvr>
                                        <p:cTn id="81" dur="500" tmFilter="0, 0; .2, .5; .8, .5; 1, 0"/>
                                        <p:tgtEl>
                                          <p:spTgt spid="22"/>
                                        </p:tgtEl>
                                      </p:cBhvr>
                                    </p:animEffect>
                                    <p:animScale>
                                      <p:cBhvr>
                                        <p:cTn id="82" dur="250" autoRev="1" fill="hold"/>
                                        <p:tgtEl>
                                          <p:spTgt spid="22"/>
                                        </p:tgtEl>
                                      </p:cBhvr>
                                      <p:by x="105000" y="105000"/>
                                    </p:animScale>
                                  </p:childTnLst>
                                </p:cTn>
                              </p:par>
                            </p:childTnLst>
                          </p:cTn>
                        </p:par>
                        <p:par>
                          <p:cTn id="83" fill="hold">
                            <p:stCondLst>
                              <p:cond delay="1000"/>
                            </p:stCondLst>
                            <p:childTnLst>
                              <p:par>
                                <p:cTn id="84" presetID="22" presetClass="entr" presetSubtype="1" fill="hold" grpId="0" nodeType="afterEffect">
                                  <p:stCondLst>
                                    <p:cond delay="0"/>
                                  </p:stCondLst>
                                  <p:childTnLst>
                                    <p:set>
                                      <p:cBhvr>
                                        <p:cTn id="85" dur="1" fill="hold">
                                          <p:stCondLst>
                                            <p:cond delay="0"/>
                                          </p:stCondLst>
                                        </p:cTn>
                                        <p:tgtEl>
                                          <p:spTgt spid="20"/>
                                        </p:tgtEl>
                                        <p:attrNameLst>
                                          <p:attrName>style.visibility</p:attrName>
                                        </p:attrNameLst>
                                      </p:cBhvr>
                                      <p:to>
                                        <p:strVal val="visible"/>
                                      </p:to>
                                    </p:set>
                                    <p:animEffect transition="in" filter="wipe(up)">
                                      <p:cBhvr>
                                        <p:cTn id="86" dur="500"/>
                                        <p:tgtEl>
                                          <p:spTgt spid="20"/>
                                        </p:tgtEl>
                                      </p:cBhvr>
                                    </p:animEffect>
                                  </p:childTnLst>
                                </p:cTn>
                              </p:par>
                            </p:childTnLst>
                          </p:cTn>
                        </p:par>
                      </p:childTnLst>
                    </p:cTn>
                  </p:par>
                  <p:par>
                    <p:cTn id="87" fill="hold">
                      <p:stCondLst>
                        <p:cond delay="indefinite"/>
                      </p:stCondLst>
                      <p:childTnLst>
                        <p:par>
                          <p:cTn id="88" fill="hold">
                            <p:stCondLst>
                              <p:cond delay="0"/>
                            </p:stCondLst>
                            <p:childTnLst>
                              <p:par>
                                <p:cTn id="89" presetID="0" presetClass="path" presetSubtype="0" accel="50000" decel="50000" fill="hold" nodeType="clickEffect">
                                  <p:stCondLst>
                                    <p:cond delay="0"/>
                                  </p:stCondLst>
                                  <p:childTnLst>
                                    <p:animMotion origin="layout" path="M -4.375E-6 4.44444E-6 C -0.04101 0.03842 -0.08138 0.07824 -0.10794 0.0912 C -0.1345 0.10486 -0.15195 0.07963 -0.16028 0.07638 " pathEditMode="relative" rAng="0" ptsTypes="AAA">
                                      <p:cBhvr>
                                        <p:cTn id="90" dur="2000" fill="hold"/>
                                        <p:tgtEl>
                                          <p:spTgt spid="23"/>
                                        </p:tgtEl>
                                        <p:attrNameLst>
                                          <p:attrName>ppt_x</p:attrName>
                                          <p:attrName>ppt_y</p:attrName>
                                        </p:attrNameLst>
                                      </p:cBhvr>
                                      <p:rCtr x="-8021" y="4745"/>
                                    </p:animMotion>
                                  </p:childTnLst>
                                </p:cTn>
                              </p:par>
                            </p:childTnLst>
                          </p:cTn>
                        </p:par>
                        <p:par>
                          <p:cTn id="91" fill="hold">
                            <p:stCondLst>
                              <p:cond delay="2000"/>
                            </p:stCondLst>
                            <p:childTnLst>
                              <p:par>
                                <p:cTn id="92" presetID="22" presetClass="exit" presetSubtype="4" fill="hold" grpId="1" nodeType="afterEffect">
                                  <p:stCondLst>
                                    <p:cond delay="0"/>
                                  </p:stCondLst>
                                  <p:childTnLst>
                                    <p:animEffect transition="out" filter="wipe(down)">
                                      <p:cBhvr>
                                        <p:cTn id="93" dur="500"/>
                                        <p:tgtEl>
                                          <p:spTgt spid="20"/>
                                        </p:tgtEl>
                                      </p:cBhvr>
                                    </p:animEffect>
                                    <p:set>
                                      <p:cBhvr>
                                        <p:cTn id="94" dur="1" fill="hold">
                                          <p:stCondLst>
                                            <p:cond delay="499"/>
                                          </p:stCondLst>
                                        </p:cTn>
                                        <p:tgtEl>
                                          <p:spTgt spid="20"/>
                                        </p:tgtEl>
                                        <p:attrNameLst>
                                          <p:attrName>style.visibility</p:attrName>
                                        </p:attrNameLst>
                                      </p:cBhvr>
                                      <p:to>
                                        <p:strVal val="hidden"/>
                                      </p:to>
                                    </p:set>
                                  </p:childTnLst>
                                </p:cTn>
                              </p:par>
                            </p:childTnLst>
                          </p:cTn>
                        </p:par>
                        <p:par>
                          <p:cTn id="95" fill="hold">
                            <p:stCondLst>
                              <p:cond delay="2500"/>
                            </p:stCondLst>
                            <p:childTnLst>
                              <p:par>
                                <p:cTn id="96" presetID="22" presetClass="entr" presetSubtype="4" fill="hold" grpId="0" nodeType="afterEffect">
                                  <p:stCondLst>
                                    <p:cond delay="0"/>
                                  </p:stCondLst>
                                  <p:childTnLst>
                                    <p:set>
                                      <p:cBhvr>
                                        <p:cTn id="97" dur="1" fill="hold">
                                          <p:stCondLst>
                                            <p:cond delay="0"/>
                                          </p:stCondLst>
                                        </p:cTn>
                                        <p:tgtEl>
                                          <p:spTgt spid="21"/>
                                        </p:tgtEl>
                                        <p:attrNameLst>
                                          <p:attrName>style.visibility</p:attrName>
                                        </p:attrNameLst>
                                      </p:cBhvr>
                                      <p:to>
                                        <p:strVal val="visible"/>
                                      </p:to>
                                    </p:set>
                                    <p:animEffect transition="in" filter="wipe(down)">
                                      <p:cBhvr>
                                        <p:cTn id="98" dur="500"/>
                                        <p:tgtEl>
                                          <p:spTgt spid="21"/>
                                        </p:tgtEl>
                                      </p:cBhvr>
                                    </p:animEffect>
                                  </p:childTnLst>
                                </p:cTn>
                              </p:par>
                              <p:par>
                                <p:cTn id="99" presetID="9" presetClass="exit" presetSubtype="0" fill="hold" nodeType="withEffect">
                                  <p:stCondLst>
                                    <p:cond delay="0"/>
                                  </p:stCondLst>
                                  <p:childTnLst>
                                    <p:animEffect transition="out" filter="dissolve">
                                      <p:cBhvr>
                                        <p:cTn id="100" dur="500"/>
                                        <p:tgtEl>
                                          <p:spTgt spid="23"/>
                                        </p:tgtEl>
                                      </p:cBhvr>
                                    </p:animEffect>
                                    <p:set>
                                      <p:cBhvr>
                                        <p:cTn id="101" dur="1" fill="hold">
                                          <p:stCondLst>
                                            <p:cond delay="499"/>
                                          </p:stCondLst>
                                        </p:cTn>
                                        <p:tgtEl>
                                          <p:spTgt spid="23"/>
                                        </p:tgtEl>
                                        <p:attrNameLst>
                                          <p:attrName>style.visibility</p:attrName>
                                        </p:attrNameLst>
                                      </p:cBhvr>
                                      <p:to>
                                        <p:strVal val="hidden"/>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46"/>
                                        </p:tgtEl>
                                        <p:attrNameLst>
                                          <p:attrName>style.visibility</p:attrName>
                                        </p:attrNameLst>
                                      </p:cBhvr>
                                      <p:to>
                                        <p:strVal val="visible"/>
                                      </p:to>
                                    </p:set>
                                    <p:animEffect transition="in" filter="wipe(left)">
                                      <p:cBhvr>
                                        <p:cTn id="106" dur="1000"/>
                                        <p:tgtEl>
                                          <p:spTgt spid="46"/>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7"/>
                                        </p:tgtEl>
                                        <p:attrNameLst>
                                          <p:attrName>style.visibility</p:attrName>
                                        </p:attrNameLst>
                                      </p:cBhvr>
                                      <p:to>
                                        <p:strVal val="visible"/>
                                      </p:to>
                                    </p:set>
                                  </p:childTnLst>
                                </p:cTn>
                              </p:par>
                              <p:par>
                                <p:cTn id="111" presetID="1" presetClass="entr" presetSubtype="0" fill="hold" grpId="1" nodeType="withEffect">
                                  <p:stCondLst>
                                    <p:cond delay="0"/>
                                  </p:stCondLst>
                                  <p:childTnLst>
                                    <p:set>
                                      <p:cBhvr>
                                        <p:cTn id="112" dur="1" fill="hold">
                                          <p:stCondLst>
                                            <p:cond delay="0"/>
                                          </p:stCondLst>
                                        </p:cTn>
                                        <p:tgtEl>
                                          <p:spTgt spid="50"/>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5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2" presetClass="entr" presetSubtype="12" fill="hold" nodeType="clickEffect">
                                  <p:stCondLst>
                                    <p:cond delay="0"/>
                                  </p:stCondLst>
                                  <p:childTnLst>
                                    <p:set>
                                      <p:cBhvr>
                                        <p:cTn id="118" dur="1" fill="hold">
                                          <p:stCondLst>
                                            <p:cond delay="0"/>
                                          </p:stCondLst>
                                        </p:cTn>
                                        <p:tgtEl>
                                          <p:spTgt spid="51"/>
                                        </p:tgtEl>
                                        <p:attrNameLst>
                                          <p:attrName>style.visibility</p:attrName>
                                        </p:attrNameLst>
                                      </p:cBhvr>
                                      <p:to>
                                        <p:strVal val="visible"/>
                                      </p:to>
                                    </p:set>
                                    <p:anim calcmode="lin" valueType="num">
                                      <p:cBhvr additive="base">
                                        <p:cTn id="119" dur="500" fill="hold"/>
                                        <p:tgtEl>
                                          <p:spTgt spid="51"/>
                                        </p:tgtEl>
                                        <p:attrNameLst>
                                          <p:attrName>ppt_x</p:attrName>
                                        </p:attrNameLst>
                                      </p:cBhvr>
                                      <p:tavLst>
                                        <p:tav tm="0">
                                          <p:val>
                                            <p:strVal val="0-#ppt_w/2"/>
                                          </p:val>
                                        </p:tav>
                                        <p:tav tm="100000">
                                          <p:val>
                                            <p:strVal val="#ppt_x"/>
                                          </p:val>
                                        </p:tav>
                                      </p:tavLst>
                                    </p:anim>
                                    <p:anim calcmode="lin" valueType="num">
                                      <p:cBhvr additive="base">
                                        <p:cTn id="120" dur="500" fill="hold"/>
                                        <p:tgtEl>
                                          <p:spTgt spid="51"/>
                                        </p:tgtEl>
                                        <p:attrNameLst>
                                          <p:attrName>ppt_y</p:attrName>
                                        </p:attrNameLst>
                                      </p:cBhvr>
                                      <p:tavLst>
                                        <p:tav tm="0">
                                          <p:val>
                                            <p:strVal val="1+#ppt_h/2"/>
                                          </p:val>
                                        </p:tav>
                                        <p:tav tm="100000">
                                          <p:val>
                                            <p:strVal val="#ppt_y"/>
                                          </p:val>
                                        </p:tav>
                                      </p:tavLst>
                                    </p:anim>
                                  </p:childTnLst>
                                </p:cTn>
                              </p:par>
                            </p:childTnLst>
                          </p:cTn>
                        </p:par>
                        <p:par>
                          <p:cTn id="121" fill="hold">
                            <p:stCondLst>
                              <p:cond delay="500"/>
                            </p:stCondLst>
                            <p:childTnLst>
                              <p:par>
                                <p:cTn id="122" presetID="26" presetClass="emph" presetSubtype="0" fill="hold" grpId="0" nodeType="afterEffect">
                                  <p:stCondLst>
                                    <p:cond delay="0"/>
                                  </p:stCondLst>
                                  <p:childTnLst>
                                    <p:animEffect transition="out" filter="fade">
                                      <p:cBhvr>
                                        <p:cTn id="123" dur="500" tmFilter="0, 0; .2, .5; .8, .5; 1, 0"/>
                                        <p:tgtEl>
                                          <p:spTgt spid="50"/>
                                        </p:tgtEl>
                                      </p:cBhvr>
                                    </p:animEffect>
                                    <p:animScale>
                                      <p:cBhvr>
                                        <p:cTn id="124" dur="250" autoRev="1" fill="hold"/>
                                        <p:tgtEl>
                                          <p:spTgt spid="50"/>
                                        </p:tgtEl>
                                      </p:cBhvr>
                                      <p:by x="105000" y="105000"/>
                                    </p:animScale>
                                  </p:childTnLst>
                                </p:cTn>
                              </p:par>
                            </p:childTnLst>
                          </p:cTn>
                        </p:par>
                        <p:par>
                          <p:cTn id="125" fill="hold">
                            <p:stCondLst>
                              <p:cond delay="1000"/>
                            </p:stCondLst>
                            <p:childTnLst>
                              <p:par>
                                <p:cTn id="126" presetID="22" presetClass="entr" presetSubtype="1" fill="hold" grpId="0" nodeType="afterEffect">
                                  <p:stCondLst>
                                    <p:cond delay="0"/>
                                  </p:stCondLst>
                                  <p:childTnLst>
                                    <p:set>
                                      <p:cBhvr>
                                        <p:cTn id="127" dur="1" fill="hold">
                                          <p:stCondLst>
                                            <p:cond delay="0"/>
                                          </p:stCondLst>
                                        </p:cTn>
                                        <p:tgtEl>
                                          <p:spTgt spid="48"/>
                                        </p:tgtEl>
                                        <p:attrNameLst>
                                          <p:attrName>style.visibility</p:attrName>
                                        </p:attrNameLst>
                                      </p:cBhvr>
                                      <p:to>
                                        <p:strVal val="visible"/>
                                      </p:to>
                                    </p:set>
                                    <p:animEffect transition="in" filter="wipe(up)">
                                      <p:cBhvr>
                                        <p:cTn id="128" dur="500"/>
                                        <p:tgtEl>
                                          <p:spTgt spid="48"/>
                                        </p:tgtEl>
                                      </p:cBhvr>
                                    </p:animEffect>
                                  </p:childTnLst>
                                </p:cTn>
                              </p:par>
                            </p:childTnLst>
                          </p:cTn>
                        </p:par>
                      </p:childTnLst>
                    </p:cTn>
                  </p:par>
                  <p:par>
                    <p:cTn id="129" fill="hold">
                      <p:stCondLst>
                        <p:cond delay="indefinite"/>
                      </p:stCondLst>
                      <p:childTnLst>
                        <p:par>
                          <p:cTn id="130" fill="hold">
                            <p:stCondLst>
                              <p:cond delay="0"/>
                            </p:stCondLst>
                            <p:childTnLst>
                              <p:par>
                                <p:cTn id="131" presetID="0" presetClass="path" presetSubtype="0" accel="50000" decel="50000" fill="hold" nodeType="clickEffect">
                                  <p:stCondLst>
                                    <p:cond delay="0"/>
                                  </p:stCondLst>
                                  <p:childTnLst>
                                    <p:animMotion origin="layout" path="M 0 0.04722 C -0.03607 0.07222 -0.07187 0.09791 -0.09531 0.10625 C -0.11875 0.11504 -0.13398 0.09884 -0.14154 0.09676 " pathEditMode="relative" rAng="0" ptsTypes="AAA">
                                      <p:cBhvr>
                                        <p:cTn id="132" dur="2000" fill="hold"/>
                                        <p:tgtEl>
                                          <p:spTgt spid="51"/>
                                        </p:tgtEl>
                                        <p:attrNameLst>
                                          <p:attrName>ppt_x</p:attrName>
                                          <p:attrName>ppt_y</p:attrName>
                                        </p:attrNameLst>
                                      </p:cBhvr>
                                      <p:rCtr x="-7083" y="3079"/>
                                    </p:animMotion>
                                  </p:childTnLst>
                                </p:cTn>
                              </p:par>
                            </p:childTnLst>
                          </p:cTn>
                        </p:par>
                        <p:par>
                          <p:cTn id="133" fill="hold">
                            <p:stCondLst>
                              <p:cond delay="2000"/>
                            </p:stCondLst>
                            <p:childTnLst>
                              <p:par>
                                <p:cTn id="134" presetID="22" presetClass="exit" presetSubtype="4" fill="hold" grpId="1" nodeType="afterEffect">
                                  <p:stCondLst>
                                    <p:cond delay="0"/>
                                  </p:stCondLst>
                                  <p:childTnLst>
                                    <p:animEffect transition="out" filter="wipe(down)">
                                      <p:cBhvr>
                                        <p:cTn id="135" dur="500"/>
                                        <p:tgtEl>
                                          <p:spTgt spid="48"/>
                                        </p:tgtEl>
                                      </p:cBhvr>
                                    </p:animEffect>
                                    <p:set>
                                      <p:cBhvr>
                                        <p:cTn id="136" dur="1" fill="hold">
                                          <p:stCondLst>
                                            <p:cond delay="499"/>
                                          </p:stCondLst>
                                        </p:cTn>
                                        <p:tgtEl>
                                          <p:spTgt spid="48"/>
                                        </p:tgtEl>
                                        <p:attrNameLst>
                                          <p:attrName>style.visibility</p:attrName>
                                        </p:attrNameLst>
                                      </p:cBhvr>
                                      <p:to>
                                        <p:strVal val="hidden"/>
                                      </p:to>
                                    </p:set>
                                  </p:childTnLst>
                                </p:cTn>
                              </p:par>
                            </p:childTnLst>
                          </p:cTn>
                        </p:par>
                        <p:par>
                          <p:cTn id="137" fill="hold">
                            <p:stCondLst>
                              <p:cond delay="2500"/>
                            </p:stCondLst>
                            <p:childTnLst>
                              <p:par>
                                <p:cTn id="138" presetID="22" presetClass="entr" presetSubtype="4" fill="hold" grpId="0" nodeType="afterEffect">
                                  <p:stCondLst>
                                    <p:cond delay="0"/>
                                  </p:stCondLst>
                                  <p:childTnLst>
                                    <p:set>
                                      <p:cBhvr>
                                        <p:cTn id="139" dur="1" fill="hold">
                                          <p:stCondLst>
                                            <p:cond delay="0"/>
                                          </p:stCondLst>
                                        </p:cTn>
                                        <p:tgtEl>
                                          <p:spTgt spid="49"/>
                                        </p:tgtEl>
                                        <p:attrNameLst>
                                          <p:attrName>style.visibility</p:attrName>
                                        </p:attrNameLst>
                                      </p:cBhvr>
                                      <p:to>
                                        <p:strVal val="visible"/>
                                      </p:to>
                                    </p:set>
                                    <p:animEffect transition="in" filter="wipe(down)">
                                      <p:cBhvr>
                                        <p:cTn id="140" dur="500"/>
                                        <p:tgtEl>
                                          <p:spTgt spid="49"/>
                                        </p:tgtEl>
                                      </p:cBhvr>
                                    </p:animEffect>
                                  </p:childTnLst>
                                </p:cTn>
                              </p:par>
                              <p:par>
                                <p:cTn id="141" presetID="9" presetClass="exit" presetSubtype="0" fill="hold" nodeType="withEffect">
                                  <p:stCondLst>
                                    <p:cond delay="0"/>
                                  </p:stCondLst>
                                  <p:childTnLst>
                                    <p:animEffect transition="out" filter="dissolve">
                                      <p:cBhvr>
                                        <p:cTn id="142" dur="500"/>
                                        <p:tgtEl>
                                          <p:spTgt spid="51"/>
                                        </p:tgtEl>
                                      </p:cBhvr>
                                    </p:animEffect>
                                    <p:set>
                                      <p:cBhvr>
                                        <p:cTn id="143" dur="1" fill="hold">
                                          <p:stCondLst>
                                            <p:cond delay="499"/>
                                          </p:stCondLst>
                                        </p:cTn>
                                        <p:tgtEl>
                                          <p:spTgt spid="51"/>
                                        </p:tgtEl>
                                        <p:attrNameLst>
                                          <p:attrName>style.visibility</p:attrName>
                                        </p:attrNameLst>
                                      </p:cBhvr>
                                      <p:to>
                                        <p:strVal val="hidden"/>
                                      </p:to>
                                    </p:set>
                                  </p:childTnLst>
                                </p:cTn>
                              </p:par>
                            </p:childTnLst>
                          </p:cTn>
                        </p:par>
                      </p:childTnLst>
                    </p:cTn>
                  </p:par>
                  <p:par>
                    <p:cTn id="144" fill="hold">
                      <p:stCondLst>
                        <p:cond delay="indefinite"/>
                      </p:stCondLst>
                      <p:childTnLst>
                        <p:par>
                          <p:cTn id="145" fill="hold">
                            <p:stCondLst>
                              <p:cond delay="0"/>
                            </p:stCondLst>
                            <p:childTnLst>
                              <p:par>
                                <p:cTn id="146" presetID="2" presetClass="entr" presetSubtype="12" fill="hold" nodeType="clickEffect">
                                  <p:stCondLst>
                                    <p:cond delay="0"/>
                                  </p:stCondLst>
                                  <p:childTnLst>
                                    <p:set>
                                      <p:cBhvr>
                                        <p:cTn id="147" dur="1" fill="hold">
                                          <p:stCondLst>
                                            <p:cond delay="0"/>
                                          </p:stCondLst>
                                        </p:cTn>
                                        <p:tgtEl>
                                          <p:spTgt spid="57"/>
                                        </p:tgtEl>
                                        <p:attrNameLst>
                                          <p:attrName>style.visibility</p:attrName>
                                        </p:attrNameLst>
                                      </p:cBhvr>
                                      <p:to>
                                        <p:strVal val="visible"/>
                                      </p:to>
                                    </p:set>
                                    <p:anim calcmode="lin" valueType="num">
                                      <p:cBhvr additive="base">
                                        <p:cTn id="148" dur="500" fill="hold"/>
                                        <p:tgtEl>
                                          <p:spTgt spid="57"/>
                                        </p:tgtEl>
                                        <p:attrNameLst>
                                          <p:attrName>ppt_x</p:attrName>
                                        </p:attrNameLst>
                                      </p:cBhvr>
                                      <p:tavLst>
                                        <p:tav tm="0">
                                          <p:val>
                                            <p:strVal val="0-#ppt_w/2"/>
                                          </p:val>
                                        </p:tav>
                                        <p:tav tm="100000">
                                          <p:val>
                                            <p:strVal val="#ppt_x"/>
                                          </p:val>
                                        </p:tav>
                                      </p:tavLst>
                                    </p:anim>
                                    <p:anim calcmode="lin" valueType="num">
                                      <p:cBhvr additive="base">
                                        <p:cTn id="149" dur="500" fill="hold"/>
                                        <p:tgtEl>
                                          <p:spTgt spid="57"/>
                                        </p:tgtEl>
                                        <p:attrNameLst>
                                          <p:attrName>ppt_y</p:attrName>
                                        </p:attrNameLst>
                                      </p:cBhvr>
                                      <p:tavLst>
                                        <p:tav tm="0">
                                          <p:val>
                                            <p:strVal val="1+#ppt_h/2"/>
                                          </p:val>
                                        </p:tav>
                                        <p:tav tm="100000">
                                          <p:val>
                                            <p:strVal val="#ppt_y"/>
                                          </p:val>
                                        </p:tav>
                                      </p:tavLst>
                                    </p:anim>
                                  </p:childTnLst>
                                </p:cTn>
                              </p:par>
                            </p:childTnLst>
                          </p:cTn>
                        </p:par>
                        <p:par>
                          <p:cTn id="150" fill="hold">
                            <p:stCondLst>
                              <p:cond delay="500"/>
                            </p:stCondLst>
                            <p:childTnLst>
                              <p:par>
                                <p:cTn id="151" presetID="26" presetClass="emph" presetSubtype="0" fill="hold" grpId="0" nodeType="afterEffect">
                                  <p:stCondLst>
                                    <p:cond delay="0"/>
                                  </p:stCondLst>
                                  <p:childTnLst>
                                    <p:animEffect transition="out" filter="fade">
                                      <p:cBhvr>
                                        <p:cTn id="152" dur="500" tmFilter="0, 0; .2, .5; .8, .5; 1, 0"/>
                                        <p:tgtEl>
                                          <p:spTgt spid="56"/>
                                        </p:tgtEl>
                                      </p:cBhvr>
                                    </p:animEffect>
                                    <p:animScale>
                                      <p:cBhvr>
                                        <p:cTn id="153" dur="250" autoRev="1" fill="hold"/>
                                        <p:tgtEl>
                                          <p:spTgt spid="56"/>
                                        </p:tgtEl>
                                      </p:cBhvr>
                                      <p:by x="105000" y="105000"/>
                                    </p:animScale>
                                  </p:childTnLst>
                                </p:cTn>
                              </p:par>
                            </p:childTnLst>
                          </p:cTn>
                        </p:par>
                        <p:par>
                          <p:cTn id="154" fill="hold">
                            <p:stCondLst>
                              <p:cond delay="1000"/>
                            </p:stCondLst>
                            <p:childTnLst>
                              <p:par>
                                <p:cTn id="155" presetID="22" presetClass="entr" presetSubtype="1" fill="hold" grpId="0" nodeType="afterEffect">
                                  <p:stCondLst>
                                    <p:cond delay="0"/>
                                  </p:stCondLst>
                                  <p:childTnLst>
                                    <p:set>
                                      <p:cBhvr>
                                        <p:cTn id="156" dur="1" fill="hold">
                                          <p:stCondLst>
                                            <p:cond delay="0"/>
                                          </p:stCondLst>
                                        </p:cTn>
                                        <p:tgtEl>
                                          <p:spTgt spid="54"/>
                                        </p:tgtEl>
                                        <p:attrNameLst>
                                          <p:attrName>style.visibility</p:attrName>
                                        </p:attrNameLst>
                                      </p:cBhvr>
                                      <p:to>
                                        <p:strVal val="visible"/>
                                      </p:to>
                                    </p:set>
                                    <p:animEffect transition="in" filter="wipe(up)">
                                      <p:cBhvr>
                                        <p:cTn id="157" dur="500"/>
                                        <p:tgtEl>
                                          <p:spTgt spid="54"/>
                                        </p:tgtEl>
                                      </p:cBhvr>
                                    </p:animEffect>
                                  </p:childTnLst>
                                </p:cTn>
                              </p:par>
                            </p:childTnLst>
                          </p:cTn>
                        </p:par>
                      </p:childTnLst>
                    </p:cTn>
                  </p:par>
                  <p:par>
                    <p:cTn id="158" fill="hold">
                      <p:stCondLst>
                        <p:cond delay="indefinite"/>
                      </p:stCondLst>
                      <p:childTnLst>
                        <p:par>
                          <p:cTn id="159" fill="hold">
                            <p:stCondLst>
                              <p:cond delay="0"/>
                            </p:stCondLst>
                            <p:childTnLst>
                              <p:par>
                                <p:cTn id="160" presetID="0" presetClass="path" presetSubtype="0" accel="50000" decel="50000" fill="hold" nodeType="clickEffect">
                                  <p:stCondLst>
                                    <p:cond delay="0"/>
                                  </p:stCondLst>
                                  <p:childTnLst>
                                    <p:animMotion origin="layout" path="M -4.375E-6 -3.7037E-7 C -0.04648 0.09792 -0.09218 0.19977 -0.12226 0.23287 C -0.15247 0.26875 -0.172 0.20324 -0.18125 0.19491 " pathEditMode="relative" rAng="0" ptsTypes="AAA">
                                      <p:cBhvr>
                                        <p:cTn id="161" dur="2000" fill="hold"/>
                                        <p:tgtEl>
                                          <p:spTgt spid="57"/>
                                        </p:tgtEl>
                                        <p:attrNameLst>
                                          <p:attrName>ppt_x</p:attrName>
                                          <p:attrName>ppt_y</p:attrName>
                                        </p:attrNameLst>
                                      </p:cBhvr>
                                      <p:rCtr x="-9063" y="12176"/>
                                    </p:animMotion>
                                  </p:childTnLst>
                                </p:cTn>
                              </p:par>
                            </p:childTnLst>
                          </p:cTn>
                        </p:par>
                        <p:par>
                          <p:cTn id="162" fill="hold">
                            <p:stCondLst>
                              <p:cond delay="2000"/>
                            </p:stCondLst>
                            <p:childTnLst>
                              <p:par>
                                <p:cTn id="163" presetID="22" presetClass="exit" presetSubtype="4" fill="hold" grpId="1" nodeType="afterEffect">
                                  <p:stCondLst>
                                    <p:cond delay="0"/>
                                  </p:stCondLst>
                                  <p:childTnLst>
                                    <p:animEffect transition="out" filter="wipe(down)">
                                      <p:cBhvr>
                                        <p:cTn id="164" dur="500"/>
                                        <p:tgtEl>
                                          <p:spTgt spid="54"/>
                                        </p:tgtEl>
                                      </p:cBhvr>
                                    </p:animEffect>
                                    <p:set>
                                      <p:cBhvr>
                                        <p:cTn id="165" dur="1" fill="hold">
                                          <p:stCondLst>
                                            <p:cond delay="499"/>
                                          </p:stCondLst>
                                        </p:cTn>
                                        <p:tgtEl>
                                          <p:spTgt spid="54"/>
                                        </p:tgtEl>
                                        <p:attrNameLst>
                                          <p:attrName>style.visibility</p:attrName>
                                        </p:attrNameLst>
                                      </p:cBhvr>
                                      <p:to>
                                        <p:strVal val="hidden"/>
                                      </p:to>
                                    </p:set>
                                  </p:childTnLst>
                                </p:cTn>
                              </p:par>
                            </p:childTnLst>
                          </p:cTn>
                        </p:par>
                        <p:par>
                          <p:cTn id="166" fill="hold">
                            <p:stCondLst>
                              <p:cond delay="2500"/>
                            </p:stCondLst>
                            <p:childTnLst>
                              <p:par>
                                <p:cTn id="167" presetID="22" presetClass="entr" presetSubtype="4" fill="hold" grpId="0" nodeType="afterEffect">
                                  <p:stCondLst>
                                    <p:cond delay="0"/>
                                  </p:stCondLst>
                                  <p:childTnLst>
                                    <p:set>
                                      <p:cBhvr>
                                        <p:cTn id="168" dur="1" fill="hold">
                                          <p:stCondLst>
                                            <p:cond delay="0"/>
                                          </p:stCondLst>
                                        </p:cTn>
                                        <p:tgtEl>
                                          <p:spTgt spid="55"/>
                                        </p:tgtEl>
                                        <p:attrNameLst>
                                          <p:attrName>style.visibility</p:attrName>
                                        </p:attrNameLst>
                                      </p:cBhvr>
                                      <p:to>
                                        <p:strVal val="visible"/>
                                      </p:to>
                                    </p:set>
                                    <p:animEffect transition="in" filter="wipe(down)">
                                      <p:cBhvr>
                                        <p:cTn id="169" dur="500"/>
                                        <p:tgtEl>
                                          <p:spTgt spid="55"/>
                                        </p:tgtEl>
                                      </p:cBhvr>
                                    </p:animEffect>
                                  </p:childTnLst>
                                </p:cTn>
                              </p:par>
                              <p:par>
                                <p:cTn id="170" presetID="9" presetClass="exit" presetSubtype="0" fill="hold" nodeType="withEffect">
                                  <p:stCondLst>
                                    <p:cond delay="0"/>
                                  </p:stCondLst>
                                  <p:childTnLst>
                                    <p:animEffect transition="out" filter="dissolve">
                                      <p:cBhvr>
                                        <p:cTn id="171" dur="500"/>
                                        <p:tgtEl>
                                          <p:spTgt spid="57"/>
                                        </p:tgtEl>
                                      </p:cBhvr>
                                    </p:animEffect>
                                    <p:set>
                                      <p:cBhvr>
                                        <p:cTn id="172" dur="1" fill="hold">
                                          <p:stCondLst>
                                            <p:cond delay="499"/>
                                          </p:stCondLst>
                                        </p:cTn>
                                        <p:tgtEl>
                                          <p:spTgt spid="57"/>
                                        </p:tgtEl>
                                        <p:attrNameLst>
                                          <p:attrName>style.visibility</p:attrName>
                                        </p:attrNameLst>
                                      </p:cBhvr>
                                      <p:to>
                                        <p:strVal val="hidden"/>
                                      </p:to>
                                    </p:set>
                                  </p:childTnLst>
                                </p:cTn>
                              </p:par>
                            </p:childTnLst>
                          </p:cTn>
                        </p:par>
                      </p:childTnLst>
                    </p:cTn>
                  </p:par>
                  <p:par>
                    <p:cTn id="173" fill="hold">
                      <p:stCondLst>
                        <p:cond delay="indefinite"/>
                      </p:stCondLst>
                      <p:childTnLst>
                        <p:par>
                          <p:cTn id="174" fill="hold">
                            <p:stCondLst>
                              <p:cond delay="0"/>
                            </p:stCondLst>
                            <p:childTnLst>
                              <p:par>
                                <p:cTn id="175" presetID="26" presetClass="emph" presetSubtype="0" fill="hold" grpId="0" nodeType="clickEffect">
                                  <p:stCondLst>
                                    <p:cond delay="0"/>
                                  </p:stCondLst>
                                  <p:childTnLst>
                                    <p:animEffect transition="out" filter="fade">
                                      <p:cBhvr>
                                        <p:cTn id="176" dur="500" tmFilter="0, 0; .2, .5; .8, .5; 1, 0"/>
                                        <p:tgtEl>
                                          <p:spTgt spid="10"/>
                                        </p:tgtEl>
                                      </p:cBhvr>
                                    </p:animEffect>
                                    <p:animScale>
                                      <p:cBhvr>
                                        <p:cTn id="177" dur="250" autoRev="1" fill="hold"/>
                                        <p:tgtEl>
                                          <p:spTgt spid="10"/>
                                        </p:tgtEl>
                                      </p:cBhvr>
                                      <p:by x="105000" y="105000"/>
                                    </p:animScale>
                                  </p:childTnLst>
                                </p:cTn>
                              </p:par>
                            </p:childTnLst>
                          </p:cTn>
                        </p:par>
                      </p:childTnLst>
                    </p:cTn>
                  </p:par>
                  <p:par>
                    <p:cTn id="178" fill="hold">
                      <p:stCondLst>
                        <p:cond delay="indefinite"/>
                      </p:stCondLst>
                      <p:childTnLst>
                        <p:par>
                          <p:cTn id="179" fill="hold">
                            <p:stCondLst>
                              <p:cond delay="0"/>
                            </p:stCondLst>
                            <p:childTnLst>
                              <p:par>
                                <p:cTn id="180" presetID="26" presetClass="emph" presetSubtype="0" fill="hold" grpId="0" nodeType="clickEffect">
                                  <p:stCondLst>
                                    <p:cond delay="0"/>
                                  </p:stCondLst>
                                  <p:childTnLst>
                                    <p:animEffect transition="out" filter="fade">
                                      <p:cBhvr>
                                        <p:cTn id="181" dur="500" tmFilter="0, 0; .2, .5; .8, .5; 1, 0"/>
                                        <p:tgtEl>
                                          <p:spTgt spid="9"/>
                                        </p:tgtEl>
                                      </p:cBhvr>
                                    </p:animEffect>
                                    <p:animScale>
                                      <p:cBhvr>
                                        <p:cTn id="182" dur="25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P spid="14" grpId="1" animBg="1"/>
      <p:bldP spid="15" grpId="0" animBg="1"/>
      <p:bldP spid="16" grpId="0" animBg="1"/>
      <p:bldP spid="20" grpId="0" animBg="1"/>
      <p:bldP spid="20" grpId="1" animBg="1"/>
      <p:bldP spid="21" grpId="0" animBg="1"/>
      <p:bldP spid="22" grpId="0" animBg="1"/>
      <p:bldP spid="28" grpId="0" animBg="1"/>
      <p:bldP spid="28" grpId="1" animBg="1"/>
      <p:bldP spid="29" grpId="0" animBg="1"/>
      <p:bldP spid="30" grpId="0" animBg="1"/>
      <p:bldP spid="46" grpId="0"/>
      <p:bldP spid="47" grpId="0" animBg="1"/>
      <p:bldP spid="48" grpId="0" animBg="1"/>
      <p:bldP spid="48" grpId="1" animBg="1"/>
      <p:bldP spid="49" grpId="0" animBg="1"/>
      <p:bldP spid="50" grpId="0" animBg="1"/>
      <p:bldP spid="50" grpId="1" animBg="1"/>
      <p:bldP spid="54" grpId="0" animBg="1"/>
      <p:bldP spid="54" grpId="1" animBg="1"/>
      <p:bldP spid="55" grpId="0" animBg="1"/>
      <p:bldP spid="5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C2DA3-F723-7E54-0A6C-C0666A4FD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5D58F-39F4-A67F-E9B2-50B2B40D17D7}"/>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REVIEW DPC PROPOSAL </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CORRECTION IN TABULATION CHART</a:t>
            </a:r>
            <a:endParaRPr lang="en-US" sz="3200" dirty="0"/>
          </a:p>
        </p:txBody>
      </p:sp>
      <p:sp>
        <p:nvSpPr>
          <p:cNvPr id="12" name="Footer Placeholder 11">
            <a:extLst>
              <a:ext uri="{FF2B5EF4-FFF2-40B4-BE49-F238E27FC236}">
                <a16:creationId xmlns:a16="http://schemas.microsoft.com/office/drawing/2014/main" id="{20F082F4-71E4-378C-888D-98124DBA57E2}"/>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23E37C6F-89FE-A742-28AF-F9F7C0A4AAC2}"/>
              </a:ext>
            </a:extLst>
          </p:cNvPr>
          <p:cNvSpPr>
            <a:spLocks noGrp="1"/>
          </p:cNvSpPr>
          <p:nvPr>
            <p:ph type="sldNum" sz="quarter" idx="12"/>
          </p:nvPr>
        </p:nvSpPr>
        <p:spPr/>
        <p:txBody>
          <a:bodyPr/>
          <a:lstStyle/>
          <a:p>
            <a:fld id="{5BFCF61C-3B18-4C03-8326-CC3B32D710C9}" type="slidenum">
              <a:rPr lang="en-US" smtClean="0"/>
              <a:pPr/>
              <a:t>38</a:t>
            </a:fld>
            <a:endParaRPr lang="en-US" dirty="0"/>
          </a:p>
        </p:txBody>
      </p:sp>
      <p:sp>
        <p:nvSpPr>
          <p:cNvPr id="3" name="TextBox 2">
            <a:extLst>
              <a:ext uri="{FF2B5EF4-FFF2-40B4-BE49-F238E27FC236}">
                <a16:creationId xmlns:a16="http://schemas.microsoft.com/office/drawing/2014/main" id="{175606B1-94D1-A971-7B3D-9B0276355F45}"/>
              </a:ext>
            </a:extLst>
          </p:cNvPr>
          <p:cNvSpPr txBox="1"/>
          <p:nvPr/>
        </p:nvSpPr>
        <p:spPr>
          <a:xfrm>
            <a:off x="3508952" y="803703"/>
            <a:ext cx="8286808" cy="400110"/>
          </a:xfrm>
          <a:prstGeom prst="rect">
            <a:avLst/>
          </a:prstGeom>
          <a:noFill/>
        </p:spPr>
        <p:txBody>
          <a:bodyPr wrap="square" rtlCol="0">
            <a:spAutoFit/>
          </a:bodyPr>
          <a:lstStyle/>
          <a:p>
            <a:pPr algn="ctr"/>
            <a:r>
              <a:rPr lang="hi-IN" sz="2000" b="1" dirty="0">
                <a:latin typeface="Kokila" panose="020B0604020202020204" pitchFamily="34" charset="0"/>
                <a:cs typeface="Kokila" panose="020B0604020202020204" pitchFamily="34" charset="0"/>
              </a:rPr>
              <a:t>2026 की स्थिति में अवर सचिवों के मूल्यान्कन पत्रक अपलोड/प्रविष्ट करें</a:t>
            </a:r>
            <a:endParaRPr lang="en-IN" sz="2000" b="1" dirty="0">
              <a:latin typeface="Kokila" panose="020B0604020202020204" pitchFamily="34" charset="0"/>
              <a:cs typeface="Kokila" panose="020B0604020202020204" pitchFamily="34" charset="0"/>
            </a:endParaRPr>
          </a:p>
        </p:txBody>
      </p:sp>
      <p:sp>
        <p:nvSpPr>
          <p:cNvPr id="4" name="Rounded Rectangle 11">
            <a:extLst>
              <a:ext uri="{FF2B5EF4-FFF2-40B4-BE49-F238E27FC236}">
                <a16:creationId xmlns:a16="http://schemas.microsoft.com/office/drawing/2014/main" id="{50291134-A085-88B2-F4E9-89EBF290C644}"/>
              </a:ext>
            </a:extLst>
          </p:cNvPr>
          <p:cNvSpPr/>
          <p:nvPr/>
        </p:nvSpPr>
        <p:spPr>
          <a:xfrm>
            <a:off x="10009810" y="5446075"/>
            <a:ext cx="1571636" cy="4095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sz="1100" dirty="0">
                <a:latin typeface="Arial Black" pitchFamily="34" charset="0"/>
              </a:rPr>
              <a:t>SAVE AND NEXT</a:t>
            </a:r>
            <a:endParaRPr lang="en-IN" sz="1100" dirty="0">
              <a:latin typeface="Arial Black" pitchFamily="34" charset="0"/>
            </a:endParaRPr>
          </a:p>
        </p:txBody>
      </p:sp>
      <p:sp>
        <p:nvSpPr>
          <p:cNvPr id="5" name="Rounded Rectangle 12">
            <a:extLst>
              <a:ext uri="{FF2B5EF4-FFF2-40B4-BE49-F238E27FC236}">
                <a16:creationId xmlns:a16="http://schemas.microsoft.com/office/drawing/2014/main" id="{72845F51-3E04-6000-A8F0-02B5B69DA58C}"/>
              </a:ext>
            </a:extLst>
          </p:cNvPr>
          <p:cNvSpPr/>
          <p:nvPr/>
        </p:nvSpPr>
        <p:spPr>
          <a:xfrm>
            <a:off x="3723266" y="5446075"/>
            <a:ext cx="1571636" cy="4286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sz="1400" dirty="0">
                <a:latin typeface="Arial Black" pitchFamily="34" charset="0"/>
              </a:rPr>
              <a:t>SHOW DETAILS</a:t>
            </a:r>
            <a:endParaRPr lang="en-IN" sz="1400" dirty="0">
              <a:latin typeface="Arial Black" pitchFamily="34" charset="0"/>
            </a:endParaRPr>
          </a:p>
        </p:txBody>
      </p:sp>
      <p:sp>
        <p:nvSpPr>
          <p:cNvPr id="6" name="TextBox 5">
            <a:extLst>
              <a:ext uri="{FF2B5EF4-FFF2-40B4-BE49-F238E27FC236}">
                <a16:creationId xmlns:a16="http://schemas.microsoft.com/office/drawing/2014/main" id="{C34289D9-E313-BC74-CDC8-F43E3EC95B2D}"/>
              </a:ext>
            </a:extLst>
          </p:cNvPr>
          <p:cNvSpPr txBox="1"/>
          <p:nvPr/>
        </p:nvSpPr>
        <p:spPr>
          <a:xfrm>
            <a:off x="4366208" y="1613663"/>
            <a:ext cx="6572296" cy="369332"/>
          </a:xfrm>
          <a:prstGeom prst="rect">
            <a:avLst/>
          </a:prstGeom>
          <a:noFill/>
        </p:spPr>
        <p:txBody>
          <a:bodyPr wrap="square" rtlCol="0">
            <a:spAutoFit/>
          </a:bodyPr>
          <a:lstStyle/>
          <a:p>
            <a:pPr algn="ctr"/>
            <a:r>
              <a:rPr lang="hi-IN" dirty="0"/>
              <a:t>पदोन्नति हेतु कुल विचार्य संख्या –</a:t>
            </a:r>
            <a:r>
              <a:rPr lang="hi-IN" b="1" dirty="0"/>
              <a:t> </a:t>
            </a:r>
            <a:r>
              <a:rPr lang="hi-IN" b="1" dirty="0">
                <a:solidFill>
                  <a:schemeClr val="tx1">
                    <a:lumMod val="50000"/>
                    <a:lumOff val="50000"/>
                  </a:schemeClr>
                </a:solidFill>
              </a:rPr>
              <a:t>2 X 2 + 4 </a:t>
            </a:r>
            <a:r>
              <a:rPr lang="hi-IN" b="1" dirty="0"/>
              <a:t>= 8</a:t>
            </a:r>
            <a:endParaRPr lang="en-IN" b="1" dirty="0"/>
          </a:p>
        </p:txBody>
      </p:sp>
      <p:graphicFrame>
        <p:nvGraphicFramePr>
          <p:cNvPr id="7" name="Table 6">
            <a:extLst>
              <a:ext uri="{FF2B5EF4-FFF2-40B4-BE49-F238E27FC236}">
                <a16:creationId xmlns:a16="http://schemas.microsoft.com/office/drawing/2014/main" id="{83AA92B0-88CA-D439-1B90-914793DAC67C}"/>
              </a:ext>
            </a:extLst>
          </p:cNvPr>
          <p:cNvGraphicFramePr>
            <a:graphicFrameLocks noGrp="1"/>
          </p:cNvGraphicFramePr>
          <p:nvPr>
            <p:extLst>
              <p:ext uri="{D42A27DB-BD31-4B8C-83A1-F6EECF244321}">
                <p14:modId xmlns:p14="http://schemas.microsoft.com/office/powerpoint/2010/main" val="3763425261"/>
              </p:ext>
            </p:extLst>
          </p:nvPr>
        </p:nvGraphicFramePr>
        <p:xfrm>
          <a:off x="3212883" y="1199861"/>
          <a:ext cx="8968203" cy="4171088"/>
        </p:xfrm>
        <a:graphic>
          <a:graphicData uri="http://schemas.openxmlformats.org/drawingml/2006/table">
            <a:tbl>
              <a:tblPr firstRow="1" bandRow="1">
                <a:tableStyleId>{5C22544A-7EE6-4342-B048-85BDC9FD1C3A}</a:tableStyleId>
              </a:tblPr>
              <a:tblGrid>
                <a:gridCol w="255648">
                  <a:extLst>
                    <a:ext uri="{9D8B030D-6E8A-4147-A177-3AD203B41FA5}">
                      <a16:colId xmlns:a16="http://schemas.microsoft.com/office/drawing/2014/main" val="20000"/>
                    </a:ext>
                  </a:extLst>
                </a:gridCol>
                <a:gridCol w="571504">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642942">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428628">
                  <a:extLst>
                    <a:ext uri="{9D8B030D-6E8A-4147-A177-3AD203B41FA5}">
                      <a16:colId xmlns:a16="http://schemas.microsoft.com/office/drawing/2014/main" val="20005"/>
                    </a:ext>
                  </a:extLst>
                </a:gridCol>
                <a:gridCol w="428628">
                  <a:extLst>
                    <a:ext uri="{9D8B030D-6E8A-4147-A177-3AD203B41FA5}">
                      <a16:colId xmlns:a16="http://schemas.microsoft.com/office/drawing/2014/main" val="20006"/>
                    </a:ext>
                  </a:extLst>
                </a:gridCol>
                <a:gridCol w="342900">
                  <a:extLst>
                    <a:ext uri="{9D8B030D-6E8A-4147-A177-3AD203B41FA5}">
                      <a16:colId xmlns:a16="http://schemas.microsoft.com/office/drawing/2014/main" val="20007"/>
                    </a:ext>
                  </a:extLst>
                </a:gridCol>
                <a:gridCol w="342900">
                  <a:extLst>
                    <a:ext uri="{9D8B030D-6E8A-4147-A177-3AD203B41FA5}">
                      <a16:colId xmlns:a16="http://schemas.microsoft.com/office/drawing/2014/main" val="20008"/>
                    </a:ext>
                  </a:extLst>
                </a:gridCol>
                <a:gridCol w="342900">
                  <a:extLst>
                    <a:ext uri="{9D8B030D-6E8A-4147-A177-3AD203B41FA5}">
                      <a16:colId xmlns:a16="http://schemas.microsoft.com/office/drawing/2014/main" val="20009"/>
                    </a:ext>
                  </a:extLst>
                </a:gridCol>
                <a:gridCol w="342900">
                  <a:extLst>
                    <a:ext uri="{9D8B030D-6E8A-4147-A177-3AD203B41FA5}">
                      <a16:colId xmlns:a16="http://schemas.microsoft.com/office/drawing/2014/main" val="20010"/>
                    </a:ext>
                  </a:extLst>
                </a:gridCol>
                <a:gridCol w="271474">
                  <a:extLst>
                    <a:ext uri="{9D8B030D-6E8A-4147-A177-3AD203B41FA5}">
                      <a16:colId xmlns:a16="http://schemas.microsoft.com/office/drawing/2014/main" val="20011"/>
                    </a:ext>
                  </a:extLst>
                </a:gridCol>
                <a:gridCol w="355918">
                  <a:extLst>
                    <a:ext uri="{9D8B030D-6E8A-4147-A177-3AD203B41FA5}">
                      <a16:colId xmlns:a16="http://schemas.microsoft.com/office/drawing/2014/main" val="20012"/>
                    </a:ext>
                  </a:extLst>
                </a:gridCol>
                <a:gridCol w="355918">
                  <a:extLst>
                    <a:ext uri="{9D8B030D-6E8A-4147-A177-3AD203B41FA5}">
                      <a16:colId xmlns:a16="http://schemas.microsoft.com/office/drawing/2014/main" val="20013"/>
                    </a:ext>
                  </a:extLst>
                </a:gridCol>
                <a:gridCol w="355918">
                  <a:extLst>
                    <a:ext uri="{9D8B030D-6E8A-4147-A177-3AD203B41FA5}">
                      <a16:colId xmlns:a16="http://schemas.microsoft.com/office/drawing/2014/main" val="20014"/>
                    </a:ext>
                  </a:extLst>
                </a:gridCol>
                <a:gridCol w="355918">
                  <a:extLst>
                    <a:ext uri="{9D8B030D-6E8A-4147-A177-3AD203B41FA5}">
                      <a16:colId xmlns:a16="http://schemas.microsoft.com/office/drawing/2014/main" val="20015"/>
                    </a:ext>
                  </a:extLst>
                </a:gridCol>
                <a:gridCol w="355918">
                  <a:extLst>
                    <a:ext uri="{9D8B030D-6E8A-4147-A177-3AD203B41FA5}">
                      <a16:colId xmlns:a16="http://schemas.microsoft.com/office/drawing/2014/main" val="20016"/>
                    </a:ext>
                  </a:extLst>
                </a:gridCol>
                <a:gridCol w="355918">
                  <a:extLst>
                    <a:ext uri="{9D8B030D-6E8A-4147-A177-3AD203B41FA5}">
                      <a16:colId xmlns:a16="http://schemas.microsoft.com/office/drawing/2014/main" val="20017"/>
                    </a:ext>
                  </a:extLst>
                </a:gridCol>
                <a:gridCol w="541337">
                  <a:extLst>
                    <a:ext uri="{9D8B030D-6E8A-4147-A177-3AD203B41FA5}">
                      <a16:colId xmlns:a16="http://schemas.microsoft.com/office/drawing/2014/main" val="20018"/>
                    </a:ext>
                  </a:extLst>
                </a:gridCol>
                <a:gridCol w="434975">
                  <a:extLst>
                    <a:ext uri="{9D8B030D-6E8A-4147-A177-3AD203B41FA5}">
                      <a16:colId xmlns:a16="http://schemas.microsoft.com/office/drawing/2014/main" val="20019"/>
                    </a:ext>
                  </a:extLst>
                </a:gridCol>
                <a:gridCol w="600075">
                  <a:extLst>
                    <a:ext uri="{9D8B030D-6E8A-4147-A177-3AD203B41FA5}">
                      <a16:colId xmlns:a16="http://schemas.microsoft.com/office/drawing/2014/main" val="20020"/>
                    </a:ext>
                  </a:extLst>
                </a:gridCol>
              </a:tblGrid>
              <a:tr h="443059">
                <a:tc rowSpan="2">
                  <a:txBody>
                    <a:bodyPr/>
                    <a:lstStyle/>
                    <a:p>
                      <a:pPr algn="ctr"/>
                      <a:r>
                        <a:rPr kumimoji="0" lang="en-IN" sz="900" b="1" kern="1200" dirty="0" err="1">
                          <a:solidFill>
                            <a:schemeClr val="lt1"/>
                          </a:solidFill>
                          <a:latin typeface="+mn-lt"/>
                          <a:ea typeface="+mn-ea"/>
                          <a:cs typeface="+mn-cs"/>
                        </a:rPr>
                        <a:t>SN</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QUAL</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DOP</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NOTE</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MARK</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REMARK</a:t>
                      </a:r>
                    </a:p>
                    <a:p>
                      <a:pPr algn="ctr" fontAlgn="ctr"/>
                      <a:r>
                        <a:rPr lang="en-US" sz="600" b="0" i="0" u="none" strike="noStrike" dirty="0">
                          <a:solidFill>
                            <a:srgbClr val="00B05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522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600" b="0" i="0" u="none" strike="noStrike" dirty="0">
                        <a:solidFill>
                          <a:srgbClr val="00B05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7058">
                <a:tc>
                  <a:txBody>
                    <a:bodyPr/>
                    <a:lstStyle/>
                    <a:p>
                      <a:pPr algn="ctr" fontAlgn="ctr"/>
                      <a:r>
                        <a:rPr lang="en-US" sz="900" b="0" i="0" u="none" strike="noStrike" dirty="0">
                          <a:solidFill>
                            <a:srgbClr val="000000"/>
                          </a:solidFill>
                          <a:latin typeface="Arial"/>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20-03-1972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27530">
                <a:tc>
                  <a:txBody>
                    <a:bodyPr/>
                    <a:lstStyle/>
                    <a:p>
                      <a:pPr algn="ctr" fontAlgn="ctr"/>
                      <a:r>
                        <a:rPr lang="en-US" sz="900" b="0" i="0" u="none" strike="noStrike">
                          <a:solidFill>
                            <a:srgbClr val="000000"/>
                          </a:solidFill>
                          <a:latin typeface="Arial"/>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12-05-1974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49440">
                <a:tc>
                  <a:txBody>
                    <a:bodyPr/>
                    <a:lstStyle/>
                    <a:p>
                      <a:pPr algn="ctr" fontAlgn="ctr"/>
                      <a:r>
                        <a:rPr lang="en-US" sz="900" b="0" i="0" u="none" strike="noStrike">
                          <a:solidFill>
                            <a:srgbClr val="000000"/>
                          </a:solidFill>
                          <a:latin typeface="Arial"/>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09-04-1975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1350">
                <a:tc>
                  <a:txBody>
                    <a:bodyPr/>
                    <a:lstStyle/>
                    <a:p>
                      <a:pPr algn="ctr" fontAlgn="ctr"/>
                      <a:r>
                        <a:rPr lang="en-US" sz="900" b="0" i="0" u="none" strike="noStrike">
                          <a:solidFill>
                            <a:srgbClr val="000000"/>
                          </a:solidFill>
                          <a:latin typeface="Arial"/>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11-07-1972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MSC</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err="1">
                          <a:solidFill>
                            <a:srgbClr val="000000"/>
                          </a:solidFill>
                          <a:latin typeface="Arial Narrow" pitchFamily="34" charset="0"/>
                        </a:rPr>
                        <a:t>C.CASE</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21822">
                <a:tc>
                  <a:txBody>
                    <a:bodyPr/>
                    <a:lstStyle/>
                    <a:p>
                      <a:pPr algn="ctr" fontAlgn="ctr"/>
                      <a:r>
                        <a:rPr lang="en-US" sz="900" b="0" i="0" u="none" strike="noStrike">
                          <a:solidFill>
                            <a:srgbClr val="000000"/>
                          </a:solidFill>
                          <a:latin typeface="Arial"/>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22-05-1979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10-05-2018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घ</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43732">
                <a:tc>
                  <a:txBody>
                    <a:bodyPr/>
                    <a:lstStyle/>
                    <a:p>
                      <a:pPr algn="ctr" fontAlgn="ctr"/>
                      <a:r>
                        <a:rPr lang="en-US" sz="900" b="0" i="0" u="none" strike="noStrike">
                          <a:solidFill>
                            <a:srgbClr val="000000"/>
                          </a:solidFill>
                          <a:latin typeface="Arial"/>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16-09-1980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10-05-2018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gn="ctr" fontAlgn="ctr"/>
                      <a:r>
                        <a:rPr lang="en-US" sz="900" b="0" i="0" u="none" strike="noStrike">
                          <a:solidFill>
                            <a:srgbClr val="000000"/>
                          </a:solidFill>
                          <a:latin typeface="Arial"/>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22-06-1977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10-05-2018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algn="ctr" fontAlgn="ctr"/>
                      <a:r>
                        <a:rPr lang="en-US" sz="900" b="0" i="0" u="none" strike="noStrike">
                          <a:solidFill>
                            <a:srgbClr val="000000"/>
                          </a:solidFill>
                          <a:latin typeface="Arial"/>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13-01-1978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MCOM</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hi-IN" sz="900" b="0" i="0" u="none" strike="noStrike" dirty="0">
                          <a:solidFill>
                            <a:srgbClr val="000000"/>
                          </a:solidFill>
                          <a:latin typeface="Arial"/>
                        </a:rPr>
                        <a:t>ST</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rgbClr val="E71D57"/>
                          </a:solidFill>
                          <a:latin typeface="Agency FB" pitchFamily="34" charset="0"/>
                          <a:ea typeface="+mn-ea"/>
                          <a:cs typeface="+mn-cs"/>
                        </a:rPr>
                        <a:t>N</a:t>
                      </a:r>
                      <a:endParaRPr kumimoji="0" lang="en-US" sz="120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38024">
                <a:tc>
                  <a:txBody>
                    <a:bodyPr/>
                    <a:lstStyle/>
                    <a:p>
                      <a:pPr algn="ctr" fontAlgn="ctr"/>
                      <a:r>
                        <a:rPr lang="en-US" sz="900" b="0" i="0" u="none" strike="noStrike">
                          <a:solidFill>
                            <a:srgbClr val="000000"/>
                          </a:solidFill>
                          <a:latin typeface="Arial"/>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900" b="0" i="0" u="none" strike="noStrike" kern="1200" dirty="0">
                          <a:solidFill>
                            <a:srgbClr val="000000"/>
                          </a:solidFill>
                          <a:latin typeface="Arial"/>
                          <a:ea typeface="+mn-ea"/>
                          <a:cs typeface="+mn-cs"/>
                        </a:rPr>
                        <a:t>07-12-1977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BSC</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ग</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algn="ctr" fontAlgn="ctr"/>
                      <a:r>
                        <a:rPr lang="en-US" sz="900" b="0" i="0" u="none" strike="noStrike">
                          <a:solidFill>
                            <a:srgbClr val="000000"/>
                          </a:solidFill>
                          <a:latin typeface="Arial"/>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900" b="0" i="0" u="none" strike="noStrike" kern="1200" dirty="0">
                          <a:solidFill>
                            <a:srgbClr val="000000"/>
                          </a:solidFill>
                          <a:latin typeface="Arial"/>
                          <a:ea typeface="+mn-ea"/>
                          <a:cs typeface="+mn-cs"/>
                        </a:rPr>
                        <a:t>21-08-1978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BCOM</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hi-IN" sz="1600" dirty="0"/>
                        <a:t>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8" name="TextBox 7">
            <a:extLst>
              <a:ext uri="{FF2B5EF4-FFF2-40B4-BE49-F238E27FC236}">
                <a16:creationId xmlns:a16="http://schemas.microsoft.com/office/drawing/2014/main" id="{B26363D7-79B7-D970-D983-FCDF9299E7F0}"/>
              </a:ext>
            </a:extLst>
          </p:cNvPr>
          <p:cNvSpPr txBox="1"/>
          <p:nvPr/>
        </p:nvSpPr>
        <p:spPr>
          <a:xfrm>
            <a:off x="10604538" y="2664068"/>
            <a:ext cx="540000" cy="384721"/>
          </a:xfrm>
          <a:prstGeom prst="rect">
            <a:avLst/>
          </a:prstGeom>
          <a:solidFill>
            <a:schemeClr val="accent2">
              <a:lumMod val="20000"/>
              <a:lumOff val="80000"/>
            </a:schemeClr>
          </a:solidFill>
          <a:ln>
            <a:solidFill>
              <a:schemeClr val="tx1"/>
            </a:solidFill>
          </a:ln>
        </p:spPr>
        <p:txBody>
          <a:bodyPr wrap="square" rtlCol="0" anchor="ctr">
            <a:spAutoFit/>
          </a:bodyPr>
          <a:lstStyle/>
          <a:p>
            <a:pPr algn="ctr" fontAlgn="ctr"/>
            <a:r>
              <a:rPr lang="hi-IN" sz="900" b="1" dirty="0">
                <a:solidFill>
                  <a:srgbClr val="000000"/>
                </a:solidFill>
                <a:latin typeface="Arial Narrow" pitchFamily="34" charset="0"/>
              </a:rPr>
              <a:t>TRIBAL </a:t>
            </a:r>
          </a:p>
          <a:p>
            <a:pPr algn="ctr" fontAlgn="ctr"/>
            <a:r>
              <a:rPr lang="hi-IN" sz="900" b="1" dirty="0">
                <a:solidFill>
                  <a:srgbClr val="000000"/>
                </a:solidFill>
                <a:latin typeface="Arial Narrow" pitchFamily="34" charset="0"/>
              </a:rPr>
              <a:t>2021</a:t>
            </a:r>
            <a:r>
              <a:rPr lang="hi-IN" sz="1000" b="1" dirty="0">
                <a:solidFill>
                  <a:srgbClr val="000000"/>
                </a:solidFill>
                <a:latin typeface="Arial Narrow" pitchFamily="34" charset="0"/>
              </a:rPr>
              <a:t> </a:t>
            </a:r>
            <a:endParaRPr lang="en-US" sz="1000" b="1" dirty="0">
              <a:solidFill>
                <a:srgbClr val="000000"/>
              </a:solidFill>
              <a:latin typeface="Arial Narrow" pitchFamily="34" charset="0"/>
            </a:endParaRPr>
          </a:p>
        </p:txBody>
      </p:sp>
      <p:sp>
        <p:nvSpPr>
          <p:cNvPr id="9" name="Flowchart: Preparation 8">
            <a:extLst>
              <a:ext uri="{FF2B5EF4-FFF2-40B4-BE49-F238E27FC236}">
                <a16:creationId xmlns:a16="http://schemas.microsoft.com/office/drawing/2014/main" id="{69B9031F-E01F-0E30-0C75-F661D51B0065}"/>
              </a:ext>
            </a:extLst>
          </p:cNvPr>
          <p:cNvSpPr/>
          <p:nvPr/>
        </p:nvSpPr>
        <p:spPr>
          <a:xfrm>
            <a:off x="10594014" y="2691253"/>
            <a:ext cx="540000" cy="324000"/>
          </a:xfrm>
          <a:prstGeom prst="flowChartPreparation">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461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2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1000"/>
                                        <p:tgtEl>
                                          <p:spTgt spid="9"/>
                                        </p:tgtEl>
                                      </p:cBhvr>
                                    </p:animEffect>
                                    <p:set>
                                      <p:cBhvr>
                                        <p:cTn id="22" dur="1" fill="hold">
                                          <p:stCondLst>
                                            <p:cond delay="9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10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6" presetClass="emph" presetSubtype="0" fill="hold" grpId="0" nodeType="clickEffect">
                                  <p:stCondLst>
                                    <p:cond delay="0"/>
                                  </p:stCondLst>
                                  <p:childTnLst>
                                    <p:animEffect transition="out" filter="fade">
                                      <p:cBhvr>
                                        <p:cTn id="31" dur="500" tmFilter="0, 0; .2, .5; .8, .5; 1, 0"/>
                                        <p:tgtEl>
                                          <p:spTgt spid="4"/>
                                        </p:tgtEl>
                                      </p:cBhvr>
                                    </p:animEffect>
                                    <p:animScale>
                                      <p:cBhvr>
                                        <p:cTn id="32"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P spid="9"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FB3A5-AF4A-7C16-6B20-C8EE3B6834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EC989-1844-7992-13F8-2C5D5B6EBFDD}"/>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REVIEW DPC PROPOSAL </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LOGIN </a:t>
            </a:r>
            <a:br>
              <a:rPr lang="en-IN" sz="2400" b="1" dirty="0">
                <a:solidFill>
                  <a:schemeClr val="accent3">
                    <a:lumMod val="50000"/>
                  </a:schemeClr>
                </a:solidFill>
                <a:effectLst>
                  <a:outerShdw blurRad="38100" dist="38100" dir="2700000" algn="tl">
                    <a:srgbClr val="000000">
                      <a:alpha val="43137"/>
                    </a:srgbClr>
                  </a:outerShdw>
                </a:effectLst>
              </a:rPr>
            </a:br>
            <a:r>
              <a:rPr lang="en-IN" sz="2000" b="1" dirty="0">
                <a:solidFill>
                  <a:schemeClr val="accent3">
                    <a:lumMod val="50000"/>
                  </a:schemeClr>
                </a:solidFill>
                <a:effectLst>
                  <a:outerShdw blurRad="38100" dist="38100" dir="2700000" algn="tl">
                    <a:srgbClr val="000000">
                      <a:alpha val="43137"/>
                    </a:srgbClr>
                  </a:outerShdw>
                </a:effectLst>
              </a:rPr>
              <a:t>(ADMINISTRATIVE HEAD)</a:t>
            </a:r>
            <a:br>
              <a:rPr lang="en-US" sz="2800" dirty="0"/>
            </a:br>
            <a:endParaRPr lang="en-US" sz="3200" dirty="0"/>
          </a:p>
        </p:txBody>
      </p:sp>
      <p:sp>
        <p:nvSpPr>
          <p:cNvPr id="12" name="Footer Placeholder 11">
            <a:extLst>
              <a:ext uri="{FF2B5EF4-FFF2-40B4-BE49-F238E27FC236}">
                <a16:creationId xmlns:a16="http://schemas.microsoft.com/office/drawing/2014/main" id="{E343D101-BA5E-9BDC-2EC6-0CF640947B1F}"/>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CD8A89EA-7FEB-8925-ED49-169E9BFD784E}"/>
              </a:ext>
            </a:extLst>
          </p:cNvPr>
          <p:cNvSpPr>
            <a:spLocks noGrp="1"/>
          </p:cNvSpPr>
          <p:nvPr>
            <p:ph type="sldNum" sz="quarter" idx="12"/>
          </p:nvPr>
        </p:nvSpPr>
        <p:spPr/>
        <p:txBody>
          <a:bodyPr/>
          <a:lstStyle/>
          <a:p>
            <a:fld id="{5BFCF61C-3B18-4C03-8326-CC3B32D710C9}" type="slidenum">
              <a:rPr lang="en-US" smtClean="0"/>
              <a:pPr/>
              <a:t>39</a:t>
            </a:fld>
            <a:endParaRPr lang="en-US" dirty="0"/>
          </a:p>
        </p:txBody>
      </p:sp>
      <p:sp>
        <p:nvSpPr>
          <p:cNvPr id="3" name="Content Placeholder 2">
            <a:extLst>
              <a:ext uri="{FF2B5EF4-FFF2-40B4-BE49-F238E27FC236}">
                <a16:creationId xmlns:a16="http://schemas.microsoft.com/office/drawing/2014/main" id="{F76BF1E0-46AD-6A5A-FB93-93F32891C8B9}"/>
              </a:ext>
            </a:extLst>
          </p:cNvPr>
          <p:cNvSpPr txBox="1">
            <a:spLocks/>
          </p:cNvSpPr>
          <p:nvPr/>
        </p:nvSpPr>
        <p:spPr>
          <a:xfrm>
            <a:off x="3456827" y="1013706"/>
            <a:ext cx="6515556" cy="3853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endParaRPr lang="en-IN" sz="1800"/>
          </a:p>
          <a:p>
            <a:pPr algn="just">
              <a:buFont typeface="Arial" panose="020B0604020202020204" pitchFamily="34" charset="0"/>
              <a:buNone/>
            </a:pPr>
            <a:endParaRPr lang="en-IN" sz="1800" dirty="0"/>
          </a:p>
        </p:txBody>
      </p:sp>
      <p:grpSp>
        <p:nvGrpSpPr>
          <p:cNvPr id="5" name="Group 16">
            <a:extLst>
              <a:ext uri="{FF2B5EF4-FFF2-40B4-BE49-F238E27FC236}">
                <a16:creationId xmlns:a16="http://schemas.microsoft.com/office/drawing/2014/main" id="{8392252E-E457-273A-D829-6EAFD0EB4BA6}"/>
              </a:ext>
            </a:extLst>
          </p:cNvPr>
          <p:cNvGrpSpPr/>
          <p:nvPr/>
        </p:nvGrpSpPr>
        <p:grpSpPr>
          <a:xfrm>
            <a:off x="3644733" y="931040"/>
            <a:ext cx="7715304" cy="4714264"/>
            <a:chOff x="785786" y="1643694"/>
            <a:chExt cx="7715304" cy="4714264"/>
          </a:xfrm>
        </p:grpSpPr>
        <p:pic>
          <p:nvPicPr>
            <p:cNvPr id="6" name="Picture 5" descr="LOGIN_FORM.PNG">
              <a:extLst>
                <a:ext uri="{FF2B5EF4-FFF2-40B4-BE49-F238E27FC236}">
                  <a16:creationId xmlns:a16="http://schemas.microsoft.com/office/drawing/2014/main" id="{0E522576-9425-B93C-4A28-B44D5BC513A4}"/>
                </a:ext>
              </a:extLst>
            </p:cNvPr>
            <p:cNvPicPr>
              <a:picLocks noChangeAspect="1"/>
            </p:cNvPicPr>
            <p:nvPr/>
          </p:nvPicPr>
          <p:blipFill>
            <a:blip r:embed="rId3"/>
            <a:stretch>
              <a:fillRect/>
            </a:stretch>
          </p:blipFill>
          <p:spPr>
            <a:xfrm>
              <a:off x="785786" y="1643694"/>
              <a:ext cx="7715304" cy="4714264"/>
            </a:xfrm>
            <a:prstGeom prst="rect">
              <a:avLst/>
            </a:prstGeom>
          </p:spPr>
        </p:pic>
        <p:sp>
          <p:nvSpPr>
            <p:cNvPr id="7" name="TextBox 6">
              <a:extLst>
                <a:ext uri="{FF2B5EF4-FFF2-40B4-BE49-F238E27FC236}">
                  <a16:creationId xmlns:a16="http://schemas.microsoft.com/office/drawing/2014/main" id="{091B9E00-9574-9CB9-D2BA-6A30F2CF32B2}"/>
                </a:ext>
              </a:extLst>
            </p:cNvPr>
            <p:cNvSpPr txBox="1"/>
            <p:nvPr/>
          </p:nvSpPr>
          <p:spPr>
            <a:xfrm>
              <a:off x="785786" y="2822056"/>
              <a:ext cx="7715304" cy="369332"/>
            </a:xfrm>
            <a:prstGeom prst="rect">
              <a:avLst/>
            </a:prstGeom>
            <a:solidFill>
              <a:schemeClr val="tx1">
                <a:lumMod val="75000"/>
                <a:lumOff val="25000"/>
              </a:schemeClr>
            </a:solidFill>
          </p:spPr>
          <p:txBody>
            <a:bodyPr wrap="square" rtlCol="0">
              <a:spAutoFit/>
            </a:bodyPr>
            <a:lstStyle/>
            <a:p>
              <a:pPr algn="ctr"/>
              <a:r>
                <a:rPr lang="hi-IN" dirty="0">
                  <a:solidFill>
                    <a:schemeClr val="bg1"/>
                  </a:solidFill>
                  <a:latin typeface="Arial" pitchFamily="34" charset="0"/>
                  <a:cs typeface="Arial" pitchFamily="34" charset="0"/>
                </a:rPr>
                <a:t>LOGIN PAGE FOR </a:t>
              </a:r>
              <a:r>
                <a:rPr lang="en-US" dirty="0">
                  <a:solidFill>
                    <a:schemeClr val="bg1"/>
                  </a:solidFill>
                  <a:latin typeface="Arial" pitchFamily="34" charset="0"/>
                  <a:cs typeface="Arial" pitchFamily="34" charset="0"/>
                </a:rPr>
                <a:t>AH</a:t>
              </a:r>
              <a:endParaRPr lang="en-IN" dirty="0">
                <a:latin typeface="Arial" pitchFamily="34" charset="0"/>
                <a:cs typeface="Arial" pitchFamily="34" charset="0"/>
              </a:endParaRPr>
            </a:p>
          </p:txBody>
        </p:sp>
        <p:sp>
          <p:nvSpPr>
            <p:cNvPr id="8" name="TextBox 7">
              <a:extLst>
                <a:ext uri="{FF2B5EF4-FFF2-40B4-BE49-F238E27FC236}">
                  <a16:creationId xmlns:a16="http://schemas.microsoft.com/office/drawing/2014/main" id="{5B17EB03-9426-6871-C1E9-DF59A3AF15F5}"/>
                </a:ext>
              </a:extLst>
            </p:cNvPr>
            <p:cNvSpPr txBox="1"/>
            <p:nvPr/>
          </p:nvSpPr>
          <p:spPr>
            <a:xfrm>
              <a:off x="871512" y="3819131"/>
              <a:ext cx="7458127" cy="468622"/>
            </a:xfrm>
            <a:prstGeom prst="rect">
              <a:avLst/>
            </a:prstGeom>
            <a:solidFill>
              <a:schemeClr val="bg1"/>
            </a:solidFill>
          </p:spPr>
          <p:txBody>
            <a:bodyPr wrap="square" rtlCol="0">
              <a:spAutoFit/>
            </a:bodyPr>
            <a:lstStyle/>
            <a:p>
              <a:endParaRPr lang="en-IN" dirty="0"/>
            </a:p>
          </p:txBody>
        </p:sp>
      </p:grpSp>
      <p:sp>
        <p:nvSpPr>
          <p:cNvPr id="9" name="TextBox 8">
            <a:extLst>
              <a:ext uri="{FF2B5EF4-FFF2-40B4-BE49-F238E27FC236}">
                <a16:creationId xmlns:a16="http://schemas.microsoft.com/office/drawing/2014/main" id="{F282FB86-992A-7901-2CB6-48A88C4D0450}"/>
              </a:ext>
            </a:extLst>
          </p:cNvPr>
          <p:cNvSpPr txBox="1"/>
          <p:nvPr/>
        </p:nvSpPr>
        <p:spPr>
          <a:xfrm>
            <a:off x="6216501" y="3287850"/>
            <a:ext cx="857256" cy="215444"/>
          </a:xfrm>
          <a:prstGeom prst="rect">
            <a:avLst/>
          </a:prstGeom>
          <a:noFill/>
        </p:spPr>
        <p:txBody>
          <a:bodyPr wrap="square" rtlCol="0">
            <a:spAutoFit/>
          </a:bodyPr>
          <a:lstStyle/>
          <a:p>
            <a:r>
              <a:rPr lang="hi-IN" sz="800" dirty="0"/>
              <a:t>AADHAR  NO</a:t>
            </a:r>
            <a:endParaRPr lang="en-US" sz="800" dirty="0"/>
          </a:p>
        </p:txBody>
      </p:sp>
      <p:sp>
        <p:nvSpPr>
          <p:cNvPr id="10" name="TextBox 9">
            <a:extLst>
              <a:ext uri="{FF2B5EF4-FFF2-40B4-BE49-F238E27FC236}">
                <a16:creationId xmlns:a16="http://schemas.microsoft.com/office/drawing/2014/main" id="{E4DB677B-9389-FB33-55F6-ED0A1920EC98}"/>
              </a:ext>
            </a:extLst>
          </p:cNvPr>
          <p:cNvSpPr txBox="1"/>
          <p:nvPr/>
        </p:nvSpPr>
        <p:spPr>
          <a:xfrm>
            <a:off x="6645129" y="3544336"/>
            <a:ext cx="428628" cy="215444"/>
          </a:xfrm>
          <a:prstGeom prst="rect">
            <a:avLst/>
          </a:prstGeom>
          <a:noFill/>
        </p:spPr>
        <p:txBody>
          <a:bodyPr wrap="square" rtlCol="0">
            <a:spAutoFit/>
          </a:bodyPr>
          <a:lstStyle/>
          <a:p>
            <a:r>
              <a:rPr lang="hi-IN" sz="800" dirty="0"/>
              <a:t>OTP</a:t>
            </a:r>
            <a:endParaRPr lang="en-US" sz="800" dirty="0"/>
          </a:p>
        </p:txBody>
      </p:sp>
      <p:sp>
        <p:nvSpPr>
          <p:cNvPr id="11" name="TextBox 10">
            <a:extLst>
              <a:ext uri="{FF2B5EF4-FFF2-40B4-BE49-F238E27FC236}">
                <a16:creationId xmlns:a16="http://schemas.microsoft.com/office/drawing/2014/main" id="{205C97A2-A17F-45DF-14A8-8352CFB29E72}"/>
              </a:ext>
            </a:extLst>
          </p:cNvPr>
          <p:cNvSpPr txBox="1"/>
          <p:nvPr/>
        </p:nvSpPr>
        <p:spPr>
          <a:xfrm>
            <a:off x="7002319" y="3287850"/>
            <a:ext cx="1857388" cy="230832"/>
          </a:xfrm>
          <a:prstGeom prst="rect">
            <a:avLst/>
          </a:prstGeom>
          <a:noFill/>
          <a:ln>
            <a:solidFill>
              <a:schemeClr val="tx1"/>
            </a:solidFill>
          </a:ln>
        </p:spPr>
        <p:txBody>
          <a:bodyPr wrap="square" rtlCol="0">
            <a:spAutoFit/>
          </a:bodyPr>
          <a:lstStyle/>
          <a:p>
            <a:r>
              <a:rPr lang="en-IN" sz="900" b="1" dirty="0">
                <a:solidFill>
                  <a:schemeClr val="bg1"/>
                </a:solidFill>
                <a:latin typeface="+mj-lt"/>
              </a:rPr>
              <a:t>999048447606</a:t>
            </a:r>
            <a:endParaRPr lang="en-US" sz="900" b="1" dirty="0">
              <a:solidFill>
                <a:schemeClr val="bg1"/>
              </a:solidFill>
              <a:latin typeface="+mj-lt"/>
            </a:endParaRPr>
          </a:p>
        </p:txBody>
      </p:sp>
      <p:sp>
        <p:nvSpPr>
          <p:cNvPr id="14" name="TextBox 13">
            <a:extLst>
              <a:ext uri="{FF2B5EF4-FFF2-40B4-BE49-F238E27FC236}">
                <a16:creationId xmlns:a16="http://schemas.microsoft.com/office/drawing/2014/main" id="{7F6C5BA9-CA69-A2AA-1DE0-62882A1E8358}"/>
              </a:ext>
            </a:extLst>
          </p:cNvPr>
          <p:cNvSpPr txBox="1"/>
          <p:nvPr/>
        </p:nvSpPr>
        <p:spPr>
          <a:xfrm>
            <a:off x="7002319" y="3544336"/>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pic>
        <p:nvPicPr>
          <p:cNvPr id="15" name="Picture 14" descr="aadhar.png">
            <a:extLst>
              <a:ext uri="{FF2B5EF4-FFF2-40B4-BE49-F238E27FC236}">
                <a16:creationId xmlns:a16="http://schemas.microsoft.com/office/drawing/2014/main" id="{8F21CA90-D876-E4C1-78B1-A23A3AACC8B6}"/>
              </a:ext>
            </a:extLst>
          </p:cNvPr>
          <p:cNvPicPr>
            <a:picLocks noChangeAspect="1"/>
          </p:cNvPicPr>
          <p:nvPr/>
        </p:nvPicPr>
        <p:blipFill>
          <a:blip r:embed="rId4"/>
          <a:stretch>
            <a:fillRect/>
          </a:stretch>
        </p:blipFill>
        <p:spPr>
          <a:xfrm>
            <a:off x="9645525" y="3073536"/>
            <a:ext cx="857256" cy="551094"/>
          </a:xfrm>
          <a:prstGeom prst="rect">
            <a:avLst/>
          </a:prstGeom>
        </p:spPr>
      </p:pic>
      <p:sp>
        <p:nvSpPr>
          <p:cNvPr id="16" name="TextBox 15">
            <a:extLst>
              <a:ext uri="{FF2B5EF4-FFF2-40B4-BE49-F238E27FC236}">
                <a16:creationId xmlns:a16="http://schemas.microsoft.com/office/drawing/2014/main" id="{04482B51-3D9F-DF1A-A272-95EE40D97D5C}"/>
              </a:ext>
            </a:extLst>
          </p:cNvPr>
          <p:cNvSpPr txBox="1"/>
          <p:nvPr/>
        </p:nvSpPr>
        <p:spPr>
          <a:xfrm>
            <a:off x="7014039" y="3830088"/>
            <a:ext cx="1857388" cy="215444"/>
          </a:xfrm>
          <a:prstGeom prst="rect">
            <a:avLst/>
          </a:prstGeom>
          <a:noFill/>
          <a:ln>
            <a:solidFill>
              <a:schemeClr val="tx1"/>
            </a:solidFill>
          </a:ln>
        </p:spPr>
        <p:txBody>
          <a:bodyPr wrap="square" rtlCol="0">
            <a:spAutoFit/>
          </a:bodyPr>
          <a:lstStyle/>
          <a:p>
            <a:r>
              <a:rPr lang="en-IN" sz="800" b="1" dirty="0" err="1">
                <a:solidFill>
                  <a:schemeClr val="bg1"/>
                </a:solidFill>
              </a:rPr>
              <a:t>AH_HEdu</a:t>
            </a:r>
            <a:endParaRPr lang="en-US" sz="800" b="1" dirty="0">
              <a:solidFill>
                <a:schemeClr val="bg1"/>
              </a:solidFill>
            </a:endParaRPr>
          </a:p>
        </p:txBody>
      </p:sp>
      <p:sp>
        <p:nvSpPr>
          <p:cNvPr id="17" name="TextBox 16">
            <a:extLst>
              <a:ext uri="{FF2B5EF4-FFF2-40B4-BE49-F238E27FC236}">
                <a16:creationId xmlns:a16="http://schemas.microsoft.com/office/drawing/2014/main" id="{A55DA9F9-4197-A065-F8C2-874B6A215269}"/>
              </a:ext>
            </a:extLst>
          </p:cNvPr>
          <p:cNvSpPr txBox="1"/>
          <p:nvPr/>
        </p:nvSpPr>
        <p:spPr>
          <a:xfrm>
            <a:off x="7014039" y="4132844"/>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sp>
        <p:nvSpPr>
          <p:cNvPr id="18" name="TextBox 17">
            <a:extLst>
              <a:ext uri="{FF2B5EF4-FFF2-40B4-BE49-F238E27FC236}">
                <a16:creationId xmlns:a16="http://schemas.microsoft.com/office/drawing/2014/main" id="{A89C985C-3173-2BCB-9B09-6F924886130F}"/>
              </a:ext>
            </a:extLst>
          </p:cNvPr>
          <p:cNvSpPr txBox="1"/>
          <p:nvPr/>
        </p:nvSpPr>
        <p:spPr>
          <a:xfrm>
            <a:off x="9002583" y="3645040"/>
            <a:ext cx="2214578" cy="553998"/>
          </a:xfrm>
          <a:prstGeom prst="rect">
            <a:avLst/>
          </a:prstGeom>
          <a:noFill/>
        </p:spPr>
        <p:txBody>
          <a:bodyPr wrap="square" rtlCol="0">
            <a:spAutoFit/>
          </a:bodyPr>
          <a:lstStyle/>
          <a:p>
            <a:r>
              <a:rPr lang="en-IN" sz="1000" b="1" dirty="0"/>
              <a:t>By providing </a:t>
            </a:r>
            <a:r>
              <a:rPr lang="en-IN" sz="1000" b="1" dirty="0" err="1"/>
              <a:t>Aadhar</a:t>
            </a:r>
            <a:r>
              <a:rPr lang="en-IN" sz="1000" b="1" dirty="0"/>
              <a:t> No. And </a:t>
            </a:r>
            <a:r>
              <a:rPr lang="en-IN" sz="1000" b="1" dirty="0" err="1"/>
              <a:t>Aadhar</a:t>
            </a:r>
            <a:r>
              <a:rPr lang="en-IN" sz="1000" b="1" dirty="0"/>
              <a:t> </a:t>
            </a:r>
            <a:r>
              <a:rPr lang="en-IN" sz="1000" b="1" dirty="0" err="1"/>
              <a:t>OTP</a:t>
            </a:r>
            <a:r>
              <a:rPr lang="en-IN" sz="1000" b="1" dirty="0"/>
              <a:t> you are digitally signing  th</a:t>
            </a:r>
            <a:r>
              <a:rPr lang="en-IN" sz="1000" dirty="0"/>
              <a:t>e content.</a:t>
            </a:r>
            <a:endParaRPr lang="en-US" sz="1000" b="1" dirty="0"/>
          </a:p>
        </p:txBody>
      </p:sp>
      <p:pic>
        <p:nvPicPr>
          <p:cNvPr id="19" name="Picture 18" descr="MOBILE.jpg">
            <a:extLst>
              <a:ext uri="{FF2B5EF4-FFF2-40B4-BE49-F238E27FC236}">
                <a16:creationId xmlns:a16="http://schemas.microsoft.com/office/drawing/2014/main" id="{7FEF600A-D98F-A846-93E1-22B34E05DC2B}"/>
              </a:ext>
            </a:extLst>
          </p:cNvPr>
          <p:cNvPicPr>
            <a:picLocks noChangeAspect="1"/>
          </p:cNvPicPr>
          <p:nvPr/>
        </p:nvPicPr>
        <p:blipFill>
          <a:blip r:embed="rId5" cstate="print"/>
          <a:stretch>
            <a:fillRect/>
          </a:stretch>
        </p:blipFill>
        <p:spPr>
          <a:xfrm>
            <a:off x="4359113" y="3162336"/>
            <a:ext cx="592936" cy="1143008"/>
          </a:xfrm>
          <a:prstGeom prst="rect">
            <a:avLst/>
          </a:prstGeom>
        </p:spPr>
      </p:pic>
      <p:sp>
        <p:nvSpPr>
          <p:cNvPr id="20" name="Left Arrow 36">
            <a:extLst>
              <a:ext uri="{FF2B5EF4-FFF2-40B4-BE49-F238E27FC236}">
                <a16:creationId xmlns:a16="http://schemas.microsoft.com/office/drawing/2014/main" id="{A6CCFDFC-EE70-C520-CC38-1542FADAA319}"/>
              </a:ext>
            </a:extLst>
          </p:cNvPr>
          <p:cNvSpPr/>
          <p:nvPr/>
        </p:nvSpPr>
        <p:spPr>
          <a:xfrm>
            <a:off x="4930617" y="3331152"/>
            <a:ext cx="1285884" cy="99574"/>
          </a:xfrm>
          <a:prstGeom prst="lef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37">
            <a:extLst>
              <a:ext uri="{FF2B5EF4-FFF2-40B4-BE49-F238E27FC236}">
                <a16:creationId xmlns:a16="http://schemas.microsoft.com/office/drawing/2014/main" id="{C95C257D-FD50-B668-9CA9-2F506039CC46}"/>
              </a:ext>
            </a:extLst>
          </p:cNvPr>
          <p:cNvSpPr/>
          <p:nvPr/>
        </p:nvSpPr>
        <p:spPr>
          <a:xfrm>
            <a:off x="5002055" y="3573602"/>
            <a:ext cx="1643074" cy="115838"/>
          </a:xfrm>
          <a:prstGeom prst="righ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0519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iterate type="lt">
                                    <p:tmPct val="10000"/>
                                  </p:iterate>
                                  <p:childTnLst>
                                    <p:animClr clrSpc="rgb" dir="cw">
                                      <p:cBhvr override="childStyle">
                                        <p:cTn id="6" dur="500" fill="hold"/>
                                        <p:tgtEl>
                                          <p:spTgt spid="11"/>
                                        </p:tgtEl>
                                        <p:attrNameLst>
                                          <p:attrName>style.color</p:attrName>
                                        </p:attrNameLst>
                                      </p:cBhvr>
                                      <p:to>
                                        <a:schemeClr val="tx1"/>
                                      </p:to>
                                    </p:animClr>
                                  </p:childTnLst>
                                </p:cTn>
                              </p:par>
                            </p:childTnLst>
                          </p:cTn>
                        </p:par>
                        <p:par>
                          <p:cTn id="7" fill="hold">
                            <p:stCondLst>
                              <p:cond delay="1050"/>
                            </p:stCondLst>
                            <p:childTnLst>
                              <p:par>
                                <p:cTn id="8" presetID="22" presetClass="entr" presetSubtype="2"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par>
                          <p:cTn id="11" fill="hold">
                            <p:stCondLst>
                              <p:cond delay="1550"/>
                            </p:stCondLst>
                            <p:childTnLst>
                              <p:par>
                                <p:cTn id="12" presetID="22" presetClass="entr" presetSubtype="8" fill="hold" grpId="0" nodeType="after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left)">
                                      <p:cBhvr>
                                        <p:cTn id="14" dur="500"/>
                                        <p:tgtEl>
                                          <p:spTgt spid="21"/>
                                        </p:tgtEl>
                                      </p:cBhvr>
                                    </p:animEffect>
                                  </p:childTnLst>
                                </p:cTn>
                              </p:par>
                            </p:childTnLst>
                          </p:cTn>
                        </p:par>
                        <p:par>
                          <p:cTn id="15" fill="hold">
                            <p:stCondLst>
                              <p:cond delay="2050"/>
                            </p:stCondLst>
                            <p:childTnLst>
                              <p:par>
                                <p:cTn id="16" presetID="3" presetClass="emph" presetSubtype="2" fill="hold" grpId="0" nodeType="afterEffect">
                                  <p:stCondLst>
                                    <p:cond delay="0"/>
                                  </p:stCondLst>
                                  <p:iterate type="lt">
                                    <p:tmPct val="10000"/>
                                  </p:iterate>
                                  <p:childTnLst>
                                    <p:animClr clrSpc="rgb" dir="cw">
                                      <p:cBhvr override="childStyle">
                                        <p:cTn id="17" dur="500" fill="hold"/>
                                        <p:tgtEl>
                                          <p:spTgt spid="14"/>
                                        </p:tgtEl>
                                        <p:attrNameLst>
                                          <p:attrName>style.color</p:attrName>
                                        </p:attrNameLst>
                                      </p:cBhvr>
                                      <p:to>
                                        <a:schemeClr val="tx1"/>
                                      </p:to>
                                    </p:animClr>
                                  </p:childTnLst>
                                </p:cTn>
                              </p:par>
                            </p:childTnLst>
                          </p:cTn>
                        </p:par>
                        <p:par>
                          <p:cTn id="18" fill="hold">
                            <p:stCondLst>
                              <p:cond delay="3000"/>
                            </p:stCondLst>
                            <p:childTnLst>
                              <p:par>
                                <p:cTn id="19" presetID="3" presetClass="emph" presetSubtype="2" fill="hold" grpId="0" nodeType="afterEffect">
                                  <p:stCondLst>
                                    <p:cond delay="0"/>
                                  </p:stCondLst>
                                  <p:iterate type="lt">
                                    <p:tmPct val="10000"/>
                                  </p:iterate>
                                  <p:childTnLst>
                                    <p:animClr clrSpc="rgb" dir="cw">
                                      <p:cBhvr override="childStyle">
                                        <p:cTn id="20" dur="500" fill="hold"/>
                                        <p:tgtEl>
                                          <p:spTgt spid="16"/>
                                        </p:tgtEl>
                                        <p:attrNameLst>
                                          <p:attrName>style.color</p:attrName>
                                        </p:attrNameLst>
                                      </p:cBhvr>
                                      <p:to>
                                        <a:schemeClr val="tx1"/>
                                      </p:to>
                                    </p:animClr>
                                  </p:childTnLst>
                                </p:cTn>
                              </p:par>
                            </p:childTnLst>
                          </p:cTn>
                        </p:par>
                        <p:par>
                          <p:cTn id="21" fill="hold">
                            <p:stCondLst>
                              <p:cond delay="3800"/>
                            </p:stCondLst>
                            <p:childTnLst>
                              <p:par>
                                <p:cTn id="22" presetID="3" presetClass="emph" presetSubtype="2" fill="hold" grpId="0" nodeType="afterEffect">
                                  <p:stCondLst>
                                    <p:cond delay="0"/>
                                  </p:stCondLst>
                                  <p:iterate type="lt">
                                    <p:tmPct val="10000"/>
                                  </p:iterate>
                                  <p:childTnLst>
                                    <p:animClr clrSpc="rgb" dir="cw">
                                      <p:cBhvr override="childStyle">
                                        <p:cTn id="23" dur="2000" fill="hold"/>
                                        <p:tgtEl>
                                          <p:spTgt spid="17"/>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6" grpId="0" animBg="1"/>
      <p:bldP spid="17" grpId="0" animBg="1"/>
      <p:bldP spid="20" grpId="0" animBg="1"/>
      <p:bldP spid="2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39735-1965-C0F5-1512-5031FCFFE7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52B7A8-601E-AAD8-8732-DB90570B4813}"/>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REVIEW DPC PROPOSAL </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APPROVAL</a:t>
            </a:r>
            <a:br>
              <a:rPr lang="en-IN" sz="2400" b="1" dirty="0">
                <a:solidFill>
                  <a:schemeClr val="accent3">
                    <a:lumMod val="50000"/>
                  </a:schemeClr>
                </a:solidFill>
                <a:effectLst>
                  <a:outerShdw blurRad="38100" dist="38100" dir="2700000" algn="tl">
                    <a:srgbClr val="000000">
                      <a:alpha val="43137"/>
                    </a:srgbClr>
                  </a:outerShdw>
                </a:effectLst>
              </a:rPr>
            </a:br>
            <a:r>
              <a:rPr lang="en-IN" sz="2000" b="1" dirty="0">
                <a:solidFill>
                  <a:schemeClr val="accent3">
                    <a:lumMod val="50000"/>
                  </a:schemeClr>
                </a:solidFill>
                <a:effectLst>
                  <a:outerShdw blurRad="38100" dist="38100" dir="2700000" algn="tl">
                    <a:srgbClr val="000000">
                      <a:alpha val="43137"/>
                    </a:srgbClr>
                  </a:outerShdw>
                </a:effectLst>
              </a:rPr>
              <a:t>(ADMINISTRATIVE HEAD)</a:t>
            </a:r>
            <a:br>
              <a:rPr lang="en-US" sz="2800" dirty="0"/>
            </a:br>
            <a:endParaRPr lang="en-US" sz="3200" dirty="0"/>
          </a:p>
        </p:txBody>
      </p:sp>
      <p:sp>
        <p:nvSpPr>
          <p:cNvPr id="12" name="Footer Placeholder 11">
            <a:extLst>
              <a:ext uri="{FF2B5EF4-FFF2-40B4-BE49-F238E27FC236}">
                <a16:creationId xmlns:a16="http://schemas.microsoft.com/office/drawing/2014/main" id="{96595259-2280-2D4A-0908-126761EA81EF}"/>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CAD205A8-1608-CB1C-9FBA-E6EFC198CC1F}"/>
              </a:ext>
            </a:extLst>
          </p:cNvPr>
          <p:cNvSpPr>
            <a:spLocks noGrp="1"/>
          </p:cNvSpPr>
          <p:nvPr>
            <p:ph type="sldNum" sz="quarter" idx="12"/>
          </p:nvPr>
        </p:nvSpPr>
        <p:spPr/>
        <p:txBody>
          <a:bodyPr/>
          <a:lstStyle/>
          <a:p>
            <a:fld id="{5BFCF61C-3B18-4C03-8326-CC3B32D710C9}" type="slidenum">
              <a:rPr lang="en-US" smtClean="0"/>
              <a:pPr/>
              <a:t>40</a:t>
            </a:fld>
            <a:endParaRPr lang="en-US" dirty="0"/>
          </a:p>
        </p:txBody>
      </p:sp>
      <p:sp>
        <p:nvSpPr>
          <p:cNvPr id="3" name="TextBox 2">
            <a:extLst>
              <a:ext uri="{FF2B5EF4-FFF2-40B4-BE49-F238E27FC236}">
                <a16:creationId xmlns:a16="http://schemas.microsoft.com/office/drawing/2014/main" id="{1B1F5661-FCA2-AA01-BE8E-232A2448A018}"/>
              </a:ext>
            </a:extLst>
          </p:cNvPr>
          <p:cNvSpPr txBox="1"/>
          <p:nvPr/>
        </p:nvSpPr>
        <p:spPr>
          <a:xfrm>
            <a:off x="3475498" y="896301"/>
            <a:ext cx="8286808" cy="461665"/>
          </a:xfrm>
          <a:prstGeom prst="rect">
            <a:avLst/>
          </a:prstGeom>
          <a:noFill/>
        </p:spPr>
        <p:txBody>
          <a:bodyPr wrap="square" rtlCol="0">
            <a:spAutoFit/>
          </a:bodyPr>
          <a:lstStyle/>
          <a:p>
            <a:pPr algn="ctr"/>
            <a:r>
              <a:rPr lang="hi-IN" sz="2400" b="1" dirty="0">
                <a:latin typeface="Kokila" panose="020B0604020202020204" pitchFamily="34" charset="0"/>
                <a:cs typeface="Kokila" panose="020B0604020202020204" pitchFamily="34" charset="0"/>
              </a:rPr>
              <a:t>20</a:t>
            </a:r>
            <a:r>
              <a:rPr lang="en-IN" sz="2400" b="1" dirty="0">
                <a:latin typeface="Kokila" panose="020B0604020202020204" pitchFamily="34" charset="0"/>
                <a:cs typeface="Kokila" panose="020B0604020202020204" pitchFamily="34" charset="0"/>
              </a:rPr>
              <a:t>26</a:t>
            </a:r>
            <a:r>
              <a:rPr lang="hi-IN" sz="2400" b="1" dirty="0">
                <a:latin typeface="Kokila" panose="020B0604020202020204" pitchFamily="34" charset="0"/>
                <a:cs typeface="Kokila" panose="020B0604020202020204" pitchFamily="34" charset="0"/>
              </a:rPr>
              <a:t> की स्थिति में अवर सचिवों के मूल्यान्कन पत्रक</a:t>
            </a:r>
            <a:endParaRPr lang="en-IN" sz="2400" b="1" dirty="0">
              <a:latin typeface="Kokila" panose="020B0604020202020204" pitchFamily="34" charset="0"/>
              <a:cs typeface="Kokila" panose="020B0604020202020204" pitchFamily="34" charset="0"/>
            </a:endParaRPr>
          </a:p>
        </p:txBody>
      </p:sp>
      <p:sp>
        <p:nvSpPr>
          <p:cNvPr id="4" name="TextBox 3">
            <a:extLst>
              <a:ext uri="{FF2B5EF4-FFF2-40B4-BE49-F238E27FC236}">
                <a16:creationId xmlns:a16="http://schemas.microsoft.com/office/drawing/2014/main" id="{5766E37F-D021-4457-4C39-5A1A7FCAEB40}"/>
              </a:ext>
            </a:extLst>
          </p:cNvPr>
          <p:cNvSpPr txBox="1"/>
          <p:nvPr/>
        </p:nvSpPr>
        <p:spPr>
          <a:xfrm>
            <a:off x="4332754" y="1706261"/>
            <a:ext cx="6572296" cy="369332"/>
          </a:xfrm>
          <a:prstGeom prst="rect">
            <a:avLst/>
          </a:prstGeom>
          <a:noFill/>
        </p:spPr>
        <p:txBody>
          <a:bodyPr wrap="square" rtlCol="0">
            <a:spAutoFit/>
          </a:bodyPr>
          <a:lstStyle/>
          <a:p>
            <a:pPr algn="ctr"/>
            <a:r>
              <a:rPr lang="hi-IN" dirty="0"/>
              <a:t>पदोन्नति हेतु कुल विचार्य संख्या –</a:t>
            </a:r>
            <a:r>
              <a:rPr lang="hi-IN" b="1" dirty="0"/>
              <a:t> </a:t>
            </a:r>
            <a:r>
              <a:rPr lang="hi-IN" b="1" dirty="0">
                <a:solidFill>
                  <a:schemeClr val="tx1">
                    <a:lumMod val="50000"/>
                    <a:lumOff val="50000"/>
                  </a:schemeClr>
                </a:solidFill>
              </a:rPr>
              <a:t>2 X 2 + 4 </a:t>
            </a:r>
            <a:r>
              <a:rPr lang="hi-IN" b="1" dirty="0"/>
              <a:t>= 8</a:t>
            </a:r>
            <a:endParaRPr lang="en-IN" b="1" dirty="0"/>
          </a:p>
        </p:txBody>
      </p:sp>
      <p:graphicFrame>
        <p:nvGraphicFramePr>
          <p:cNvPr id="5" name="Table 4">
            <a:extLst>
              <a:ext uri="{FF2B5EF4-FFF2-40B4-BE49-F238E27FC236}">
                <a16:creationId xmlns:a16="http://schemas.microsoft.com/office/drawing/2014/main" id="{81C64239-F07D-A38C-056A-6AAB03106512}"/>
              </a:ext>
            </a:extLst>
          </p:cNvPr>
          <p:cNvGraphicFramePr>
            <a:graphicFrameLocks noGrp="1"/>
          </p:cNvGraphicFramePr>
          <p:nvPr>
            <p:extLst>
              <p:ext uri="{D42A27DB-BD31-4B8C-83A1-F6EECF244321}">
                <p14:modId xmlns:p14="http://schemas.microsoft.com/office/powerpoint/2010/main" val="2489562257"/>
              </p:ext>
            </p:extLst>
          </p:nvPr>
        </p:nvGraphicFramePr>
        <p:xfrm>
          <a:off x="3223797" y="1531558"/>
          <a:ext cx="8968203" cy="3691028"/>
        </p:xfrm>
        <a:graphic>
          <a:graphicData uri="http://schemas.openxmlformats.org/drawingml/2006/table">
            <a:tbl>
              <a:tblPr firstRow="1" bandRow="1">
                <a:tableStyleId>{5C22544A-7EE6-4342-B048-85BDC9FD1C3A}</a:tableStyleId>
              </a:tblPr>
              <a:tblGrid>
                <a:gridCol w="255648">
                  <a:extLst>
                    <a:ext uri="{9D8B030D-6E8A-4147-A177-3AD203B41FA5}">
                      <a16:colId xmlns:a16="http://schemas.microsoft.com/office/drawing/2014/main" val="20000"/>
                    </a:ext>
                  </a:extLst>
                </a:gridCol>
                <a:gridCol w="571504">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642942">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428628">
                  <a:extLst>
                    <a:ext uri="{9D8B030D-6E8A-4147-A177-3AD203B41FA5}">
                      <a16:colId xmlns:a16="http://schemas.microsoft.com/office/drawing/2014/main" val="20005"/>
                    </a:ext>
                  </a:extLst>
                </a:gridCol>
                <a:gridCol w="428628">
                  <a:extLst>
                    <a:ext uri="{9D8B030D-6E8A-4147-A177-3AD203B41FA5}">
                      <a16:colId xmlns:a16="http://schemas.microsoft.com/office/drawing/2014/main" val="20006"/>
                    </a:ext>
                  </a:extLst>
                </a:gridCol>
                <a:gridCol w="342900">
                  <a:extLst>
                    <a:ext uri="{9D8B030D-6E8A-4147-A177-3AD203B41FA5}">
                      <a16:colId xmlns:a16="http://schemas.microsoft.com/office/drawing/2014/main" val="20007"/>
                    </a:ext>
                  </a:extLst>
                </a:gridCol>
                <a:gridCol w="342900">
                  <a:extLst>
                    <a:ext uri="{9D8B030D-6E8A-4147-A177-3AD203B41FA5}">
                      <a16:colId xmlns:a16="http://schemas.microsoft.com/office/drawing/2014/main" val="20008"/>
                    </a:ext>
                  </a:extLst>
                </a:gridCol>
                <a:gridCol w="342900">
                  <a:extLst>
                    <a:ext uri="{9D8B030D-6E8A-4147-A177-3AD203B41FA5}">
                      <a16:colId xmlns:a16="http://schemas.microsoft.com/office/drawing/2014/main" val="20009"/>
                    </a:ext>
                  </a:extLst>
                </a:gridCol>
                <a:gridCol w="342900">
                  <a:extLst>
                    <a:ext uri="{9D8B030D-6E8A-4147-A177-3AD203B41FA5}">
                      <a16:colId xmlns:a16="http://schemas.microsoft.com/office/drawing/2014/main" val="20010"/>
                    </a:ext>
                  </a:extLst>
                </a:gridCol>
                <a:gridCol w="271474">
                  <a:extLst>
                    <a:ext uri="{9D8B030D-6E8A-4147-A177-3AD203B41FA5}">
                      <a16:colId xmlns:a16="http://schemas.microsoft.com/office/drawing/2014/main" val="20011"/>
                    </a:ext>
                  </a:extLst>
                </a:gridCol>
                <a:gridCol w="355918">
                  <a:extLst>
                    <a:ext uri="{9D8B030D-6E8A-4147-A177-3AD203B41FA5}">
                      <a16:colId xmlns:a16="http://schemas.microsoft.com/office/drawing/2014/main" val="20012"/>
                    </a:ext>
                  </a:extLst>
                </a:gridCol>
                <a:gridCol w="355918">
                  <a:extLst>
                    <a:ext uri="{9D8B030D-6E8A-4147-A177-3AD203B41FA5}">
                      <a16:colId xmlns:a16="http://schemas.microsoft.com/office/drawing/2014/main" val="20013"/>
                    </a:ext>
                  </a:extLst>
                </a:gridCol>
                <a:gridCol w="355918">
                  <a:extLst>
                    <a:ext uri="{9D8B030D-6E8A-4147-A177-3AD203B41FA5}">
                      <a16:colId xmlns:a16="http://schemas.microsoft.com/office/drawing/2014/main" val="20014"/>
                    </a:ext>
                  </a:extLst>
                </a:gridCol>
                <a:gridCol w="355918">
                  <a:extLst>
                    <a:ext uri="{9D8B030D-6E8A-4147-A177-3AD203B41FA5}">
                      <a16:colId xmlns:a16="http://schemas.microsoft.com/office/drawing/2014/main" val="20015"/>
                    </a:ext>
                  </a:extLst>
                </a:gridCol>
                <a:gridCol w="355918">
                  <a:extLst>
                    <a:ext uri="{9D8B030D-6E8A-4147-A177-3AD203B41FA5}">
                      <a16:colId xmlns:a16="http://schemas.microsoft.com/office/drawing/2014/main" val="20016"/>
                    </a:ext>
                  </a:extLst>
                </a:gridCol>
                <a:gridCol w="355918">
                  <a:extLst>
                    <a:ext uri="{9D8B030D-6E8A-4147-A177-3AD203B41FA5}">
                      <a16:colId xmlns:a16="http://schemas.microsoft.com/office/drawing/2014/main" val="20017"/>
                    </a:ext>
                  </a:extLst>
                </a:gridCol>
                <a:gridCol w="541337">
                  <a:extLst>
                    <a:ext uri="{9D8B030D-6E8A-4147-A177-3AD203B41FA5}">
                      <a16:colId xmlns:a16="http://schemas.microsoft.com/office/drawing/2014/main" val="20018"/>
                    </a:ext>
                  </a:extLst>
                </a:gridCol>
                <a:gridCol w="434975">
                  <a:extLst>
                    <a:ext uri="{9D8B030D-6E8A-4147-A177-3AD203B41FA5}">
                      <a16:colId xmlns:a16="http://schemas.microsoft.com/office/drawing/2014/main" val="20019"/>
                    </a:ext>
                  </a:extLst>
                </a:gridCol>
                <a:gridCol w="600075">
                  <a:extLst>
                    <a:ext uri="{9D8B030D-6E8A-4147-A177-3AD203B41FA5}">
                      <a16:colId xmlns:a16="http://schemas.microsoft.com/office/drawing/2014/main" val="20020"/>
                    </a:ext>
                  </a:extLst>
                </a:gridCol>
              </a:tblGrid>
              <a:tr h="443059">
                <a:tc rowSpan="2">
                  <a:txBody>
                    <a:bodyPr/>
                    <a:lstStyle/>
                    <a:p>
                      <a:pPr algn="ctr"/>
                      <a:r>
                        <a:rPr kumimoji="0" lang="en-IN" sz="900" b="1" kern="1200" dirty="0" err="1">
                          <a:solidFill>
                            <a:schemeClr val="lt1"/>
                          </a:solidFill>
                          <a:latin typeface="+mn-lt"/>
                          <a:ea typeface="+mn-ea"/>
                          <a:cs typeface="+mn-cs"/>
                        </a:rPr>
                        <a:t>SN</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QUAL</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DOP</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NOTE</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MARK</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REMARK</a:t>
                      </a:r>
                    </a:p>
                    <a:p>
                      <a:pPr algn="ctr" fontAlgn="ctr"/>
                      <a:r>
                        <a:rPr lang="en-US" sz="600" b="0" i="0" u="none" strike="noStrike" dirty="0">
                          <a:solidFill>
                            <a:srgbClr val="00B05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522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600" b="0" i="0" u="none" strike="noStrike" dirty="0">
                        <a:solidFill>
                          <a:srgbClr val="00B05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7058">
                <a:tc>
                  <a:txBody>
                    <a:bodyPr/>
                    <a:lstStyle/>
                    <a:p>
                      <a:pPr algn="ctr" fontAlgn="ctr"/>
                      <a:r>
                        <a:rPr lang="en-US" sz="900" b="0" i="0" u="none" strike="noStrike" dirty="0">
                          <a:solidFill>
                            <a:srgbClr val="000000"/>
                          </a:solidFill>
                          <a:latin typeface="Arial"/>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20-03-1972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27530">
                <a:tc>
                  <a:txBody>
                    <a:bodyPr/>
                    <a:lstStyle/>
                    <a:p>
                      <a:pPr algn="ctr" fontAlgn="ctr"/>
                      <a:r>
                        <a:rPr lang="en-US" sz="900" b="0" i="0" u="none" strike="noStrike">
                          <a:solidFill>
                            <a:srgbClr val="000000"/>
                          </a:solidFill>
                          <a:latin typeface="Arial"/>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12-05-1974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49440">
                <a:tc>
                  <a:txBody>
                    <a:bodyPr/>
                    <a:lstStyle/>
                    <a:p>
                      <a:pPr algn="ctr" fontAlgn="ctr"/>
                      <a:r>
                        <a:rPr lang="en-US" sz="900" b="0" i="0" u="none" strike="noStrike">
                          <a:solidFill>
                            <a:srgbClr val="000000"/>
                          </a:solidFill>
                          <a:latin typeface="Arial"/>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09-04-1975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000" b="1" i="0" u="none" strike="noStrike" dirty="0">
                          <a:solidFill>
                            <a:srgbClr val="000000"/>
                          </a:solidFill>
                          <a:latin typeface="Arial Narrow" pitchFamily="34" charset="0"/>
                        </a:rPr>
                        <a:t>TRIBAL 202</a:t>
                      </a:r>
                      <a:r>
                        <a:rPr lang="hi-IN" sz="1000" b="1" i="0" u="none" strike="noStrike" dirty="0">
                          <a:solidFill>
                            <a:srgbClr val="000000"/>
                          </a:solidFill>
                          <a:latin typeface="Arial Narrow" pitchFamily="34" charset="0"/>
                        </a:rPr>
                        <a:t>1</a:t>
                      </a: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1350">
                <a:tc>
                  <a:txBody>
                    <a:bodyPr/>
                    <a:lstStyle/>
                    <a:p>
                      <a:pPr algn="ctr" fontAlgn="ctr"/>
                      <a:r>
                        <a:rPr lang="en-US" sz="900" b="0" i="0" u="none" strike="noStrike">
                          <a:solidFill>
                            <a:srgbClr val="000000"/>
                          </a:solidFill>
                          <a:latin typeface="Arial"/>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11-07-1972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MSC</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err="1">
                          <a:solidFill>
                            <a:srgbClr val="000000"/>
                          </a:solidFill>
                          <a:latin typeface="Arial Narrow" pitchFamily="34" charset="0"/>
                        </a:rPr>
                        <a:t>C.CASE</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21822">
                <a:tc>
                  <a:txBody>
                    <a:bodyPr/>
                    <a:lstStyle/>
                    <a:p>
                      <a:pPr algn="ctr" fontAlgn="ctr"/>
                      <a:r>
                        <a:rPr lang="en-US" sz="900" b="0" i="0" u="none" strike="noStrike">
                          <a:solidFill>
                            <a:srgbClr val="000000"/>
                          </a:solidFill>
                          <a:latin typeface="Arial"/>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22-05-1979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10-05-2018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घ</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43732">
                <a:tc>
                  <a:txBody>
                    <a:bodyPr/>
                    <a:lstStyle/>
                    <a:p>
                      <a:pPr algn="ctr" fontAlgn="ctr"/>
                      <a:r>
                        <a:rPr lang="en-US" sz="900" b="0" i="0" u="none" strike="noStrike">
                          <a:solidFill>
                            <a:srgbClr val="000000"/>
                          </a:solidFill>
                          <a:latin typeface="Arial"/>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16-09-1980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10-05-2018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gn="ctr" fontAlgn="ctr"/>
                      <a:r>
                        <a:rPr lang="en-US" sz="900" b="0" i="0" u="none" strike="noStrike">
                          <a:solidFill>
                            <a:srgbClr val="000000"/>
                          </a:solidFill>
                          <a:latin typeface="Arial"/>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22-06-1977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10-05-2018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algn="ctr" fontAlgn="ctr"/>
                      <a:r>
                        <a:rPr lang="en-US" sz="900" b="0" i="0" u="none" strike="noStrike">
                          <a:solidFill>
                            <a:srgbClr val="000000"/>
                          </a:solidFill>
                          <a:latin typeface="Arial"/>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13-01-1978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MCOM</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hi-IN" sz="900" b="0" i="0" u="none" strike="noStrike" dirty="0">
                          <a:solidFill>
                            <a:srgbClr val="000000"/>
                          </a:solidFill>
                          <a:latin typeface="Arial"/>
                        </a:rPr>
                        <a:t>ST</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rgbClr val="E71D57"/>
                          </a:solidFill>
                          <a:latin typeface="Agency FB" pitchFamily="34" charset="0"/>
                          <a:ea typeface="+mn-ea"/>
                          <a:cs typeface="+mn-cs"/>
                        </a:rPr>
                        <a:t>N</a:t>
                      </a:r>
                      <a:endParaRPr kumimoji="0" lang="en-US" sz="120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38024">
                <a:tc>
                  <a:txBody>
                    <a:bodyPr/>
                    <a:lstStyle/>
                    <a:p>
                      <a:pPr algn="ctr" fontAlgn="ctr"/>
                      <a:r>
                        <a:rPr lang="en-US" sz="900" b="0" i="0" u="none" strike="noStrike">
                          <a:solidFill>
                            <a:srgbClr val="000000"/>
                          </a:solidFill>
                          <a:latin typeface="Arial"/>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900" b="0" i="0" u="none" strike="noStrike" kern="1200" dirty="0">
                          <a:solidFill>
                            <a:srgbClr val="000000"/>
                          </a:solidFill>
                          <a:latin typeface="Arial"/>
                          <a:ea typeface="+mn-ea"/>
                          <a:cs typeface="+mn-cs"/>
                        </a:rPr>
                        <a:t>07-12-1977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BSC</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ग</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r>
                        <a:rPr kumimoji="0" lang="en-US" sz="1200" b="1" kern="1200" dirty="0">
                          <a:solidFill>
                            <a:schemeClr val="dk1"/>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algn="ctr" fontAlgn="ctr"/>
                      <a:r>
                        <a:rPr lang="en-US" sz="900" b="0" i="0" u="none" strike="noStrike">
                          <a:solidFill>
                            <a:srgbClr val="000000"/>
                          </a:solidFill>
                          <a:latin typeface="Arial"/>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900" b="0" i="0" u="none" strike="noStrike" kern="1200" dirty="0">
                          <a:solidFill>
                            <a:srgbClr val="000000"/>
                          </a:solidFill>
                          <a:latin typeface="Arial"/>
                          <a:ea typeface="+mn-ea"/>
                          <a:cs typeface="+mn-cs"/>
                        </a:rPr>
                        <a:t>21-08-1978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BCOM</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6" name="Rounded Rectangle 13">
            <a:extLst>
              <a:ext uri="{FF2B5EF4-FFF2-40B4-BE49-F238E27FC236}">
                <a16:creationId xmlns:a16="http://schemas.microsoft.com/office/drawing/2014/main" id="{2CB9D281-0F48-2CDC-63B3-8DF5F8C61A0D}"/>
              </a:ext>
            </a:extLst>
          </p:cNvPr>
          <p:cNvSpPr/>
          <p:nvPr/>
        </p:nvSpPr>
        <p:spPr>
          <a:xfrm>
            <a:off x="3975564" y="5482401"/>
            <a:ext cx="7429552"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a:t>APPROVE</a:t>
            </a:r>
            <a:endParaRPr lang="en-IN" dirty="0"/>
          </a:p>
        </p:txBody>
      </p:sp>
      <p:pic>
        <p:nvPicPr>
          <p:cNvPr id="7" name="Picture 6" descr="green-approved-stamp-1-1024x772.png">
            <a:extLst>
              <a:ext uri="{FF2B5EF4-FFF2-40B4-BE49-F238E27FC236}">
                <a16:creationId xmlns:a16="http://schemas.microsoft.com/office/drawing/2014/main" id="{9336926F-D30C-E5D0-BF06-0A73BA85E30F}"/>
              </a:ext>
            </a:extLst>
          </p:cNvPr>
          <p:cNvPicPr>
            <a:picLocks noChangeAspect="1"/>
          </p:cNvPicPr>
          <p:nvPr/>
        </p:nvPicPr>
        <p:blipFill>
          <a:blip r:embed="rId3"/>
          <a:stretch>
            <a:fillRect/>
          </a:stretch>
        </p:blipFill>
        <p:spPr>
          <a:xfrm>
            <a:off x="5823500" y="1752120"/>
            <a:ext cx="3768796" cy="2974206"/>
          </a:xfrm>
          <a:prstGeom prst="rect">
            <a:avLst/>
          </a:prstGeom>
        </p:spPr>
      </p:pic>
      <p:pic>
        <p:nvPicPr>
          <p:cNvPr id="8" name="Picture 7" descr="EMPTY_MSG_BOX - Copy.jpg">
            <a:extLst>
              <a:ext uri="{FF2B5EF4-FFF2-40B4-BE49-F238E27FC236}">
                <a16:creationId xmlns:a16="http://schemas.microsoft.com/office/drawing/2014/main" id="{7F585705-1C21-FDDF-90D6-11E6DFA1860C}"/>
              </a:ext>
            </a:extLst>
          </p:cNvPr>
          <p:cNvPicPr>
            <a:picLocks noChangeAspect="1"/>
          </p:cNvPicPr>
          <p:nvPr/>
        </p:nvPicPr>
        <p:blipFill>
          <a:blip r:embed="rId4"/>
          <a:stretch>
            <a:fillRect/>
          </a:stretch>
        </p:blipFill>
        <p:spPr>
          <a:xfrm>
            <a:off x="6223490" y="1563065"/>
            <a:ext cx="2933700" cy="2667000"/>
          </a:xfrm>
          <a:prstGeom prst="rect">
            <a:avLst/>
          </a:prstGeom>
        </p:spPr>
      </p:pic>
    </p:spTree>
    <p:extLst>
      <p:ext uri="{BB962C8B-B14F-4D97-AF65-F5344CB8AC3E}">
        <p14:creationId xmlns:p14="http://schemas.microsoft.com/office/powerpoint/2010/main" val="2417451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2A944-E987-ADDB-56D4-3B46118BD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4CAFE8-EC2B-22B7-5714-F3D72853B421}"/>
              </a:ext>
            </a:extLst>
          </p:cNvPr>
          <p:cNvSpPr>
            <a:spLocks noGrp="1"/>
          </p:cNvSpPr>
          <p:nvPr>
            <p:ph type="title"/>
          </p:nvPr>
        </p:nvSpPr>
        <p:spPr>
          <a:xfrm>
            <a:off x="603504" y="1463040"/>
            <a:ext cx="11192256" cy="1025517"/>
          </a:xfrm>
        </p:spPr>
        <p:txBody>
          <a:bodyPr/>
          <a:lstStyle/>
          <a:p>
            <a:pPr algn="ctr">
              <a:lnSpc>
                <a:spcPct val="100000"/>
              </a:lnSpc>
            </a:pPr>
            <a:r>
              <a:rPr lang="en-IN" sz="3600" b="1" dirty="0"/>
              <a:t>ACTION ON REVIEW DPC</a:t>
            </a:r>
            <a:endParaRPr lang="en-US" sz="3600" b="1" dirty="0"/>
          </a:p>
        </p:txBody>
      </p:sp>
      <p:sp>
        <p:nvSpPr>
          <p:cNvPr id="12" name="Footer Placeholder 11">
            <a:extLst>
              <a:ext uri="{FF2B5EF4-FFF2-40B4-BE49-F238E27FC236}">
                <a16:creationId xmlns:a16="http://schemas.microsoft.com/office/drawing/2014/main" id="{5FA68DFE-2FFE-6625-B0C8-7B871BC94FEE}"/>
              </a:ext>
            </a:extLst>
          </p:cNvPr>
          <p:cNvSpPr>
            <a:spLocks noGrp="1"/>
          </p:cNvSpPr>
          <p:nvPr>
            <p:ph type="ftr" sz="quarter" idx="11"/>
          </p:nvPr>
        </p:nvSpPr>
        <p:spPr/>
        <p:txBody>
          <a:bodyPr/>
          <a:lstStyle/>
          <a:p>
            <a:r>
              <a:rPr lang="en-US" dirty="0"/>
              <a:t>Online DPC</a:t>
            </a:r>
          </a:p>
        </p:txBody>
      </p:sp>
      <p:sp>
        <p:nvSpPr>
          <p:cNvPr id="5" name="Text Placeholder 4">
            <a:extLst>
              <a:ext uri="{FF2B5EF4-FFF2-40B4-BE49-F238E27FC236}">
                <a16:creationId xmlns:a16="http://schemas.microsoft.com/office/drawing/2014/main" id="{E94D414D-654F-4EFE-883E-1B08F63C268A}"/>
              </a:ext>
            </a:extLst>
          </p:cNvPr>
          <p:cNvSpPr>
            <a:spLocks noGrp="1"/>
          </p:cNvSpPr>
          <p:nvPr>
            <p:ph type="body" sz="quarter" idx="15"/>
          </p:nvPr>
        </p:nvSpPr>
        <p:spPr>
          <a:xfrm>
            <a:off x="365759" y="2808514"/>
            <a:ext cx="11602463" cy="4049486"/>
          </a:xfrm>
        </p:spPr>
        <p:txBody>
          <a:bodyPr/>
          <a:lstStyle/>
          <a:p>
            <a:pPr marL="0" lvl="0" indent="0" algn="just">
              <a:buNone/>
            </a:pPr>
            <a:r>
              <a:rPr lang="hi-IN" sz="2800" b="1" dirty="0">
                <a:solidFill>
                  <a:schemeClr val="tx1"/>
                </a:solidFill>
                <a:latin typeface="Kokila" panose="020B0604020202020204" pitchFamily="34" charset="0"/>
                <a:cs typeface="Kokila" panose="020B0604020202020204" pitchFamily="34" charset="0"/>
              </a:rPr>
              <a:t>निर्धारित तिथि एवं समय पर छत्तीसगढ़ लोक सेवा आयोग के कार्यालय में ऑनलाइन डी.पी.सी. की प्रक्रिया संपन्न होगी। डी.पी.सी. की तिथि को विभाग द्वारा की गई प्रविष्टियों में परिवर्तन किसी भी स्थिति में मान्य नहीं होंगे यदि वे परिर्वतन विस्तृत डी.पी.सी. प्रस्ताव प्रेषित करने एवं डी.पी.सी. की तिथि के बीच के न हो।</a:t>
            </a:r>
            <a:endParaRPr lang="en-US" sz="2800" b="1" dirty="0">
              <a:solidFill>
                <a:schemeClr val="tx1"/>
              </a:solidFill>
              <a:latin typeface="Kokila" panose="020B0604020202020204" pitchFamily="34" charset="0"/>
              <a:cs typeface="Kokila" panose="020B0604020202020204" pitchFamily="34" charset="0"/>
            </a:endParaRPr>
          </a:p>
        </p:txBody>
      </p:sp>
      <p:sp>
        <p:nvSpPr>
          <p:cNvPr id="13" name="Slide Number Placeholder 12">
            <a:extLst>
              <a:ext uri="{FF2B5EF4-FFF2-40B4-BE49-F238E27FC236}">
                <a16:creationId xmlns:a16="http://schemas.microsoft.com/office/drawing/2014/main" id="{16E4561C-5691-E2CA-12B8-8D68F6386148}"/>
              </a:ext>
            </a:extLst>
          </p:cNvPr>
          <p:cNvSpPr>
            <a:spLocks noGrp="1"/>
          </p:cNvSpPr>
          <p:nvPr>
            <p:ph type="sldNum" sz="quarter" idx="12"/>
          </p:nvPr>
        </p:nvSpPr>
        <p:spPr/>
        <p:txBody>
          <a:bodyPr/>
          <a:lstStyle/>
          <a:p>
            <a:fld id="{5BFCF61C-3B18-4C03-8326-CC3B32D710C9}" type="slidenum">
              <a:rPr lang="en-US" smtClean="0"/>
              <a:pPr/>
              <a:t>41</a:t>
            </a:fld>
            <a:endParaRPr lang="en-US"/>
          </a:p>
        </p:txBody>
      </p:sp>
    </p:spTree>
    <p:extLst>
      <p:ext uri="{BB962C8B-B14F-4D97-AF65-F5344CB8AC3E}">
        <p14:creationId xmlns:p14="http://schemas.microsoft.com/office/powerpoint/2010/main" val="9572912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F13AB-7FBC-87D0-6A93-E684FFD06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507A6-CB82-CD70-5376-35C364DDCD78}"/>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ACTION ON REVIEW DPC</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LOGIN </a:t>
            </a:r>
            <a:br>
              <a:rPr lang="en-IN" sz="2400" b="1" dirty="0">
                <a:solidFill>
                  <a:schemeClr val="accent3">
                    <a:lumMod val="50000"/>
                  </a:schemeClr>
                </a:solidFill>
                <a:effectLst>
                  <a:outerShdw blurRad="38100" dist="38100" dir="2700000" algn="tl">
                    <a:srgbClr val="000000">
                      <a:alpha val="43137"/>
                    </a:srgbClr>
                  </a:outerShdw>
                </a:effectLst>
              </a:rPr>
            </a:br>
            <a:r>
              <a:rPr lang="en-IN" sz="2000" b="1" dirty="0">
                <a:solidFill>
                  <a:schemeClr val="accent3">
                    <a:lumMod val="50000"/>
                  </a:schemeClr>
                </a:solidFill>
                <a:effectLst>
                  <a:outerShdw blurRad="38100" dist="38100" dir="2700000" algn="tl">
                    <a:srgbClr val="000000">
                      <a:alpha val="43137"/>
                    </a:srgbClr>
                  </a:outerShdw>
                </a:effectLst>
              </a:rPr>
              <a:t>(HON'BLE CHAIRMAN / MEMBER)</a:t>
            </a:r>
            <a:br>
              <a:rPr lang="en-US" sz="2800" dirty="0"/>
            </a:br>
            <a:endParaRPr lang="en-US" sz="3200" dirty="0"/>
          </a:p>
        </p:txBody>
      </p:sp>
      <p:sp>
        <p:nvSpPr>
          <p:cNvPr id="12" name="Footer Placeholder 11">
            <a:extLst>
              <a:ext uri="{FF2B5EF4-FFF2-40B4-BE49-F238E27FC236}">
                <a16:creationId xmlns:a16="http://schemas.microsoft.com/office/drawing/2014/main" id="{8DC4D566-27D2-3D13-571E-CB49E08F673E}"/>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DF573808-5D68-F2E7-5791-B317747D269C}"/>
              </a:ext>
            </a:extLst>
          </p:cNvPr>
          <p:cNvSpPr>
            <a:spLocks noGrp="1"/>
          </p:cNvSpPr>
          <p:nvPr>
            <p:ph type="sldNum" sz="quarter" idx="12"/>
          </p:nvPr>
        </p:nvSpPr>
        <p:spPr/>
        <p:txBody>
          <a:bodyPr/>
          <a:lstStyle/>
          <a:p>
            <a:fld id="{5BFCF61C-3B18-4C03-8326-CC3B32D710C9}" type="slidenum">
              <a:rPr lang="en-US" smtClean="0"/>
              <a:pPr/>
              <a:t>42</a:t>
            </a:fld>
            <a:endParaRPr lang="en-US" dirty="0"/>
          </a:p>
        </p:txBody>
      </p:sp>
      <p:sp>
        <p:nvSpPr>
          <p:cNvPr id="3" name="Rectangle 2">
            <a:extLst>
              <a:ext uri="{FF2B5EF4-FFF2-40B4-BE49-F238E27FC236}">
                <a16:creationId xmlns:a16="http://schemas.microsoft.com/office/drawing/2014/main" id="{9BAB9232-2234-AEFA-12C7-91355C6925B4}"/>
              </a:ext>
            </a:extLst>
          </p:cNvPr>
          <p:cNvSpPr/>
          <p:nvPr/>
        </p:nvSpPr>
        <p:spPr>
          <a:xfrm>
            <a:off x="3216104" y="892951"/>
            <a:ext cx="8429684" cy="5072098"/>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endParaRPr lang="en-US" dirty="0">
              <a:solidFill>
                <a:srgbClr val="0070C0"/>
              </a:solidFill>
            </a:endParaRPr>
          </a:p>
        </p:txBody>
      </p:sp>
      <p:sp>
        <p:nvSpPr>
          <p:cNvPr id="4" name="Content Placeholder 2">
            <a:extLst>
              <a:ext uri="{FF2B5EF4-FFF2-40B4-BE49-F238E27FC236}">
                <a16:creationId xmlns:a16="http://schemas.microsoft.com/office/drawing/2014/main" id="{74D757A6-9B42-F442-58F7-DE7192E1CF48}"/>
              </a:ext>
            </a:extLst>
          </p:cNvPr>
          <p:cNvSpPr txBox="1">
            <a:spLocks/>
          </p:cNvSpPr>
          <p:nvPr/>
        </p:nvSpPr>
        <p:spPr>
          <a:xfrm>
            <a:off x="3456826" y="1119137"/>
            <a:ext cx="6515556" cy="3853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endParaRPr lang="en-IN" sz="1800"/>
          </a:p>
          <a:p>
            <a:pPr algn="just">
              <a:buFont typeface="Arial" panose="020B0604020202020204" pitchFamily="34" charset="0"/>
              <a:buNone/>
            </a:pPr>
            <a:endParaRPr lang="en-IN" sz="1800" dirty="0"/>
          </a:p>
        </p:txBody>
      </p:sp>
      <p:grpSp>
        <p:nvGrpSpPr>
          <p:cNvPr id="6" name="Group 12">
            <a:extLst>
              <a:ext uri="{FF2B5EF4-FFF2-40B4-BE49-F238E27FC236}">
                <a16:creationId xmlns:a16="http://schemas.microsoft.com/office/drawing/2014/main" id="{4A51DD8A-0D53-14EC-49CB-059E01DAADE2}"/>
              </a:ext>
            </a:extLst>
          </p:cNvPr>
          <p:cNvGrpSpPr/>
          <p:nvPr/>
        </p:nvGrpSpPr>
        <p:grpSpPr>
          <a:xfrm>
            <a:off x="3644732" y="1036471"/>
            <a:ext cx="7715304" cy="4714264"/>
            <a:chOff x="785786" y="1643694"/>
            <a:chExt cx="7715304" cy="4714264"/>
          </a:xfrm>
        </p:grpSpPr>
        <p:pic>
          <p:nvPicPr>
            <p:cNvPr id="7" name="Picture 6" descr="LOGIN_FORM.PNG">
              <a:extLst>
                <a:ext uri="{FF2B5EF4-FFF2-40B4-BE49-F238E27FC236}">
                  <a16:creationId xmlns:a16="http://schemas.microsoft.com/office/drawing/2014/main" id="{737AC8EF-531B-B904-1662-DF2197E3ADCB}"/>
                </a:ext>
              </a:extLst>
            </p:cNvPr>
            <p:cNvPicPr>
              <a:picLocks noChangeAspect="1"/>
            </p:cNvPicPr>
            <p:nvPr/>
          </p:nvPicPr>
          <p:blipFill>
            <a:blip r:embed="rId3"/>
            <a:stretch>
              <a:fillRect/>
            </a:stretch>
          </p:blipFill>
          <p:spPr>
            <a:xfrm>
              <a:off x="785786" y="1643694"/>
              <a:ext cx="7715304" cy="4714264"/>
            </a:xfrm>
            <a:prstGeom prst="rect">
              <a:avLst/>
            </a:prstGeom>
          </p:spPr>
        </p:pic>
        <p:sp>
          <p:nvSpPr>
            <p:cNvPr id="8" name="TextBox 7">
              <a:extLst>
                <a:ext uri="{FF2B5EF4-FFF2-40B4-BE49-F238E27FC236}">
                  <a16:creationId xmlns:a16="http://schemas.microsoft.com/office/drawing/2014/main" id="{6FAF14C5-C953-D4CC-2783-67F7FC10202E}"/>
                </a:ext>
              </a:extLst>
            </p:cNvPr>
            <p:cNvSpPr txBox="1"/>
            <p:nvPr/>
          </p:nvSpPr>
          <p:spPr>
            <a:xfrm>
              <a:off x="785786" y="2822056"/>
              <a:ext cx="7715304" cy="369332"/>
            </a:xfrm>
            <a:prstGeom prst="rect">
              <a:avLst/>
            </a:prstGeom>
            <a:solidFill>
              <a:schemeClr val="tx1">
                <a:lumMod val="75000"/>
                <a:lumOff val="25000"/>
              </a:schemeClr>
            </a:solidFill>
          </p:spPr>
          <p:txBody>
            <a:bodyPr wrap="square" rtlCol="0">
              <a:spAutoFit/>
            </a:bodyPr>
            <a:lstStyle/>
            <a:p>
              <a:pPr algn="ctr"/>
              <a:r>
                <a:rPr lang="hi-IN" dirty="0">
                  <a:solidFill>
                    <a:schemeClr val="bg1"/>
                  </a:solidFill>
                  <a:latin typeface="Arial" pitchFamily="34" charset="0"/>
                  <a:cs typeface="Arial" pitchFamily="34" charset="0"/>
                </a:rPr>
                <a:t>LOGIN PAGE FOR HON’BL CHAIRMAN / MEMBER </a:t>
              </a:r>
              <a:endParaRPr lang="en-IN" dirty="0">
                <a:latin typeface="Arial" pitchFamily="34" charset="0"/>
                <a:cs typeface="Arial" pitchFamily="34" charset="0"/>
              </a:endParaRPr>
            </a:p>
          </p:txBody>
        </p:sp>
        <p:sp>
          <p:nvSpPr>
            <p:cNvPr id="9" name="TextBox 8">
              <a:extLst>
                <a:ext uri="{FF2B5EF4-FFF2-40B4-BE49-F238E27FC236}">
                  <a16:creationId xmlns:a16="http://schemas.microsoft.com/office/drawing/2014/main" id="{ACF2C821-09C0-600B-07F9-2D2EFA32F2B6}"/>
                </a:ext>
              </a:extLst>
            </p:cNvPr>
            <p:cNvSpPr txBox="1"/>
            <p:nvPr/>
          </p:nvSpPr>
          <p:spPr>
            <a:xfrm>
              <a:off x="871512" y="3819131"/>
              <a:ext cx="7458127" cy="468622"/>
            </a:xfrm>
            <a:prstGeom prst="rect">
              <a:avLst/>
            </a:prstGeom>
            <a:solidFill>
              <a:schemeClr val="bg1"/>
            </a:solidFill>
          </p:spPr>
          <p:txBody>
            <a:bodyPr wrap="square" rtlCol="0">
              <a:spAutoFit/>
            </a:bodyPr>
            <a:lstStyle/>
            <a:p>
              <a:endParaRPr lang="en-IN" dirty="0"/>
            </a:p>
          </p:txBody>
        </p:sp>
      </p:grpSp>
      <p:sp>
        <p:nvSpPr>
          <p:cNvPr id="10" name="TextBox 9">
            <a:extLst>
              <a:ext uri="{FF2B5EF4-FFF2-40B4-BE49-F238E27FC236}">
                <a16:creationId xmlns:a16="http://schemas.microsoft.com/office/drawing/2014/main" id="{14F9178A-E955-B346-96CB-9DF2743B26DA}"/>
              </a:ext>
            </a:extLst>
          </p:cNvPr>
          <p:cNvSpPr txBox="1"/>
          <p:nvPr/>
        </p:nvSpPr>
        <p:spPr>
          <a:xfrm>
            <a:off x="6216500" y="3393281"/>
            <a:ext cx="857256" cy="215444"/>
          </a:xfrm>
          <a:prstGeom prst="rect">
            <a:avLst/>
          </a:prstGeom>
          <a:noFill/>
        </p:spPr>
        <p:txBody>
          <a:bodyPr wrap="square" rtlCol="0">
            <a:spAutoFit/>
          </a:bodyPr>
          <a:lstStyle/>
          <a:p>
            <a:r>
              <a:rPr lang="hi-IN" sz="800" dirty="0"/>
              <a:t>           DPC ID </a:t>
            </a:r>
            <a:endParaRPr lang="en-US" sz="800" dirty="0"/>
          </a:p>
        </p:txBody>
      </p:sp>
      <p:sp>
        <p:nvSpPr>
          <p:cNvPr id="11" name="TextBox 10">
            <a:extLst>
              <a:ext uri="{FF2B5EF4-FFF2-40B4-BE49-F238E27FC236}">
                <a16:creationId xmlns:a16="http://schemas.microsoft.com/office/drawing/2014/main" id="{C88E214E-2ECE-0310-EB48-E4D8142F5365}"/>
              </a:ext>
            </a:extLst>
          </p:cNvPr>
          <p:cNvSpPr txBox="1"/>
          <p:nvPr/>
        </p:nvSpPr>
        <p:spPr>
          <a:xfrm>
            <a:off x="6645128" y="3649767"/>
            <a:ext cx="428628" cy="215444"/>
          </a:xfrm>
          <a:prstGeom prst="rect">
            <a:avLst/>
          </a:prstGeom>
          <a:noFill/>
        </p:spPr>
        <p:txBody>
          <a:bodyPr wrap="square" rtlCol="0">
            <a:spAutoFit/>
          </a:bodyPr>
          <a:lstStyle/>
          <a:p>
            <a:r>
              <a:rPr lang="hi-IN" sz="800" dirty="0"/>
              <a:t>OTP</a:t>
            </a:r>
            <a:endParaRPr lang="en-US" sz="800" dirty="0"/>
          </a:p>
        </p:txBody>
      </p:sp>
      <p:sp>
        <p:nvSpPr>
          <p:cNvPr id="14" name="TextBox 13">
            <a:extLst>
              <a:ext uri="{FF2B5EF4-FFF2-40B4-BE49-F238E27FC236}">
                <a16:creationId xmlns:a16="http://schemas.microsoft.com/office/drawing/2014/main" id="{B4FA1692-33EA-D01B-D989-7F276B916E3A}"/>
              </a:ext>
            </a:extLst>
          </p:cNvPr>
          <p:cNvSpPr txBox="1"/>
          <p:nvPr/>
        </p:nvSpPr>
        <p:spPr>
          <a:xfrm>
            <a:off x="7002318" y="3393281"/>
            <a:ext cx="1857388" cy="230832"/>
          </a:xfrm>
          <a:prstGeom prst="rect">
            <a:avLst/>
          </a:prstGeom>
          <a:noFill/>
          <a:ln>
            <a:solidFill>
              <a:schemeClr val="tx1"/>
            </a:solidFill>
          </a:ln>
        </p:spPr>
        <p:txBody>
          <a:bodyPr wrap="square" rtlCol="0">
            <a:spAutoFit/>
          </a:bodyPr>
          <a:lstStyle/>
          <a:p>
            <a:r>
              <a:rPr lang="en-IN" sz="900" b="1" dirty="0">
                <a:solidFill>
                  <a:schemeClr val="bg1"/>
                </a:solidFill>
                <a:latin typeface="+mj-lt"/>
              </a:rPr>
              <a:t>999048447606</a:t>
            </a:r>
            <a:endParaRPr lang="en-US" sz="900" b="1" dirty="0">
              <a:solidFill>
                <a:schemeClr val="bg1"/>
              </a:solidFill>
              <a:latin typeface="+mj-lt"/>
            </a:endParaRPr>
          </a:p>
        </p:txBody>
      </p:sp>
      <p:sp>
        <p:nvSpPr>
          <p:cNvPr id="15" name="TextBox 14">
            <a:extLst>
              <a:ext uri="{FF2B5EF4-FFF2-40B4-BE49-F238E27FC236}">
                <a16:creationId xmlns:a16="http://schemas.microsoft.com/office/drawing/2014/main" id="{5C52CF56-9073-5EB6-505B-AEA06F6EDD36}"/>
              </a:ext>
            </a:extLst>
          </p:cNvPr>
          <p:cNvSpPr txBox="1"/>
          <p:nvPr/>
        </p:nvSpPr>
        <p:spPr>
          <a:xfrm>
            <a:off x="7002318" y="3649767"/>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sp>
        <p:nvSpPr>
          <p:cNvPr id="16" name="TextBox 15">
            <a:extLst>
              <a:ext uri="{FF2B5EF4-FFF2-40B4-BE49-F238E27FC236}">
                <a16:creationId xmlns:a16="http://schemas.microsoft.com/office/drawing/2014/main" id="{3814421D-0EC1-221C-7CF2-87C452F69D56}"/>
              </a:ext>
            </a:extLst>
          </p:cNvPr>
          <p:cNvSpPr txBox="1"/>
          <p:nvPr/>
        </p:nvSpPr>
        <p:spPr>
          <a:xfrm>
            <a:off x="7014038" y="3935519"/>
            <a:ext cx="1857388" cy="215444"/>
          </a:xfrm>
          <a:prstGeom prst="rect">
            <a:avLst/>
          </a:prstGeom>
          <a:noFill/>
          <a:ln>
            <a:solidFill>
              <a:schemeClr val="tx1"/>
            </a:solidFill>
          </a:ln>
        </p:spPr>
        <p:txBody>
          <a:bodyPr wrap="square" rtlCol="0">
            <a:spAutoFit/>
          </a:bodyPr>
          <a:lstStyle/>
          <a:p>
            <a:r>
              <a:rPr lang="en-IN" sz="800" b="1" dirty="0">
                <a:solidFill>
                  <a:schemeClr val="bg1"/>
                </a:solidFill>
              </a:rPr>
              <a:t>M1_CGPSC</a:t>
            </a:r>
            <a:endParaRPr lang="en-US" sz="800" b="1" dirty="0">
              <a:solidFill>
                <a:schemeClr val="bg1"/>
              </a:solidFill>
            </a:endParaRPr>
          </a:p>
        </p:txBody>
      </p:sp>
      <p:sp>
        <p:nvSpPr>
          <p:cNvPr id="17" name="TextBox 16">
            <a:extLst>
              <a:ext uri="{FF2B5EF4-FFF2-40B4-BE49-F238E27FC236}">
                <a16:creationId xmlns:a16="http://schemas.microsoft.com/office/drawing/2014/main" id="{334B1BE0-8AA1-6C9F-FE39-E66827F71BC9}"/>
              </a:ext>
            </a:extLst>
          </p:cNvPr>
          <p:cNvSpPr txBox="1"/>
          <p:nvPr/>
        </p:nvSpPr>
        <p:spPr>
          <a:xfrm>
            <a:off x="7014038" y="4238275"/>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pic>
        <p:nvPicPr>
          <p:cNvPr id="18" name="Picture 17" descr="MOBILE.jpg">
            <a:extLst>
              <a:ext uri="{FF2B5EF4-FFF2-40B4-BE49-F238E27FC236}">
                <a16:creationId xmlns:a16="http://schemas.microsoft.com/office/drawing/2014/main" id="{0DCC7A32-6BE7-6463-F990-80768A10CAE7}"/>
              </a:ext>
            </a:extLst>
          </p:cNvPr>
          <p:cNvPicPr>
            <a:picLocks noChangeAspect="1"/>
          </p:cNvPicPr>
          <p:nvPr/>
        </p:nvPicPr>
        <p:blipFill>
          <a:blip r:embed="rId4" cstate="print"/>
          <a:stretch>
            <a:fillRect/>
          </a:stretch>
        </p:blipFill>
        <p:spPr>
          <a:xfrm>
            <a:off x="4359112" y="3267767"/>
            <a:ext cx="592936" cy="1143008"/>
          </a:xfrm>
          <a:prstGeom prst="rect">
            <a:avLst/>
          </a:prstGeom>
        </p:spPr>
      </p:pic>
      <p:sp>
        <p:nvSpPr>
          <p:cNvPr id="19" name="Left Arrow 25">
            <a:extLst>
              <a:ext uri="{FF2B5EF4-FFF2-40B4-BE49-F238E27FC236}">
                <a16:creationId xmlns:a16="http://schemas.microsoft.com/office/drawing/2014/main" id="{CF412DC7-81B1-CEF1-ED65-7DA52527FA80}"/>
              </a:ext>
            </a:extLst>
          </p:cNvPr>
          <p:cNvSpPr/>
          <p:nvPr/>
        </p:nvSpPr>
        <p:spPr>
          <a:xfrm>
            <a:off x="4930616" y="3436583"/>
            <a:ext cx="1643074" cy="99574"/>
          </a:xfrm>
          <a:prstGeom prst="lef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26">
            <a:extLst>
              <a:ext uri="{FF2B5EF4-FFF2-40B4-BE49-F238E27FC236}">
                <a16:creationId xmlns:a16="http://schemas.microsoft.com/office/drawing/2014/main" id="{5DABCEE8-8572-EF9D-7A97-2E79448D09D0}"/>
              </a:ext>
            </a:extLst>
          </p:cNvPr>
          <p:cNvSpPr/>
          <p:nvPr/>
        </p:nvSpPr>
        <p:spPr>
          <a:xfrm>
            <a:off x="5002054" y="3679033"/>
            <a:ext cx="1643074" cy="115838"/>
          </a:xfrm>
          <a:prstGeom prst="righ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1253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iterate type="lt">
                                    <p:tmPct val="10000"/>
                                  </p:iterate>
                                  <p:childTnLst>
                                    <p:animClr clrSpc="rgb" dir="cw">
                                      <p:cBhvr override="childStyle">
                                        <p:cTn id="6" dur="500" fill="hold"/>
                                        <p:tgtEl>
                                          <p:spTgt spid="14"/>
                                        </p:tgtEl>
                                        <p:attrNameLst>
                                          <p:attrName>style.color</p:attrName>
                                        </p:attrNameLst>
                                      </p:cBhvr>
                                      <p:to>
                                        <a:schemeClr val="tx1"/>
                                      </p:to>
                                    </p:animClr>
                                  </p:childTnLst>
                                </p:cTn>
                              </p:par>
                            </p:childTnLst>
                          </p:cTn>
                        </p:par>
                        <p:par>
                          <p:cTn id="7" fill="hold">
                            <p:stCondLst>
                              <p:cond delay="1050"/>
                            </p:stCondLst>
                            <p:childTnLst>
                              <p:par>
                                <p:cTn id="8" presetID="22" presetClass="entr" presetSubtype="2"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right)">
                                      <p:cBhvr>
                                        <p:cTn id="10" dur="500"/>
                                        <p:tgtEl>
                                          <p:spTgt spid="19"/>
                                        </p:tgtEl>
                                      </p:cBhvr>
                                    </p:animEffect>
                                  </p:childTnLst>
                                </p:cTn>
                              </p:par>
                            </p:childTnLst>
                          </p:cTn>
                        </p:par>
                        <p:par>
                          <p:cTn id="11" fill="hold">
                            <p:stCondLst>
                              <p:cond delay="1550"/>
                            </p:stCondLst>
                            <p:childTnLst>
                              <p:par>
                                <p:cTn id="12" presetID="22" presetClass="entr" presetSubtype="8" fill="hold" grpId="0" nodeType="after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wipe(left)">
                                      <p:cBhvr>
                                        <p:cTn id="14" dur="500"/>
                                        <p:tgtEl>
                                          <p:spTgt spid="20"/>
                                        </p:tgtEl>
                                      </p:cBhvr>
                                    </p:animEffect>
                                  </p:childTnLst>
                                </p:cTn>
                              </p:par>
                            </p:childTnLst>
                          </p:cTn>
                        </p:par>
                        <p:par>
                          <p:cTn id="15" fill="hold">
                            <p:stCondLst>
                              <p:cond delay="2050"/>
                            </p:stCondLst>
                            <p:childTnLst>
                              <p:par>
                                <p:cTn id="16" presetID="3" presetClass="emph" presetSubtype="2" fill="hold" grpId="0" nodeType="afterEffect">
                                  <p:stCondLst>
                                    <p:cond delay="0"/>
                                  </p:stCondLst>
                                  <p:iterate type="lt">
                                    <p:tmPct val="10000"/>
                                  </p:iterate>
                                  <p:childTnLst>
                                    <p:animClr clrSpc="rgb" dir="cw">
                                      <p:cBhvr override="childStyle">
                                        <p:cTn id="17" dur="500" fill="hold"/>
                                        <p:tgtEl>
                                          <p:spTgt spid="15"/>
                                        </p:tgtEl>
                                        <p:attrNameLst>
                                          <p:attrName>style.color</p:attrName>
                                        </p:attrNameLst>
                                      </p:cBhvr>
                                      <p:to>
                                        <a:schemeClr val="tx1"/>
                                      </p:to>
                                    </p:animClr>
                                  </p:childTnLst>
                                </p:cTn>
                              </p:par>
                            </p:childTnLst>
                          </p:cTn>
                        </p:par>
                        <p:par>
                          <p:cTn id="18" fill="hold">
                            <p:stCondLst>
                              <p:cond delay="3000"/>
                            </p:stCondLst>
                            <p:childTnLst>
                              <p:par>
                                <p:cTn id="19" presetID="3" presetClass="emph" presetSubtype="2" fill="hold" grpId="0" nodeType="afterEffect">
                                  <p:stCondLst>
                                    <p:cond delay="0"/>
                                  </p:stCondLst>
                                  <p:iterate type="lt">
                                    <p:tmPct val="10000"/>
                                  </p:iterate>
                                  <p:childTnLst>
                                    <p:animClr clrSpc="rgb" dir="cw">
                                      <p:cBhvr override="childStyle">
                                        <p:cTn id="20" dur="500" fill="hold"/>
                                        <p:tgtEl>
                                          <p:spTgt spid="16"/>
                                        </p:tgtEl>
                                        <p:attrNameLst>
                                          <p:attrName>style.color</p:attrName>
                                        </p:attrNameLst>
                                      </p:cBhvr>
                                      <p:to>
                                        <a:schemeClr val="tx1"/>
                                      </p:to>
                                    </p:animClr>
                                  </p:childTnLst>
                                </p:cTn>
                              </p:par>
                            </p:childTnLst>
                          </p:cTn>
                        </p:par>
                        <p:par>
                          <p:cTn id="21" fill="hold">
                            <p:stCondLst>
                              <p:cond delay="3850"/>
                            </p:stCondLst>
                            <p:childTnLst>
                              <p:par>
                                <p:cTn id="22" presetID="3" presetClass="emph" presetSubtype="2" fill="hold" grpId="0" nodeType="afterEffect">
                                  <p:stCondLst>
                                    <p:cond delay="0"/>
                                  </p:stCondLst>
                                  <p:iterate type="lt">
                                    <p:tmPct val="10000"/>
                                  </p:iterate>
                                  <p:childTnLst>
                                    <p:animClr clrSpc="rgb" dir="cw">
                                      <p:cBhvr override="childStyle">
                                        <p:cTn id="23" dur="2000" fill="hold"/>
                                        <p:tgtEl>
                                          <p:spTgt spid="17"/>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9" grpId="0" animBg="1"/>
      <p:bldP spid="2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E27D9-C89A-512B-3269-1F450DA12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4A744-C4CC-E22D-F716-2038E9753220}"/>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ACTION ON REVIEW DPC</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REVIEW</a:t>
            </a:r>
            <a:endParaRPr lang="en-US" sz="3200" dirty="0"/>
          </a:p>
        </p:txBody>
      </p:sp>
      <p:sp>
        <p:nvSpPr>
          <p:cNvPr id="12" name="Footer Placeholder 11">
            <a:extLst>
              <a:ext uri="{FF2B5EF4-FFF2-40B4-BE49-F238E27FC236}">
                <a16:creationId xmlns:a16="http://schemas.microsoft.com/office/drawing/2014/main" id="{069F4ED2-F298-2BB0-B3D4-A6AA5AE0EA1F}"/>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DFD050C7-A50B-8FF9-5609-85CD2CA127B7}"/>
              </a:ext>
            </a:extLst>
          </p:cNvPr>
          <p:cNvSpPr>
            <a:spLocks noGrp="1"/>
          </p:cNvSpPr>
          <p:nvPr>
            <p:ph type="sldNum" sz="quarter" idx="12"/>
          </p:nvPr>
        </p:nvSpPr>
        <p:spPr/>
        <p:txBody>
          <a:bodyPr/>
          <a:lstStyle/>
          <a:p>
            <a:fld id="{5BFCF61C-3B18-4C03-8326-CC3B32D710C9}" type="slidenum">
              <a:rPr lang="en-US" smtClean="0"/>
              <a:pPr/>
              <a:t>43</a:t>
            </a:fld>
            <a:endParaRPr lang="en-US" dirty="0"/>
          </a:p>
        </p:txBody>
      </p:sp>
      <p:graphicFrame>
        <p:nvGraphicFramePr>
          <p:cNvPr id="3" name="Table 2">
            <a:extLst>
              <a:ext uri="{FF2B5EF4-FFF2-40B4-BE49-F238E27FC236}">
                <a16:creationId xmlns:a16="http://schemas.microsoft.com/office/drawing/2014/main" id="{B355CED7-5F0B-849E-9B25-A3F3C4FD7FBA}"/>
              </a:ext>
            </a:extLst>
          </p:cNvPr>
          <p:cNvGraphicFramePr>
            <a:graphicFrameLocks noGrp="1"/>
          </p:cNvGraphicFramePr>
          <p:nvPr>
            <p:extLst>
              <p:ext uri="{D42A27DB-BD31-4B8C-83A1-F6EECF244321}">
                <p14:modId xmlns:p14="http://schemas.microsoft.com/office/powerpoint/2010/main" val="4119722514"/>
              </p:ext>
            </p:extLst>
          </p:nvPr>
        </p:nvGraphicFramePr>
        <p:xfrm>
          <a:off x="3167525" y="1391962"/>
          <a:ext cx="8968203" cy="3691028"/>
        </p:xfrm>
        <a:graphic>
          <a:graphicData uri="http://schemas.openxmlformats.org/drawingml/2006/table">
            <a:tbl>
              <a:tblPr firstRow="1" bandRow="1">
                <a:tableStyleId>{5C22544A-7EE6-4342-B048-85BDC9FD1C3A}</a:tableStyleId>
              </a:tblPr>
              <a:tblGrid>
                <a:gridCol w="255648">
                  <a:extLst>
                    <a:ext uri="{9D8B030D-6E8A-4147-A177-3AD203B41FA5}">
                      <a16:colId xmlns:a16="http://schemas.microsoft.com/office/drawing/2014/main" val="20000"/>
                    </a:ext>
                  </a:extLst>
                </a:gridCol>
                <a:gridCol w="571504">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642942">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428628">
                  <a:extLst>
                    <a:ext uri="{9D8B030D-6E8A-4147-A177-3AD203B41FA5}">
                      <a16:colId xmlns:a16="http://schemas.microsoft.com/office/drawing/2014/main" val="20005"/>
                    </a:ext>
                  </a:extLst>
                </a:gridCol>
                <a:gridCol w="428628">
                  <a:extLst>
                    <a:ext uri="{9D8B030D-6E8A-4147-A177-3AD203B41FA5}">
                      <a16:colId xmlns:a16="http://schemas.microsoft.com/office/drawing/2014/main" val="20006"/>
                    </a:ext>
                  </a:extLst>
                </a:gridCol>
                <a:gridCol w="342900">
                  <a:extLst>
                    <a:ext uri="{9D8B030D-6E8A-4147-A177-3AD203B41FA5}">
                      <a16:colId xmlns:a16="http://schemas.microsoft.com/office/drawing/2014/main" val="20007"/>
                    </a:ext>
                  </a:extLst>
                </a:gridCol>
                <a:gridCol w="342900">
                  <a:extLst>
                    <a:ext uri="{9D8B030D-6E8A-4147-A177-3AD203B41FA5}">
                      <a16:colId xmlns:a16="http://schemas.microsoft.com/office/drawing/2014/main" val="20008"/>
                    </a:ext>
                  </a:extLst>
                </a:gridCol>
                <a:gridCol w="342900">
                  <a:extLst>
                    <a:ext uri="{9D8B030D-6E8A-4147-A177-3AD203B41FA5}">
                      <a16:colId xmlns:a16="http://schemas.microsoft.com/office/drawing/2014/main" val="20009"/>
                    </a:ext>
                  </a:extLst>
                </a:gridCol>
                <a:gridCol w="342900">
                  <a:extLst>
                    <a:ext uri="{9D8B030D-6E8A-4147-A177-3AD203B41FA5}">
                      <a16:colId xmlns:a16="http://schemas.microsoft.com/office/drawing/2014/main" val="20010"/>
                    </a:ext>
                  </a:extLst>
                </a:gridCol>
                <a:gridCol w="271474">
                  <a:extLst>
                    <a:ext uri="{9D8B030D-6E8A-4147-A177-3AD203B41FA5}">
                      <a16:colId xmlns:a16="http://schemas.microsoft.com/office/drawing/2014/main" val="20011"/>
                    </a:ext>
                  </a:extLst>
                </a:gridCol>
                <a:gridCol w="355918">
                  <a:extLst>
                    <a:ext uri="{9D8B030D-6E8A-4147-A177-3AD203B41FA5}">
                      <a16:colId xmlns:a16="http://schemas.microsoft.com/office/drawing/2014/main" val="20012"/>
                    </a:ext>
                  </a:extLst>
                </a:gridCol>
                <a:gridCol w="355918">
                  <a:extLst>
                    <a:ext uri="{9D8B030D-6E8A-4147-A177-3AD203B41FA5}">
                      <a16:colId xmlns:a16="http://schemas.microsoft.com/office/drawing/2014/main" val="20013"/>
                    </a:ext>
                  </a:extLst>
                </a:gridCol>
                <a:gridCol w="355918">
                  <a:extLst>
                    <a:ext uri="{9D8B030D-6E8A-4147-A177-3AD203B41FA5}">
                      <a16:colId xmlns:a16="http://schemas.microsoft.com/office/drawing/2014/main" val="20014"/>
                    </a:ext>
                  </a:extLst>
                </a:gridCol>
                <a:gridCol w="355918">
                  <a:extLst>
                    <a:ext uri="{9D8B030D-6E8A-4147-A177-3AD203B41FA5}">
                      <a16:colId xmlns:a16="http://schemas.microsoft.com/office/drawing/2014/main" val="20015"/>
                    </a:ext>
                  </a:extLst>
                </a:gridCol>
                <a:gridCol w="355918">
                  <a:extLst>
                    <a:ext uri="{9D8B030D-6E8A-4147-A177-3AD203B41FA5}">
                      <a16:colId xmlns:a16="http://schemas.microsoft.com/office/drawing/2014/main" val="20016"/>
                    </a:ext>
                  </a:extLst>
                </a:gridCol>
                <a:gridCol w="355918">
                  <a:extLst>
                    <a:ext uri="{9D8B030D-6E8A-4147-A177-3AD203B41FA5}">
                      <a16:colId xmlns:a16="http://schemas.microsoft.com/office/drawing/2014/main" val="20017"/>
                    </a:ext>
                  </a:extLst>
                </a:gridCol>
                <a:gridCol w="541337">
                  <a:extLst>
                    <a:ext uri="{9D8B030D-6E8A-4147-A177-3AD203B41FA5}">
                      <a16:colId xmlns:a16="http://schemas.microsoft.com/office/drawing/2014/main" val="20018"/>
                    </a:ext>
                  </a:extLst>
                </a:gridCol>
                <a:gridCol w="434975">
                  <a:extLst>
                    <a:ext uri="{9D8B030D-6E8A-4147-A177-3AD203B41FA5}">
                      <a16:colId xmlns:a16="http://schemas.microsoft.com/office/drawing/2014/main" val="20019"/>
                    </a:ext>
                  </a:extLst>
                </a:gridCol>
                <a:gridCol w="600075">
                  <a:extLst>
                    <a:ext uri="{9D8B030D-6E8A-4147-A177-3AD203B41FA5}">
                      <a16:colId xmlns:a16="http://schemas.microsoft.com/office/drawing/2014/main" val="20020"/>
                    </a:ext>
                  </a:extLst>
                </a:gridCol>
              </a:tblGrid>
              <a:tr h="443059">
                <a:tc rowSpan="2">
                  <a:txBody>
                    <a:bodyPr/>
                    <a:lstStyle/>
                    <a:p>
                      <a:pPr algn="ctr"/>
                      <a:r>
                        <a:rPr kumimoji="0" lang="en-IN" sz="900" b="1" kern="1200" dirty="0" err="1">
                          <a:solidFill>
                            <a:schemeClr val="lt1"/>
                          </a:solidFill>
                          <a:latin typeface="+mn-lt"/>
                          <a:ea typeface="+mn-ea"/>
                          <a:cs typeface="+mn-cs"/>
                        </a:rPr>
                        <a:t>SN</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QUAL</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DOP</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NOTE</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MARK</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REMARK</a:t>
                      </a:r>
                    </a:p>
                    <a:p>
                      <a:pPr algn="ctr" fontAlgn="ctr"/>
                      <a:r>
                        <a:rPr lang="en-US" sz="600" b="0" i="0" u="none" strike="noStrike" dirty="0">
                          <a:solidFill>
                            <a:srgbClr val="00B05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522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600" b="0" i="0" u="none" strike="noStrike" dirty="0">
                        <a:solidFill>
                          <a:srgbClr val="00B05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7058">
                <a:tc>
                  <a:txBody>
                    <a:bodyPr/>
                    <a:lstStyle/>
                    <a:p>
                      <a:pPr algn="ctr" fontAlgn="ctr"/>
                      <a:r>
                        <a:rPr lang="en-US" sz="900" b="0" i="0" u="none" strike="noStrike" dirty="0">
                          <a:solidFill>
                            <a:srgbClr val="000000"/>
                          </a:solidFill>
                          <a:latin typeface="Arial"/>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20-03-1964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7662">
                <a:tc>
                  <a:txBody>
                    <a:bodyPr/>
                    <a:lstStyle/>
                    <a:p>
                      <a:pPr algn="ctr" fontAlgn="ctr"/>
                      <a:r>
                        <a:rPr lang="en-US" sz="900" b="0" i="0" u="none" strike="noStrike">
                          <a:solidFill>
                            <a:srgbClr val="000000"/>
                          </a:solidFill>
                          <a:latin typeface="Arial"/>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12-05-1968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tx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49440">
                <a:tc>
                  <a:txBody>
                    <a:bodyPr/>
                    <a:lstStyle/>
                    <a:p>
                      <a:pPr algn="ctr" fontAlgn="ctr"/>
                      <a:r>
                        <a:rPr lang="en-US" sz="900" b="0" i="0" u="none" strike="noStrike">
                          <a:solidFill>
                            <a:srgbClr val="000000"/>
                          </a:solidFill>
                          <a:latin typeface="Arial"/>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09-04-1967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TRIBAL</a:t>
                      </a:r>
                    </a:p>
                    <a:p>
                      <a:pPr algn="ctr" fontAlgn="ctr"/>
                      <a:r>
                        <a:rPr lang="en-US" sz="1000" b="1" i="0" u="none" strike="noStrike" dirty="0">
                          <a:solidFill>
                            <a:srgbClr val="000000"/>
                          </a:solidFill>
                          <a:latin typeface="Arial Narrow" pitchFamily="34" charset="0"/>
                        </a:rPr>
                        <a:t>2013 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1350">
                <a:tc>
                  <a:txBody>
                    <a:bodyPr/>
                    <a:lstStyle/>
                    <a:p>
                      <a:pPr algn="ctr" fontAlgn="ctr"/>
                      <a:r>
                        <a:rPr lang="en-US" sz="900" b="0" i="0" u="none" strike="noStrike">
                          <a:solidFill>
                            <a:srgbClr val="000000"/>
                          </a:solidFill>
                          <a:latin typeface="Arial"/>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11-07-1964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err="1">
                          <a:solidFill>
                            <a:srgbClr val="000000"/>
                          </a:solidFill>
                          <a:latin typeface="Arial Narrow" pitchFamily="34" charset="0"/>
                        </a:rPr>
                        <a:t>C.CASE</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21822">
                <a:tc>
                  <a:txBody>
                    <a:bodyPr/>
                    <a:lstStyle/>
                    <a:p>
                      <a:pPr algn="ctr" fontAlgn="ctr"/>
                      <a:r>
                        <a:rPr lang="en-US" sz="900" b="0" i="0" u="none" strike="noStrike">
                          <a:solidFill>
                            <a:srgbClr val="000000"/>
                          </a:solidFill>
                          <a:latin typeface="Arial"/>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22-05-1971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घ</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rgbClr val="FF0000"/>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43732">
                <a:tc>
                  <a:txBody>
                    <a:bodyPr/>
                    <a:lstStyle/>
                    <a:p>
                      <a:pPr algn="ctr" fontAlgn="ctr"/>
                      <a:r>
                        <a:rPr lang="en-US" sz="900" b="0" i="0" u="none" strike="noStrike">
                          <a:solidFill>
                            <a:srgbClr val="000000"/>
                          </a:solidFill>
                          <a:latin typeface="Arial"/>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16-09-1972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rgbClr val="C00000"/>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gn="ctr" fontAlgn="ctr"/>
                      <a:r>
                        <a:rPr lang="en-US" sz="900" b="0" i="0" u="none" strike="noStrike">
                          <a:solidFill>
                            <a:srgbClr val="000000"/>
                          </a:solidFill>
                          <a:latin typeface="Arial"/>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22-06-1969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algn="ctr" fontAlgn="ctr"/>
                      <a:r>
                        <a:rPr lang="en-US" sz="900" b="0" i="0" u="none" strike="noStrike">
                          <a:solidFill>
                            <a:srgbClr val="000000"/>
                          </a:solidFill>
                          <a:latin typeface="Arial"/>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13-01-1970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hi-IN" sz="900" b="0" i="0" u="none" strike="noStrike" dirty="0">
                          <a:solidFill>
                            <a:srgbClr val="000000"/>
                          </a:solidFill>
                          <a:latin typeface="Arial"/>
                        </a:rPr>
                        <a:t>ST</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rgbClr val="E71D57"/>
                          </a:solidFill>
                          <a:latin typeface="Agency FB" pitchFamily="34" charset="0"/>
                          <a:ea typeface="+mn-ea"/>
                          <a:cs typeface="+mn-cs"/>
                        </a:rPr>
                        <a:t>N</a:t>
                      </a:r>
                      <a:endParaRPr kumimoji="0" lang="en-US" sz="120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rgbClr val="C00000"/>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38024">
                <a:tc>
                  <a:txBody>
                    <a:bodyPr/>
                    <a:lstStyle/>
                    <a:p>
                      <a:pPr algn="ctr" fontAlgn="ctr"/>
                      <a:r>
                        <a:rPr lang="en-US" sz="900" b="0" i="0" u="none" strike="noStrike">
                          <a:solidFill>
                            <a:srgbClr val="000000"/>
                          </a:solidFill>
                          <a:latin typeface="Arial"/>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07-12-1969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ग</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rgbClr val="FF0000"/>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algn="ctr" fontAlgn="ctr"/>
                      <a:r>
                        <a:rPr lang="en-US" sz="900" b="0" i="0" u="none" strike="noStrike" dirty="0">
                          <a:solidFill>
                            <a:srgbClr val="000000"/>
                          </a:solidFill>
                          <a:latin typeface="Arial"/>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21-08-1971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BCOM</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rgbClr val="FF0000"/>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4" name="TextBox 3">
            <a:extLst>
              <a:ext uri="{FF2B5EF4-FFF2-40B4-BE49-F238E27FC236}">
                <a16:creationId xmlns:a16="http://schemas.microsoft.com/office/drawing/2014/main" id="{89753F68-11E4-C254-C0AC-A4D911F04BF0}"/>
              </a:ext>
            </a:extLst>
          </p:cNvPr>
          <p:cNvSpPr txBox="1"/>
          <p:nvPr/>
        </p:nvSpPr>
        <p:spPr>
          <a:xfrm>
            <a:off x="3190844" y="924366"/>
            <a:ext cx="9001156" cy="461665"/>
          </a:xfrm>
          <a:prstGeom prst="rect">
            <a:avLst/>
          </a:prstGeom>
          <a:noFill/>
        </p:spPr>
        <p:txBody>
          <a:bodyPr wrap="square" rtlCol="0">
            <a:spAutoFit/>
          </a:bodyPr>
          <a:lstStyle/>
          <a:p>
            <a:pPr algn="ctr"/>
            <a:r>
              <a:rPr lang="hi-IN" sz="2400" b="1" dirty="0">
                <a:latin typeface="Kokila" panose="020B0604020202020204" pitchFamily="34" charset="0"/>
                <a:cs typeface="Kokila" panose="020B0604020202020204" pitchFamily="34" charset="0"/>
              </a:rPr>
              <a:t>अवर सचिव पद से उप सचिव पद पर पदोन्नति हेतु मूल्यांकन पत्रक सह अंतिम पदक्रम सूचि </a:t>
            </a:r>
            <a:endParaRPr lang="en-US" sz="2400" b="1" dirty="0">
              <a:latin typeface="Kokila" panose="020B0604020202020204" pitchFamily="34" charset="0"/>
              <a:cs typeface="Kokila" panose="020B0604020202020204" pitchFamily="34" charset="0"/>
            </a:endParaRPr>
          </a:p>
        </p:txBody>
      </p:sp>
      <p:sp>
        <p:nvSpPr>
          <p:cNvPr id="5" name="Rounded Rectangle 11">
            <a:extLst>
              <a:ext uri="{FF2B5EF4-FFF2-40B4-BE49-F238E27FC236}">
                <a16:creationId xmlns:a16="http://schemas.microsoft.com/office/drawing/2014/main" id="{6028141D-F6A8-FF61-53BA-6F3D1BFD2F13}"/>
              </a:ext>
            </a:extLst>
          </p:cNvPr>
          <p:cNvSpPr/>
          <p:nvPr/>
        </p:nvSpPr>
        <p:spPr>
          <a:xfrm>
            <a:off x="9662436" y="5342748"/>
            <a:ext cx="1571636"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i-IN" dirty="0"/>
              <a:t>SAVE </a:t>
            </a:r>
            <a:endParaRPr lang="en-IN" dirty="0"/>
          </a:p>
        </p:txBody>
      </p:sp>
      <p:sp>
        <p:nvSpPr>
          <p:cNvPr id="6" name="Rounded Rectangle 12">
            <a:extLst>
              <a:ext uri="{FF2B5EF4-FFF2-40B4-BE49-F238E27FC236}">
                <a16:creationId xmlns:a16="http://schemas.microsoft.com/office/drawing/2014/main" id="{C59DCC0B-618D-A836-E5A1-DF12B6B69BC7}"/>
              </a:ext>
            </a:extLst>
          </p:cNvPr>
          <p:cNvSpPr/>
          <p:nvPr/>
        </p:nvSpPr>
        <p:spPr>
          <a:xfrm>
            <a:off x="7733610" y="5342748"/>
            <a:ext cx="1571636" cy="571504"/>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hi-IN" sz="1600" dirty="0"/>
              <a:t>CALCULATE</a:t>
            </a:r>
            <a:endParaRPr lang="en-IN" sz="1600" dirty="0"/>
          </a:p>
        </p:txBody>
      </p:sp>
      <p:sp>
        <p:nvSpPr>
          <p:cNvPr id="7" name="Rounded Rectangle 13">
            <a:extLst>
              <a:ext uri="{FF2B5EF4-FFF2-40B4-BE49-F238E27FC236}">
                <a16:creationId xmlns:a16="http://schemas.microsoft.com/office/drawing/2014/main" id="{69C28E81-7A62-08BB-ACF9-599B09A232A6}"/>
              </a:ext>
            </a:extLst>
          </p:cNvPr>
          <p:cNvSpPr/>
          <p:nvPr/>
        </p:nvSpPr>
        <p:spPr>
          <a:xfrm>
            <a:off x="3733082" y="5342748"/>
            <a:ext cx="1571636"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IN" dirty="0"/>
              <a:t>EDIT</a:t>
            </a:r>
          </a:p>
        </p:txBody>
      </p:sp>
      <p:sp>
        <p:nvSpPr>
          <p:cNvPr id="8" name="Rounded Rectangle 14">
            <a:extLst>
              <a:ext uri="{FF2B5EF4-FFF2-40B4-BE49-F238E27FC236}">
                <a16:creationId xmlns:a16="http://schemas.microsoft.com/office/drawing/2014/main" id="{655AE093-954B-709E-C4B6-D43356D7C2A8}"/>
              </a:ext>
            </a:extLst>
          </p:cNvPr>
          <p:cNvSpPr/>
          <p:nvPr/>
        </p:nvSpPr>
        <p:spPr>
          <a:xfrm>
            <a:off x="5733346" y="5342748"/>
            <a:ext cx="1571636" cy="571504"/>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hi-IN" sz="1600" dirty="0"/>
              <a:t>CANCEL DPC</a:t>
            </a:r>
            <a:endParaRPr lang="en-IN" sz="1600" dirty="0"/>
          </a:p>
        </p:txBody>
      </p:sp>
      <p:graphicFrame>
        <p:nvGraphicFramePr>
          <p:cNvPr id="9" name="Table 8">
            <a:extLst>
              <a:ext uri="{FF2B5EF4-FFF2-40B4-BE49-F238E27FC236}">
                <a16:creationId xmlns:a16="http://schemas.microsoft.com/office/drawing/2014/main" id="{3D819291-A966-E71E-4B14-D660EDABEFEE}"/>
              </a:ext>
            </a:extLst>
          </p:cNvPr>
          <p:cNvGraphicFramePr>
            <a:graphicFrameLocks noGrp="1"/>
          </p:cNvGraphicFramePr>
          <p:nvPr>
            <p:extLst>
              <p:ext uri="{D42A27DB-BD31-4B8C-83A1-F6EECF244321}">
                <p14:modId xmlns:p14="http://schemas.microsoft.com/office/powerpoint/2010/main" val="4232865601"/>
              </p:ext>
            </p:extLst>
          </p:nvPr>
        </p:nvGraphicFramePr>
        <p:xfrm>
          <a:off x="3154629" y="1397380"/>
          <a:ext cx="8968203" cy="3691028"/>
        </p:xfrm>
        <a:graphic>
          <a:graphicData uri="http://schemas.openxmlformats.org/drawingml/2006/table">
            <a:tbl>
              <a:tblPr firstRow="1" bandRow="1">
                <a:tableStyleId>{5C22544A-7EE6-4342-B048-85BDC9FD1C3A}</a:tableStyleId>
              </a:tblPr>
              <a:tblGrid>
                <a:gridCol w="255648">
                  <a:extLst>
                    <a:ext uri="{9D8B030D-6E8A-4147-A177-3AD203B41FA5}">
                      <a16:colId xmlns:a16="http://schemas.microsoft.com/office/drawing/2014/main" val="20000"/>
                    </a:ext>
                  </a:extLst>
                </a:gridCol>
                <a:gridCol w="571504">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642942">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428628">
                  <a:extLst>
                    <a:ext uri="{9D8B030D-6E8A-4147-A177-3AD203B41FA5}">
                      <a16:colId xmlns:a16="http://schemas.microsoft.com/office/drawing/2014/main" val="20005"/>
                    </a:ext>
                  </a:extLst>
                </a:gridCol>
                <a:gridCol w="428628">
                  <a:extLst>
                    <a:ext uri="{9D8B030D-6E8A-4147-A177-3AD203B41FA5}">
                      <a16:colId xmlns:a16="http://schemas.microsoft.com/office/drawing/2014/main" val="20006"/>
                    </a:ext>
                  </a:extLst>
                </a:gridCol>
                <a:gridCol w="342900">
                  <a:extLst>
                    <a:ext uri="{9D8B030D-6E8A-4147-A177-3AD203B41FA5}">
                      <a16:colId xmlns:a16="http://schemas.microsoft.com/office/drawing/2014/main" val="20007"/>
                    </a:ext>
                  </a:extLst>
                </a:gridCol>
                <a:gridCol w="342900">
                  <a:extLst>
                    <a:ext uri="{9D8B030D-6E8A-4147-A177-3AD203B41FA5}">
                      <a16:colId xmlns:a16="http://schemas.microsoft.com/office/drawing/2014/main" val="20008"/>
                    </a:ext>
                  </a:extLst>
                </a:gridCol>
                <a:gridCol w="342900">
                  <a:extLst>
                    <a:ext uri="{9D8B030D-6E8A-4147-A177-3AD203B41FA5}">
                      <a16:colId xmlns:a16="http://schemas.microsoft.com/office/drawing/2014/main" val="20009"/>
                    </a:ext>
                  </a:extLst>
                </a:gridCol>
                <a:gridCol w="342900">
                  <a:extLst>
                    <a:ext uri="{9D8B030D-6E8A-4147-A177-3AD203B41FA5}">
                      <a16:colId xmlns:a16="http://schemas.microsoft.com/office/drawing/2014/main" val="20010"/>
                    </a:ext>
                  </a:extLst>
                </a:gridCol>
                <a:gridCol w="271474">
                  <a:extLst>
                    <a:ext uri="{9D8B030D-6E8A-4147-A177-3AD203B41FA5}">
                      <a16:colId xmlns:a16="http://schemas.microsoft.com/office/drawing/2014/main" val="20011"/>
                    </a:ext>
                  </a:extLst>
                </a:gridCol>
                <a:gridCol w="355918">
                  <a:extLst>
                    <a:ext uri="{9D8B030D-6E8A-4147-A177-3AD203B41FA5}">
                      <a16:colId xmlns:a16="http://schemas.microsoft.com/office/drawing/2014/main" val="20012"/>
                    </a:ext>
                  </a:extLst>
                </a:gridCol>
                <a:gridCol w="355918">
                  <a:extLst>
                    <a:ext uri="{9D8B030D-6E8A-4147-A177-3AD203B41FA5}">
                      <a16:colId xmlns:a16="http://schemas.microsoft.com/office/drawing/2014/main" val="20013"/>
                    </a:ext>
                  </a:extLst>
                </a:gridCol>
                <a:gridCol w="355918">
                  <a:extLst>
                    <a:ext uri="{9D8B030D-6E8A-4147-A177-3AD203B41FA5}">
                      <a16:colId xmlns:a16="http://schemas.microsoft.com/office/drawing/2014/main" val="20014"/>
                    </a:ext>
                  </a:extLst>
                </a:gridCol>
                <a:gridCol w="355918">
                  <a:extLst>
                    <a:ext uri="{9D8B030D-6E8A-4147-A177-3AD203B41FA5}">
                      <a16:colId xmlns:a16="http://schemas.microsoft.com/office/drawing/2014/main" val="20015"/>
                    </a:ext>
                  </a:extLst>
                </a:gridCol>
                <a:gridCol w="355918">
                  <a:extLst>
                    <a:ext uri="{9D8B030D-6E8A-4147-A177-3AD203B41FA5}">
                      <a16:colId xmlns:a16="http://schemas.microsoft.com/office/drawing/2014/main" val="20016"/>
                    </a:ext>
                  </a:extLst>
                </a:gridCol>
                <a:gridCol w="355918">
                  <a:extLst>
                    <a:ext uri="{9D8B030D-6E8A-4147-A177-3AD203B41FA5}">
                      <a16:colId xmlns:a16="http://schemas.microsoft.com/office/drawing/2014/main" val="20017"/>
                    </a:ext>
                  </a:extLst>
                </a:gridCol>
                <a:gridCol w="541337">
                  <a:extLst>
                    <a:ext uri="{9D8B030D-6E8A-4147-A177-3AD203B41FA5}">
                      <a16:colId xmlns:a16="http://schemas.microsoft.com/office/drawing/2014/main" val="20018"/>
                    </a:ext>
                  </a:extLst>
                </a:gridCol>
                <a:gridCol w="434975">
                  <a:extLst>
                    <a:ext uri="{9D8B030D-6E8A-4147-A177-3AD203B41FA5}">
                      <a16:colId xmlns:a16="http://schemas.microsoft.com/office/drawing/2014/main" val="20019"/>
                    </a:ext>
                  </a:extLst>
                </a:gridCol>
                <a:gridCol w="600075">
                  <a:extLst>
                    <a:ext uri="{9D8B030D-6E8A-4147-A177-3AD203B41FA5}">
                      <a16:colId xmlns:a16="http://schemas.microsoft.com/office/drawing/2014/main" val="20020"/>
                    </a:ext>
                  </a:extLst>
                </a:gridCol>
              </a:tblGrid>
              <a:tr h="443059">
                <a:tc rowSpan="2">
                  <a:txBody>
                    <a:bodyPr/>
                    <a:lstStyle/>
                    <a:p>
                      <a:pPr algn="ctr"/>
                      <a:r>
                        <a:rPr kumimoji="0" lang="en-IN" sz="900" b="1" kern="1200" dirty="0" err="1">
                          <a:solidFill>
                            <a:schemeClr val="lt1"/>
                          </a:solidFill>
                          <a:latin typeface="+mn-lt"/>
                          <a:ea typeface="+mn-ea"/>
                          <a:cs typeface="+mn-cs"/>
                        </a:rPr>
                        <a:t>SN</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QUAL</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DOP</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NOTE</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MARK</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REMARK</a:t>
                      </a:r>
                    </a:p>
                    <a:p>
                      <a:pPr algn="ctr" fontAlgn="ctr"/>
                      <a:r>
                        <a:rPr lang="en-US" sz="600" b="0" i="0" u="none" strike="noStrike" dirty="0">
                          <a:solidFill>
                            <a:srgbClr val="00B05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522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600" b="0" i="0" u="none" strike="noStrike" dirty="0">
                        <a:solidFill>
                          <a:srgbClr val="00B05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7058">
                <a:tc>
                  <a:txBody>
                    <a:bodyPr/>
                    <a:lstStyle/>
                    <a:p>
                      <a:pPr algn="ctr" fontAlgn="ctr"/>
                      <a:r>
                        <a:rPr lang="en-US" sz="900" b="0" i="0" u="none" strike="noStrike" dirty="0">
                          <a:solidFill>
                            <a:srgbClr val="000000"/>
                          </a:solidFill>
                          <a:latin typeface="Arial"/>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20-03-1964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UR</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7662">
                <a:tc>
                  <a:txBody>
                    <a:bodyPr/>
                    <a:lstStyle/>
                    <a:p>
                      <a:pPr algn="ctr" fontAlgn="ctr"/>
                      <a:r>
                        <a:rPr lang="en-US" sz="900" b="0" i="0" u="none" strike="noStrike">
                          <a:solidFill>
                            <a:srgbClr val="000000"/>
                          </a:solidFill>
                          <a:latin typeface="Arial"/>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12-05-1968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rgbClr val="FF0000"/>
                          </a:solidFill>
                          <a:latin typeface="Agency FB" pitchFamily="34" charset="0"/>
                          <a:ea typeface="+mn-ea"/>
                          <a:cs typeface="+mn-cs"/>
                        </a:rPr>
                        <a:t> </a:t>
                      </a:r>
                      <a:r>
                        <a:rPr kumimoji="0" lang="hi-IN" sz="1200" b="1" kern="1200" dirty="0">
                          <a:solidFill>
                            <a:srgbClr val="FF0000"/>
                          </a:solidFill>
                          <a:latin typeface="Agency FB" pitchFamily="34" charset="0"/>
                          <a:ea typeface="+mn-ea"/>
                          <a:cs typeface="+mn-cs"/>
                        </a:rPr>
                        <a:t>NE</a:t>
                      </a:r>
                      <a:endParaRPr kumimoji="0" lang="en-US" sz="1200" b="1" kern="1200" dirty="0">
                        <a:solidFill>
                          <a:srgbClr val="FF0000"/>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49440">
                <a:tc>
                  <a:txBody>
                    <a:bodyPr/>
                    <a:lstStyle/>
                    <a:p>
                      <a:pPr algn="ctr" fontAlgn="ctr"/>
                      <a:r>
                        <a:rPr lang="en-US" sz="900" b="0" i="0" u="none" strike="noStrike" dirty="0">
                          <a:solidFill>
                            <a:srgbClr val="000000"/>
                          </a:solidFill>
                          <a:latin typeface="Arial"/>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09-04-1967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000" b="1" i="0" u="none" strike="noStrike" dirty="0">
                          <a:solidFill>
                            <a:srgbClr val="000000"/>
                          </a:solidFill>
                          <a:latin typeface="Arial Narrow" pitchFamily="34" charset="0"/>
                        </a:rPr>
                        <a:t>TRIBAL 202</a:t>
                      </a: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ST_W</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1350">
                <a:tc>
                  <a:txBody>
                    <a:bodyPr/>
                    <a:lstStyle/>
                    <a:p>
                      <a:pPr algn="ctr" fontAlgn="ctr"/>
                      <a:r>
                        <a:rPr lang="en-US" sz="900" b="0" i="0" u="none" strike="noStrike">
                          <a:solidFill>
                            <a:srgbClr val="000000"/>
                          </a:solidFill>
                          <a:latin typeface="Arial"/>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11-07-1964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err="1">
                          <a:solidFill>
                            <a:srgbClr val="000000"/>
                          </a:solidFill>
                          <a:latin typeface="Arial Narrow" pitchFamily="34" charset="0"/>
                        </a:rPr>
                        <a:t>C.CASE</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U</a:t>
                      </a:r>
                      <a:r>
                        <a:rPr kumimoji="0" lang="en-IN" sz="1200" b="1" kern="1200" dirty="0">
                          <a:solidFill>
                            <a:schemeClr val="dk1"/>
                          </a:solidFill>
                          <a:latin typeface="Agency FB" pitchFamily="34" charset="0"/>
                          <a:ea typeface="+mn-ea"/>
                          <a:cs typeface="+mn-cs"/>
                        </a:rPr>
                        <a:t>R</a:t>
                      </a:r>
                      <a:r>
                        <a:rPr kumimoji="0" lang="hi-IN" sz="1200" b="1" kern="1200" dirty="0">
                          <a:solidFill>
                            <a:schemeClr val="dk1"/>
                          </a:solidFill>
                          <a:latin typeface="Agency FB" pitchFamily="34" charset="0"/>
                          <a:ea typeface="+mn-ea"/>
                          <a:cs typeface="+mn-cs"/>
                        </a:rPr>
                        <a:t>_W </a:t>
                      </a:r>
                      <a:r>
                        <a:rPr kumimoji="0" lang="hi-IN" sz="800" b="1" kern="1200" dirty="0">
                          <a:solidFill>
                            <a:srgbClr val="C00000"/>
                          </a:solidFill>
                          <a:latin typeface="Agency FB" pitchFamily="34" charset="0"/>
                          <a:ea typeface="+mn-ea"/>
                          <a:cs typeface="+mn-cs"/>
                        </a:rPr>
                        <a:t>CC</a:t>
                      </a:r>
                      <a:r>
                        <a:rPr kumimoji="0" lang="en-IN" sz="800" b="1" kern="1200" dirty="0">
                          <a:solidFill>
                            <a:srgbClr val="C00000"/>
                          </a:solidFill>
                          <a:latin typeface="Agency FB" pitchFamily="34" charset="0"/>
                          <a:ea typeface="+mn-ea"/>
                          <a:cs typeface="+mn-cs"/>
                        </a:rPr>
                        <a:t> </a:t>
                      </a:r>
                      <a:endParaRPr kumimoji="0" lang="en-US" sz="1200" b="1" kern="1200" dirty="0">
                        <a:solidFill>
                          <a:srgbClr val="C00000"/>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21822">
                <a:tc>
                  <a:txBody>
                    <a:bodyPr/>
                    <a:lstStyle/>
                    <a:p>
                      <a:pPr algn="ctr" fontAlgn="ctr"/>
                      <a:r>
                        <a:rPr lang="en-US" sz="900" b="0" i="0" u="none" strike="noStrike">
                          <a:solidFill>
                            <a:srgbClr val="000000"/>
                          </a:solidFill>
                          <a:latin typeface="Arial"/>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22-05-1971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घ</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rgbClr val="FF0000"/>
                          </a:solidFill>
                          <a:latin typeface="Agency FB" pitchFamily="34" charset="0"/>
                          <a:ea typeface="+mn-ea"/>
                          <a:cs typeface="+mn-cs"/>
                        </a:rPr>
                        <a:t> </a:t>
                      </a:r>
                      <a:r>
                        <a:rPr kumimoji="0" lang="hi-IN" sz="1200" b="1" kern="1200" dirty="0">
                          <a:solidFill>
                            <a:srgbClr val="FF0000"/>
                          </a:solidFill>
                          <a:latin typeface="Agency FB" pitchFamily="34" charset="0"/>
                          <a:ea typeface="+mn-ea"/>
                          <a:cs typeface="+mn-cs"/>
                        </a:rPr>
                        <a:t>NE</a:t>
                      </a:r>
                      <a:endParaRPr kumimoji="0" lang="en-US" sz="1200" b="1" kern="1200" dirty="0">
                        <a:solidFill>
                          <a:srgbClr val="FF0000"/>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43732">
                <a:tc>
                  <a:txBody>
                    <a:bodyPr/>
                    <a:lstStyle/>
                    <a:p>
                      <a:pPr algn="ctr" fontAlgn="ctr"/>
                      <a:r>
                        <a:rPr lang="en-US" sz="900" b="0" i="0" u="none" strike="noStrike" dirty="0">
                          <a:solidFill>
                            <a:srgbClr val="000000"/>
                          </a:solidFill>
                          <a:latin typeface="Arial"/>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16-09-1972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IN" sz="1200" b="1" kern="1200" dirty="0">
                          <a:solidFill>
                            <a:srgbClr val="C00000"/>
                          </a:solidFill>
                          <a:latin typeface="Agency FB" pitchFamily="34" charset="0"/>
                          <a:ea typeface="+mn-ea"/>
                          <a:cs typeface="+mn-cs"/>
                        </a:rPr>
                        <a:t>CC</a:t>
                      </a:r>
                      <a:endParaRPr kumimoji="0" lang="en-US" sz="1200" b="1" kern="1200" dirty="0">
                        <a:solidFill>
                          <a:srgbClr val="C00000"/>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gn="ctr" fontAlgn="ctr"/>
                      <a:r>
                        <a:rPr lang="en-US" sz="900" b="0" i="0" u="none" strike="noStrike">
                          <a:solidFill>
                            <a:srgbClr val="000000"/>
                          </a:solidFill>
                          <a:latin typeface="Arial"/>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22-06-1969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10-05-2010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OBC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IN" sz="1200" b="1" kern="1200" dirty="0">
                          <a:solidFill>
                            <a:schemeClr val="dk1"/>
                          </a:solidFill>
                          <a:latin typeface="Agency FB" pitchFamily="34" charset="0"/>
                          <a:ea typeface="+mn-ea"/>
                          <a:cs typeface="+mn-cs"/>
                        </a:rPr>
                        <a:t>EL</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algn="ctr" fontAlgn="ctr"/>
                      <a:r>
                        <a:rPr lang="en-US" sz="900" b="0" i="0" u="none" strike="noStrike">
                          <a:solidFill>
                            <a:srgbClr val="000000"/>
                          </a:solidFill>
                          <a:latin typeface="Arial"/>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13-01-1970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hi-IN" sz="900" b="0" i="0" u="none" strike="noStrike" dirty="0">
                          <a:solidFill>
                            <a:srgbClr val="000000"/>
                          </a:solidFill>
                          <a:latin typeface="Arial"/>
                        </a:rPr>
                        <a:t>ST</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rgbClr val="E71D57"/>
                          </a:solidFill>
                          <a:latin typeface="Agency FB" pitchFamily="34" charset="0"/>
                          <a:ea typeface="+mn-ea"/>
                          <a:cs typeface="+mn-cs"/>
                        </a:rPr>
                        <a:t>N</a:t>
                      </a:r>
                      <a:endParaRPr kumimoji="0" lang="en-US" sz="120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20</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ST SS </a:t>
                      </a:r>
                      <a:r>
                        <a:rPr kumimoji="0" lang="en-IN" sz="900" b="1" kern="1200" dirty="0">
                          <a:solidFill>
                            <a:srgbClr val="C00000"/>
                          </a:solidFill>
                          <a:latin typeface="Agency FB" pitchFamily="34" charset="0"/>
                          <a:ea typeface="+mn-ea"/>
                          <a:cs typeface="+mn-cs"/>
                        </a:rPr>
                        <a:t>CIR</a:t>
                      </a:r>
                      <a:endParaRPr kumimoji="0" lang="en-US" sz="1200" b="1" kern="1200" dirty="0">
                        <a:solidFill>
                          <a:srgbClr val="C00000"/>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38024">
                <a:tc>
                  <a:txBody>
                    <a:bodyPr/>
                    <a:lstStyle/>
                    <a:p>
                      <a:pPr algn="ctr" fontAlgn="ctr"/>
                      <a:r>
                        <a:rPr lang="en-US" sz="900" b="0" i="0" u="none" strike="noStrike">
                          <a:solidFill>
                            <a:srgbClr val="000000"/>
                          </a:solidFill>
                          <a:latin typeface="Arial"/>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07-12-1969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rgbClr val="E71D57"/>
                          </a:solidFill>
                          <a:latin typeface="Agency FB" pitchFamily="34" charset="0"/>
                          <a:ea typeface="+mn-ea"/>
                          <a:cs typeface="+mn-cs"/>
                        </a:rPr>
                        <a:t>ग</a:t>
                      </a:r>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rgbClr val="FF0000"/>
                          </a:solidFill>
                          <a:latin typeface="Agency FB" pitchFamily="34" charset="0"/>
                          <a:ea typeface="+mn-ea"/>
                          <a:cs typeface="+mn-cs"/>
                        </a:rPr>
                        <a:t>NE</a:t>
                      </a:r>
                      <a:r>
                        <a:rPr kumimoji="0" lang="en-US" sz="1200" b="1" kern="1200" dirty="0">
                          <a:solidFill>
                            <a:srgbClr val="FF0000"/>
                          </a:solidFill>
                          <a:latin typeface="Agency FB" pitchFamily="34" charset="0"/>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algn="ctr" fontAlgn="ctr"/>
                      <a:r>
                        <a:rPr lang="en-US" sz="900" b="0" i="0" u="none" strike="noStrike">
                          <a:solidFill>
                            <a:srgbClr val="000000"/>
                          </a:solidFill>
                          <a:latin typeface="Arial"/>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21-08-1971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BCOM</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ख</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PUNISHMENT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rgbClr val="FF0000"/>
                          </a:solidFill>
                          <a:latin typeface="Agency FB" pitchFamily="34" charset="0"/>
                          <a:ea typeface="+mn-ea"/>
                          <a:cs typeface="+mn-cs"/>
                        </a:rPr>
                        <a:t>NE</a:t>
                      </a:r>
                      <a:endParaRPr kumimoji="0" lang="en-US" sz="1200" b="1" kern="1200" dirty="0">
                        <a:solidFill>
                          <a:srgbClr val="FF0000"/>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graphicFrame>
        <p:nvGraphicFramePr>
          <p:cNvPr id="10" name="Table 9">
            <a:extLst>
              <a:ext uri="{FF2B5EF4-FFF2-40B4-BE49-F238E27FC236}">
                <a16:creationId xmlns:a16="http://schemas.microsoft.com/office/drawing/2014/main" id="{B9C37BBA-90A8-DAE3-9057-A15FA14A7443}"/>
              </a:ext>
            </a:extLst>
          </p:cNvPr>
          <p:cNvGraphicFramePr>
            <a:graphicFrameLocks noGrp="1"/>
          </p:cNvGraphicFramePr>
          <p:nvPr>
            <p:extLst>
              <p:ext uri="{D42A27DB-BD31-4B8C-83A1-F6EECF244321}">
                <p14:modId xmlns:p14="http://schemas.microsoft.com/office/powerpoint/2010/main" val="242785168"/>
              </p:ext>
            </p:extLst>
          </p:nvPr>
        </p:nvGraphicFramePr>
        <p:xfrm>
          <a:off x="3155129" y="1399032"/>
          <a:ext cx="8968203" cy="3644360"/>
        </p:xfrm>
        <a:graphic>
          <a:graphicData uri="http://schemas.openxmlformats.org/drawingml/2006/table">
            <a:tbl>
              <a:tblPr firstRow="1" bandRow="1">
                <a:tableStyleId>{5C22544A-7EE6-4342-B048-85BDC9FD1C3A}</a:tableStyleId>
              </a:tblPr>
              <a:tblGrid>
                <a:gridCol w="255648">
                  <a:extLst>
                    <a:ext uri="{9D8B030D-6E8A-4147-A177-3AD203B41FA5}">
                      <a16:colId xmlns:a16="http://schemas.microsoft.com/office/drawing/2014/main" val="20000"/>
                    </a:ext>
                  </a:extLst>
                </a:gridCol>
                <a:gridCol w="571504">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642942">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428628">
                  <a:extLst>
                    <a:ext uri="{9D8B030D-6E8A-4147-A177-3AD203B41FA5}">
                      <a16:colId xmlns:a16="http://schemas.microsoft.com/office/drawing/2014/main" val="20005"/>
                    </a:ext>
                  </a:extLst>
                </a:gridCol>
                <a:gridCol w="428628">
                  <a:extLst>
                    <a:ext uri="{9D8B030D-6E8A-4147-A177-3AD203B41FA5}">
                      <a16:colId xmlns:a16="http://schemas.microsoft.com/office/drawing/2014/main" val="20006"/>
                    </a:ext>
                  </a:extLst>
                </a:gridCol>
                <a:gridCol w="342900">
                  <a:extLst>
                    <a:ext uri="{9D8B030D-6E8A-4147-A177-3AD203B41FA5}">
                      <a16:colId xmlns:a16="http://schemas.microsoft.com/office/drawing/2014/main" val="20007"/>
                    </a:ext>
                  </a:extLst>
                </a:gridCol>
                <a:gridCol w="342900">
                  <a:extLst>
                    <a:ext uri="{9D8B030D-6E8A-4147-A177-3AD203B41FA5}">
                      <a16:colId xmlns:a16="http://schemas.microsoft.com/office/drawing/2014/main" val="20008"/>
                    </a:ext>
                  </a:extLst>
                </a:gridCol>
                <a:gridCol w="342900">
                  <a:extLst>
                    <a:ext uri="{9D8B030D-6E8A-4147-A177-3AD203B41FA5}">
                      <a16:colId xmlns:a16="http://schemas.microsoft.com/office/drawing/2014/main" val="20009"/>
                    </a:ext>
                  </a:extLst>
                </a:gridCol>
                <a:gridCol w="342900">
                  <a:extLst>
                    <a:ext uri="{9D8B030D-6E8A-4147-A177-3AD203B41FA5}">
                      <a16:colId xmlns:a16="http://schemas.microsoft.com/office/drawing/2014/main" val="20010"/>
                    </a:ext>
                  </a:extLst>
                </a:gridCol>
                <a:gridCol w="271474">
                  <a:extLst>
                    <a:ext uri="{9D8B030D-6E8A-4147-A177-3AD203B41FA5}">
                      <a16:colId xmlns:a16="http://schemas.microsoft.com/office/drawing/2014/main" val="20011"/>
                    </a:ext>
                  </a:extLst>
                </a:gridCol>
                <a:gridCol w="355918">
                  <a:extLst>
                    <a:ext uri="{9D8B030D-6E8A-4147-A177-3AD203B41FA5}">
                      <a16:colId xmlns:a16="http://schemas.microsoft.com/office/drawing/2014/main" val="20012"/>
                    </a:ext>
                  </a:extLst>
                </a:gridCol>
                <a:gridCol w="355918">
                  <a:extLst>
                    <a:ext uri="{9D8B030D-6E8A-4147-A177-3AD203B41FA5}">
                      <a16:colId xmlns:a16="http://schemas.microsoft.com/office/drawing/2014/main" val="20013"/>
                    </a:ext>
                  </a:extLst>
                </a:gridCol>
                <a:gridCol w="355918">
                  <a:extLst>
                    <a:ext uri="{9D8B030D-6E8A-4147-A177-3AD203B41FA5}">
                      <a16:colId xmlns:a16="http://schemas.microsoft.com/office/drawing/2014/main" val="20014"/>
                    </a:ext>
                  </a:extLst>
                </a:gridCol>
                <a:gridCol w="355918">
                  <a:extLst>
                    <a:ext uri="{9D8B030D-6E8A-4147-A177-3AD203B41FA5}">
                      <a16:colId xmlns:a16="http://schemas.microsoft.com/office/drawing/2014/main" val="20015"/>
                    </a:ext>
                  </a:extLst>
                </a:gridCol>
                <a:gridCol w="355918">
                  <a:extLst>
                    <a:ext uri="{9D8B030D-6E8A-4147-A177-3AD203B41FA5}">
                      <a16:colId xmlns:a16="http://schemas.microsoft.com/office/drawing/2014/main" val="20016"/>
                    </a:ext>
                  </a:extLst>
                </a:gridCol>
                <a:gridCol w="355918">
                  <a:extLst>
                    <a:ext uri="{9D8B030D-6E8A-4147-A177-3AD203B41FA5}">
                      <a16:colId xmlns:a16="http://schemas.microsoft.com/office/drawing/2014/main" val="20017"/>
                    </a:ext>
                  </a:extLst>
                </a:gridCol>
                <a:gridCol w="541337">
                  <a:extLst>
                    <a:ext uri="{9D8B030D-6E8A-4147-A177-3AD203B41FA5}">
                      <a16:colId xmlns:a16="http://schemas.microsoft.com/office/drawing/2014/main" val="20018"/>
                    </a:ext>
                  </a:extLst>
                </a:gridCol>
                <a:gridCol w="434975">
                  <a:extLst>
                    <a:ext uri="{9D8B030D-6E8A-4147-A177-3AD203B41FA5}">
                      <a16:colId xmlns:a16="http://schemas.microsoft.com/office/drawing/2014/main" val="20019"/>
                    </a:ext>
                  </a:extLst>
                </a:gridCol>
                <a:gridCol w="600075">
                  <a:extLst>
                    <a:ext uri="{9D8B030D-6E8A-4147-A177-3AD203B41FA5}">
                      <a16:colId xmlns:a16="http://schemas.microsoft.com/office/drawing/2014/main" val="20020"/>
                    </a:ext>
                  </a:extLst>
                </a:gridCol>
              </a:tblGrid>
              <a:tr h="443059">
                <a:tc rowSpan="2">
                  <a:txBody>
                    <a:bodyPr/>
                    <a:lstStyle/>
                    <a:p>
                      <a:pPr algn="ctr"/>
                      <a:r>
                        <a:rPr kumimoji="0" lang="en-IN" sz="900" b="1" kern="1200" dirty="0" err="1">
                          <a:solidFill>
                            <a:schemeClr val="lt1"/>
                          </a:solidFill>
                          <a:latin typeface="+mn-lt"/>
                          <a:ea typeface="+mn-ea"/>
                          <a:cs typeface="+mn-cs"/>
                        </a:rPr>
                        <a:t>SN</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QUAL</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DOP</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NOTE</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MARK</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REMARK</a:t>
                      </a:r>
                    </a:p>
                    <a:p>
                      <a:pPr algn="ctr" fontAlgn="ctr"/>
                      <a:r>
                        <a:rPr lang="en-US" sz="600" b="0" i="0" u="none" strike="noStrike" dirty="0">
                          <a:solidFill>
                            <a:srgbClr val="00B05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522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600" b="0" i="0" u="none" strike="noStrike" dirty="0">
                        <a:solidFill>
                          <a:srgbClr val="00B05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7058">
                <a:tc>
                  <a:txBody>
                    <a:bodyPr/>
                    <a:lstStyle/>
                    <a:p>
                      <a:pPr algn="ctr" fontAlgn="ctr"/>
                      <a:r>
                        <a:rPr lang="en-US" sz="900" b="0" i="0" u="none" strike="noStrike" dirty="0">
                          <a:solidFill>
                            <a:srgbClr val="000000"/>
                          </a:solidFill>
                          <a:latin typeface="Arial"/>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20-03-1972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UR</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7662">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49440">
                <a:tc>
                  <a:txBody>
                    <a:bodyPr/>
                    <a:lstStyle/>
                    <a:p>
                      <a:pPr algn="ctr" fontAlgn="ctr"/>
                      <a:r>
                        <a:rPr lang="hi-IN" sz="900" b="0" i="0" u="none" strike="noStrike" dirty="0">
                          <a:solidFill>
                            <a:srgbClr val="000000"/>
                          </a:solidFill>
                          <a:latin typeface="Arial"/>
                        </a:rPr>
                        <a:t>2</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09-04-1975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r>
                        <a:rPr lang="en-IN" sz="1000" b="1" i="0" u="none" strike="noStrike" dirty="0">
                          <a:solidFill>
                            <a:srgbClr val="000000"/>
                          </a:solidFill>
                          <a:latin typeface="Arial Narrow" pitchFamily="34" charset="0"/>
                        </a:rPr>
                        <a:t>TRIBAL 202</a:t>
                      </a:r>
                      <a:r>
                        <a:rPr lang="hi-IN" sz="1000" b="1" i="0" u="none" strike="noStrike" dirty="0">
                          <a:solidFill>
                            <a:srgbClr val="000000"/>
                          </a:solidFill>
                          <a:latin typeface="Arial Narrow" pitchFamily="34" charset="0"/>
                        </a:rPr>
                        <a:t>1</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ST_W</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71350">
                <a:tc>
                  <a:txBody>
                    <a:bodyPr/>
                    <a:lstStyle/>
                    <a:p>
                      <a:pPr algn="ctr" fontAlgn="ctr"/>
                      <a:r>
                        <a:rPr lang="hi-IN" sz="900" b="0" i="0" u="none" strike="noStrike" dirty="0">
                          <a:solidFill>
                            <a:srgbClr val="000000"/>
                          </a:solidFill>
                          <a:latin typeface="Arial"/>
                        </a:rPr>
                        <a:t>3</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11-07-1972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MSC</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01-01-2020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err="1">
                          <a:solidFill>
                            <a:srgbClr val="000000"/>
                          </a:solidFill>
                          <a:latin typeface="Arial Narrow" pitchFamily="34" charset="0"/>
                        </a:rPr>
                        <a:t>C.CASE</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UR_W CC</a:t>
                      </a:r>
                      <a:r>
                        <a:rPr kumimoji="0" lang="en-IN" sz="1200" b="1" kern="1200" dirty="0">
                          <a:solidFill>
                            <a:schemeClr val="dk1"/>
                          </a:solidFill>
                          <a:latin typeface="Agency FB" pitchFamily="34" charset="0"/>
                          <a:ea typeface="+mn-ea"/>
                          <a:cs typeface="+mn-cs"/>
                        </a:rPr>
                        <a:t> </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21822">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43732">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algn="ctr" fontAlgn="ctr"/>
                      <a:r>
                        <a:rPr lang="en-IN" sz="900" b="0" i="0" u="none" strike="noStrike" dirty="0">
                          <a:solidFill>
                            <a:srgbClr val="000000"/>
                          </a:solidFill>
                          <a:latin typeface="Arial"/>
                        </a:rPr>
                        <a:t>4</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13-01-1978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MCOM</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kumimoji="0" lang="en-US" sz="900" b="0" i="0" u="none" strike="noStrike" kern="1200" dirty="0">
                          <a:solidFill>
                            <a:srgbClr val="000000"/>
                          </a:solidFill>
                          <a:latin typeface="Arial"/>
                          <a:ea typeface="+mn-ea"/>
                          <a:cs typeface="+mn-cs"/>
                        </a:rPr>
                        <a:t>12-09-2019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hi-IN" sz="900" b="0" i="0" u="none" strike="noStrike" dirty="0">
                          <a:solidFill>
                            <a:srgbClr val="000000"/>
                          </a:solidFill>
                          <a:latin typeface="Arial"/>
                        </a:rPr>
                        <a:t>ST</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rgbClr val="E71D57"/>
                          </a:solidFill>
                          <a:latin typeface="Agency FB" pitchFamily="34" charset="0"/>
                          <a:ea typeface="+mn-ea"/>
                          <a:cs typeface="+mn-cs"/>
                        </a:rPr>
                        <a:t>N</a:t>
                      </a:r>
                      <a:endParaRPr kumimoji="0" lang="en-US" sz="120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20</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ST SS </a:t>
                      </a:r>
                      <a:r>
                        <a:rPr kumimoji="0" lang="en-IN" sz="1200" b="1" kern="1200" dirty="0">
                          <a:solidFill>
                            <a:schemeClr val="dk1"/>
                          </a:solidFill>
                          <a:latin typeface="Agency FB" pitchFamily="34" charset="0"/>
                          <a:ea typeface="+mn-ea"/>
                          <a:cs typeface="+mn-cs"/>
                        </a:rPr>
                        <a:t>CIR</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38024">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kumimoji="0" lang="en-US" sz="9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33576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5"/>
                                        </p:tgtEl>
                                      </p:cBhvr>
                                    </p:animEffect>
                                    <p:animScale>
                                      <p:cBhvr>
                                        <p:cTn id="12" dur="250" autoRev="1" fill="hold"/>
                                        <p:tgtEl>
                                          <p:spTgt spid="5"/>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nodeType="clickEffect">
                                  <p:stCondLst>
                                    <p:cond delay="0"/>
                                  </p:stCondLst>
                                  <p:childTnLst>
                                    <p:animEffect transition="out" filter="fade">
                                      <p:cBhvr>
                                        <p:cTn id="16" dur="500" tmFilter="0, 0; .2, .5; .8, .5; 1, 0"/>
                                        <p:tgtEl>
                                          <p:spTgt spid="6"/>
                                        </p:tgtEl>
                                      </p:cBhvr>
                                    </p:animEffect>
                                    <p:animScale>
                                      <p:cBhvr>
                                        <p:cTn id="17" dur="250" autoRev="1" fill="hold"/>
                                        <p:tgtEl>
                                          <p:spTgt spid="6"/>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2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0CD1C-6389-6871-44A7-4CFDD77F3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1C535E-9831-6E2F-E8F8-1B1157F93A91}"/>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ACTION ON REVIEW DPC</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REVIEW</a:t>
            </a:r>
            <a:endParaRPr lang="en-US" sz="3200" dirty="0"/>
          </a:p>
        </p:txBody>
      </p:sp>
      <p:sp>
        <p:nvSpPr>
          <p:cNvPr id="12" name="Footer Placeholder 11">
            <a:extLst>
              <a:ext uri="{FF2B5EF4-FFF2-40B4-BE49-F238E27FC236}">
                <a16:creationId xmlns:a16="http://schemas.microsoft.com/office/drawing/2014/main" id="{328A6921-AE5D-14E4-CE36-EBC09AD417A8}"/>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F25AF781-1B1C-C222-6B50-FB995ECEDE88}"/>
              </a:ext>
            </a:extLst>
          </p:cNvPr>
          <p:cNvSpPr>
            <a:spLocks noGrp="1"/>
          </p:cNvSpPr>
          <p:nvPr>
            <p:ph type="sldNum" sz="quarter" idx="12"/>
          </p:nvPr>
        </p:nvSpPr>
        <p:spPr/>
        <p:txBody>
          <a:bodyPr/>
          <a:lstStyle/>
          <a:p>
            <a:fld id="{5BFCF61C-3B18-4C03-8326-CC3B32D710C9}" type="slidenum">
              <a:rPr lang="en-US" smtClean="0"/>
              <a:pPr/>
              <a:t>44</a:t>
            </a:fld>
            <a:endParaRPr lang="en-US" dirty="0"/>
          </a:p>
        </p:txBody>
      </p:sp>
      <p:graphicFrame>
        <p:nvGraphicFramePr>
          <p:cNvPr id="3" name="Table 2">
            <a:extLst>
              <a:ext uri="{FF2B5EF4-FFF2-40B4-BE49-F238E27FC236}">
                <a16:creationId xmlns:a16="http://schemas.microsoft.com/office/drawing/2014/main" id="{88FADAAC-D2C6-C496-5F1E-211B04E31BC2}"/>
              </a:ext>
            </a:extLst>
          </p:cNvPr>
          <p:cNvGraphicFramePr>
            <a:graphicFrameLocks noGrp="1"/>
          </p:cNvGraphicFramePr>
          <p:nvPr>
            <p:extLst>
              <p:ext uri="{D42A27DB-BD31-4B8C-83A1-F6EECF244321}">
                <p14:modId xmlns:p14="http://schemas.microsoft.com/office/powerpoint/2010/main" val="1121598433"/>
              </p:ext>
            </p:extLst>
          </p:nvPr>
        </p:nvGraphicFramePr>
        <p:xfrm>
          <a:off x="3142334" y="1913102"/>
          <a:ext cx="8968203" cy="2551118"/>
        </p:xfrm>
        <a:graphic>
          <a:graphicData uri="http://schemas.openxmlformats.org/drawingml/2006/table">
            <a:tbl>
              <a:tblPr firstRow="1" bandRow="1">
                <a:tableStyleId>{5C22544A-7EE6-4342-B048-85BDC9FD1C3A}</a:tableStyleId>
              </a:tblPr>
              <a:tblGrid>
                <a:gridCol w="255648">
                  <a:extLst>
                    <a:ext uri="{9D8B030D-6E8A-4147-A177-3AD203B41FA5}">
                      <a16:colId xmlns:a16="http://schemas.microsoft.com/office/drawing/2014/main" val="20000"/>
                    </a:ext>
                  </a:extLst>
                </a:gridCol>
                <a:gridCol w="571504">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642942">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428628">
                  <a:extLst>
                    <a:ext uri="{9D8B030D-6E8A-4147-A177-3AD203B41FA5}">
                      <a16:colId xmlns:a16="http://schemas.microsoft.com/office/drawing/2014/main" val="20005"/>
                    </a:ext>
                  </a:extLst>
                </a:gridCol>
                <a:gridCol w="428628">
                  <a:extLst>
                    <a:ext uri="{9D8B030D-6E8A-4147-A177-3AD203B41FA5}">
                      <a16:colId xmlns:a16="http://schemas.microsoft.com/office/drawing/2014/main" val="20006"/>
                    </a:ext>
                  </a:extLst>
                </a:gridCol>
                <a:gridCol w="342900">
                  <a:extLst>
                    <a:ext uri="{9D8B030D-6E8A-4147-A177-3AD203B41FA5}">
                      <a16:colId xmlns:a16="http://schemas.microsoft.com/office/drawing/2014/main" val="20007"/>
                    </a:ext>
                  </a:extLst>
                </a:gridCol>
                <a:gridCol w="342900">
                  <a:extLst>
                    <a:ext uri="{9D8B030D-6E8A-4147-A177-3AD203B41FA5}">
                      <a16:colId xmlns:a16="http://schemas.microsoft.com/office/drawing/2014/main" val="20008"/>
                    </a:ext>
                  </a:extLst>
                </a:gridCol>
                <a:gridCol w="342900">
                  <a:extLst>
                    <a:ext uri="{9D8B030D-6E8A-4147-A177-3AD203B41FA5}">
                      <a16:colId xmlns:a16="http://schemas.microsoft.com/office/drawing/2014/main" val="20009"/>
                    </a:ext>
                  </a:extLst>
                </a:gridCol>
                <a:gridCol w="342900">
                  <a:extLst>
                    <a:ext uri="{9D8B030D-6E8A-4147-A177-3AD203B41FA5}">
                      <a16:colId xmlns:a16="http://schemas.microsoft.com/office/drawing/2014/main" val="20010"/>
                    </a:ext>
                  </a:extLst>
                </a:gridCol>
                <a:gridCol w="271474">
                  <a:extLst>
                    <a:ext uri="{9D8B030D-6E8A-4147-A177-3AD203B41FA5}">
                      <a16:colId xmlns:a16="http://schemas.microsoft.com/office/drawing/2014/main" val="20011"/>
                    </a:ext>
                  </a:extLst>
                </a:gridCol>
                <a:gridCol w="355918">
                  <a:extLst>
                    <a:ext uri="{9D8B030D-6E8A-4147-A177-3AD203B41FA5}">
                      <a16:colId xmlns:a16="http://schemas.microsoft.com/office/drawing/2014/main" val="20012"/>
                    </a:ext>
                  </a:extLst>
                </a:gridCol>
                <a:gridCol w="355918">
                  <a:extLst>
                    <a:ext uri="{9D8B030D-6E8A-4147-A177-3AD203B41FA5}">
                      <a16:colId xmlns:a16="http://schemas.microsoft.com/office/drawing/2014/main" val="20013"/>
                    </a:ext>
                  </a:extLst>
                </a:gridCol>
                <a:gridCol w="355918">
                  <a:extLst>
                    <a:ext uri="{9D8B030D-6E8A-4147-A177-3AD203B41FA5}">
                      <a16:colId xmlns:a16="http://schemas.microsoft.com/office/drawing/2014/main" val="20014"/>
                    </a:ext>
                  </a:extLst>
                </a:gridCol>
                <a:gridCol w="355918">
                  <a:extLst>
                    <a:ext uri="{9D8B030D-6E8A-4147-A177-3AD203B41FA5}">
                      <a16:colId xmlns:a16="http://schemas.microsoft.com/office/drawing/2014/main" val="20015"/>
                    </a:ext>
                  </a:extLst>
                </a:gridCol>
                <a:gridCol w="355918">
                  <a:extLst>
                    <a:ext uri="{9D8B030D-6E8A-4147-A177-3AD203B41FA5}">
                      <a16:colId xmlns:a16="http://schemas.microsoft.com/office/drawing/2014/main" val="20016"/>
                    </a:ext>
                  </a:extLst>
                </a:gridCol>
                <a:gridCol w="355918">
                  <a:extLst>
                    <a:ext uri="{9D8B030D-6E8A-4147-A177-3AD203B41FA5}">
                      <a16:colId xmlns:a16="http://schemas.microsoft.com/office/drawing/2014/main" val="20017"/>
                    </a:ext>
                  </a:extLst>
                </a:gridCol>
                <a:gridCol w="541337">
                  <a:extLst>
                    <a:ext uri="{9D8B030D-6E8A-4147-A177-3AD203B41FA5}">
                      <a16:colId xmlns:a16="http://schemas.microsoft.com/office/drawing/2014/main" val="20018"/>
                    </a:ext>
                  </a:extLst>
                </a:gridCol>
                <a:gridCol w="434975">
                  <a:extLst>
                    <a:ext uri="{9D8B030D-6E8A-4147-A177-3AD203B41FA5}">
                      <a16:colId xmlns:a16="http://schemas.microsoft.com/office/drawing/2014/main" val="20019"/>
                    </a:ext>
                  </a:extLst>
                </a:gridCol>
                <a:gridCol w="600075">
                  <a:extLst>
                    <a:ext uri="{9D8B030D-6E8A-4147-A177-3AD203B41FA5}">
                      <a16:colId xmlns:a16="http://schemas.microsoft.com/office/drawing/2014/main" val="20020"/>
                    </a:ext>
                  </a:extLst>
                </a:gridCol>
              </a:tblGrid>
              <a:tr h="443059">
                <a:tc rowSpan="2">
                  <a:txBody>
                    <a:bodyPr/>
                    <a:lstStyle/>
                    <a:p>
                      <a:pPr algn="ctr"/>
                      <a:r>
                        <a:rPr kumimoji="0" lang="en-IN" sz="900" b="1" kern="1200" dirty="0" err="1">
                          <a:solidFill>
                            <a:schemeClr val="lt1"/>
                          </a:solidFill>
                          <a:latin typeface="+mn-lt"/>
                          <a:ea typeface="+mn-ea"/>
                          <a:cs typeface="+mn-cs"/>
                        </a:rPr>
                        <a:t>SN</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QUAL</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DOP</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NOTE</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MARK</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REMARK</a:t>
                      </a:r>
                    </a:p>
                    <a:p>
                      <a:pPr algn="ctr" fontAlgn="ctr"/>
                      <a:r>
                        <a:rPr lang="en-US" sz="600" b="0" i="0" u="none" strike="noStrike" dirty="0">
                          <a:solidFill>
                            <a:srgbClr val="00B05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355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600" b="0" i="0" u="none" strike="noStrike" dirty="0">
                        <a:solidFill>
                          <a:srgbClr val="00B05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gridSpan="21">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hi-IN" sz="1800" b="0" i="0" u="none" strike="noStrike" kern="1200" dirty="0">
                          <a:solidFill>
                            <a:srgbClr val="000000"/>
                          </a:solidFill>
                          <a:latin typeface="Arial"/>
                          <a:ea typeface="+mn-ea"/>
                          <a:cs typeface="+mn-cs"/>
                        </a:rPr>
                        <a:t>PROMOTION AS ON 2017 ON DS FROM US MAIN LIST</a:t>
                      </a:r>
                      <a:endParaRPr kumimoji="0" lang="en-US" sz="18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77058">
                <a:tc>
                  <a:txBody>
                    <a:bodyPr/>
                    <a:lstStyle/>
                    <a:p>
                      <a:pPr algn="ctr" fontAlgn="ctr"/>
                      <a:r>
                        <a:rPr lang="en-US" sz="900" b="0" i="0" u="none" strike="noStrike" dirty="0">
                          <a:solidFill>
                            <a:srgbClr val="000000"/>
                          </a:solidFill>
                          <a:latin typeface="Arial"/>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20-03-1964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UR</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fontAlgn="ctr"/>
                      <a:r>
                        <a:rPr lang="hi-IN" sz="900" b="0" i="0" u="none" strike="noStrike" dirty="0">
                          <a:solidFill>
                            <a:srgbClr val="000000"/>
                          </a:solidFill>
                          <a:latin typeface="Arial"/>
                        </a:rPr>
                        <a:t>2</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13-01-1970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hi-IN" sz="900" b="0" i="0" u="none" strike="noStrike" dirty="0">
                          <a:solidFill>
                            <a:srgbClr val="000000"/>
                          </a:solidFill>
                          <a:latin typeface="Arial"/>
                        </a:rPr>
                        <a:t>ST</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rgbClr val="E71D57"/>
                          </a:solidFill>
                          <a:latin typeface="Agency FB" pitchFamily="34" charset="0"/>
                          <a:ea typeface="+mn-ea"/>
                          <a:cs typeface="+mn-cs"/>
                        </a:rPr>
                        <a:t>N</a:t>
                      </a:r>
                      <a:endParaRPr kumimoji="0" lang="en-US" sz="120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20</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ST SS </a:t>
                      </a:r>
                      <a:r>
                        <a:rPr kumimoji="0" lang="en-IN" sz="1200" b="1" kern="1200" dirty="0">
                          <a:solidFill>
                            <a:schemeClr val="dk1"/>
                          </a:solidFill>
                          <a:latin typeface="Agency FB" pitchFamily="34" charset="0"/>
                          <a:ea typeface="+mn-ea"/>
                          <a:cs typeface="+mn-cs"/>
                        </a:rPr>
                        <a:t>CIR</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38024">
                <a:tc gridSpan="21">
                  <a:txBody>
                    <a:bodyPr/>
                    <a:lstStyle/>
                    <a:p>
                      <a:pPr algn="ctr" fontAlgn="ctr"/>
                      <a:r>
                        <a:rPr lang="hi-IN" sz="1800" b="0" i="0" u="none" strike="noStrike" dirty="0">
                          <a:solidFill>
                            <a:srgbClr val="000000"/>
                          </a:solidFill>
                          <a:latin typeface="Arial"/>
                        </a:rPr>
                        <a:t>PROMOTION AS ON 2017 ON DS FROM US WAITING LIST</a:t>
                      </a:r>
                      <a:endParaRPr lang="en-US" sz="18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38024">
                <a:tc>
                  <a:txBody>
                    <a:bodyPr/>
                    <a:lstStyle/>
                    <a:p>
                      <a:pPr algn="ctr" fontAlgn="ctr"/>
                      <a:r>
                        <a:rPr lang="hi-IN" sz="900" b="0" i="0" u="none" strike="noStrike" dirty="0">
                          <a:solidFill>
                            <a:srgbClr val="000000"/>
                          </a:solidFill>
                          <a:latin typeface="Arial"/>
                        </a:rPr>
                        <a:t>1</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09-04-1967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MSC</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r>
                        <a:rPr lang="en-IN" sz="1000" b="1" i="0" u="none" strike="noStrike" dirty="0">
                          <a:solidFill>
                            <a:srgbClr val="000000"/>
                          </a:solidFill>
                          <a:latin typeface="Arial Narrow" pitchFamily="34" charset="0"/>
                        </a:rPr>
                        <a:t>TRIBAL 2021</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ST_W</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algn="ctr" fontAlgn="ctr"/>
                      <a:r>
                        <a:rPr lang="hi-IN" sz="900" b="0" i="0" u="none" strike="noStrike" dirty="0">
                          <a:solidFill>
                            <a:srgbClr val="000000"/>
                          </a:solidFill>
                          <a:latin typeface="Arial"/>
                        </a:rPr>
                        <a:t>2</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11-07-1964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MCOM</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err="1">
                          <a:solidFill>
                            <a:srgbClr val="000000"/>
                          </a:solidFill>
                          <a:latin typeface="Arial Narrow" pitchFamily="34" charset="0"/>
                        </a:rPr>
                        <a:t>C.CASE</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UR_W </a:t>
                      </a:r>
                      <a:r>
                        <a:rPr kumimoji="0" lang="en-IN" sz="1200" b="1" kern="1200" dirty="0">
                          <a:solidFill>
                            <a:schemeClr val="dk1"/>
                          </a:solidFill>
                          <a:latin typeface="Agency FB" pitchFamily="34" charset="0"/>
                          <a:ea typeface="+mn-ea"/>
                          <a:cs typeface="+mn-cs"/>
                        </a:rPr>
                        <a:t>CC</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Rectangle 3">
            <a:extLst>
              <a:ext uri="{FF2B5EF4-FFF2-40B4-BE49-F238E27FC236}">
                <a16:creationId xmlns:a16="http://schemas.microsoft.com/office/drawing/2014/main" id="{C91B64AA-44C0-0415-BB74-D02031DCE746}"/>
              </a:ext>
            </a:extLst>
          </p:cNvPr>
          <p:cNvSpPr/>
          <p:nvPr/>
        </p:nvSpPr>
        <p:spPr>
          <a:xfrm>
            <a:off x="3293148" y="1106634"/>
            <a:ext cx="8786874" cy="461665"/>
          </a:xfrm>
          <a:prstGeom prst="rect">
            <a:avLst/>
          </a:prstGeom>
        </p:spPr>
        <p:txBody>
          <a:bodyPr wrap="square">
            <a:spAutoFit/>
          </a:bodyPr>
          <a:lstStyle/>
          <a:p>
            <a:pPr algn="ctr"/>
            <a:r>
              <a:rPr lang="hi-IN" sz="2400" b="1" dirty="0">
                <a:latin typeface="Kokila" panose="020B0604020202020204" pitchFamily="34" charset="0"/>
                <a:cs typeface="Kokila" panose="020B0604020202020204" pitchFamily="34" charset="0"/>
              </a:rPr>
              <a:t>अवर सचिव पद से उप सचिव पद पर पदोन्नत अधिकारीयों की मुख्य सूचि तथा अनुपूरक सूचि </a:t>
            </a:r>
            <a:endParaRPr lang="en-US" sz="2400" b="1" dirty="0">
              <a:latin typeface="Kokila" panose="020B0604020202020204" pitchFamily="34" charset="0"/>
              <a:cs typeface="Kokila" panose="020B0604020202020204" pitchFamily="34" charset="0"/>
            </a:endParaRPr>
          </a:p>
        </p:txBody>
      </p:sp>
      <p:sp>
        <p:nvSpPr>
          <p:cNvPr id="5" name="Rounded Rectangle 13">
            <a:extLst>
              <a:ext uri="{FF2B5EF4-FFF2-40B4-BE49-F238E27FC236}">
                <a16:creationId xmlns:a16="http://schemas.microsoft.com/office/drawing/2014/main" id="{972FA73B-7DB2-B311-EF0B-ECB567DCAEC7}"/>
              </a:ext>
            </a:extLst>
          </p:cNvPr>
          <p:cNvSpPr/>
          <p:nvPr/>
        </p:nvSpPr>
        <p:spPr>
          <a:xfrm>
            <a:off x="3705512" y="5382140"/>
            <a:ext cx="7945882"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a:t>APPROVE BY CGPSC </a:t>
            </a:r>
            <a:endParaRPr lang="en-IN" dirty="0"/>
          </a:p>
        </p:txBody>
      </p:sp>
      <p:pic>
        <p:nvPicPr>
          <p:cNvPr id="6" name="Picture 5" descr="EMPTY_MSG_BOX.jpg">
            <a:extLst>
              <a:ext uri="{FF2B5EF4-FFF2-40B4-BE49-F238E27FC236}">
                <a16:creationId xmlns:a16="http://schemas.microsoft.com/office/drawing/2014/main" id="{A2951995-7F66-0104-6F11-BCAA3208DD7B}"/>
              </a:ext>
            </a:extLst>
          </p:cNvPr>
          <p:cNvPicPr>
            <a:picLocks noChangeAspect="1"/>
          </p:cNvPicPr>
          <p:nvPr/>
        </p:nvPicPr>
        <p:blipFill>
          <a:blip r:embed="rId3"/>
          <a:stretch>
            <a:fillRect/>
          </a:stretch>
        </p:blipFill>
        <p:spPr>
          <a:xfrm>
            <a:off x="6222106" y="1892452"/>
            <a:ext cx="2933700" cy="2667000"/>
          </a:xfrm>
          <a:prstGeom prst="rect">
            <a:avLst/>
          </a:prstGeom>
        </p:spPr>
      </p:pic>
    </p:spTree>
    <p:extLst>
      <p:ext uri="{BB962C8B-B14F-4D97-AF65-F5344CB8AC3E}">
        <p14:creationId xmlns:p14="http://schemas.microsoft.com/office/powerpoint/2010/main" val="1484452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5"/>
                                        </p:tgtEl>
                                      </p:cBhvr>
                                    </p:animEffect>
                                    <p:animScale>
                                      <p:cBhvr>
                                        <p:cTn id="12" dur="250" autoRev="1" fill="hold"/>
                                        <p:tgtEl>
                                          <p:spTgt spid="5"/>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1" nodeType="clickEffect">
                                  <p:stCondLst>
                                    <p:cond delay="0"/>
                                  </p:stCondLst>
                                  <p:childTnLst>
                                    <p:animEffect transition="out" filter="fade">
                                      <p:cBhvr>
                                        <p:cTn id="16" dur="500" tmFilter="0, 0; .2, .5; .8, .5; 1, 0"/>
                                        <p:tgtEl>
                                          <p:spTgt spid="5"/>
                                        </p:tgtEl>
                                      </p:cBhvr>
                                    </p:animEffect>
                                    <p:animScale>
                                      <p:cBhvr>
                                        <p:cTn id="17" dur="250" autoRev="1" fill="hold"/>
                                        <p:tgtEl>
                                          <p:spTgt spid="5"/>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610D5-6B21-D388-37FA-F470E237C7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06B00-8CDB-42B5-38E4-C07A070A1701}"/>
              </a:ext>
            </a:extLst>
          </p:cNvPr>
          <p:cNvSpPr>
            <a:spLocks noGrp="1"/>
          </p:cNvSpPr>
          <p:nvPr>
            <p:ph type="title"/>
          </p:nvPr>
        </p:nvSpPr>
        <p:spPr>
          <a:xfrm>
            <a:off x="603504" y="1463040"/>
            <a:ext cx="11192256" cy="1025517"/>
          </a:xfrm>
        </p:spPr>
        <p:txBody>
          <a:bodyPr/>
          <a:lstStyle/>
          <a:p>
            <a:pPr algn="ctr">
              <a:lnSpc>
                <a:spcPct val="100000"/>
              </a:lnSpc>
            </a:pPr>
            <a:r>
              <a:rPr lang="en-IN" sz="3600" b="1" dirty="0"/>
              <a:t>CIRCULATION DPC</a:t>
            </a:r>
            <a:endParaRPr lang="en-US" sz="3600" b="1" dirty="0"/>
          </a:p>
        </p:txBody>
      </p:sp>
      <p:sp>
        <p:nvSpPr>
          <p:cNvPr id="12" name="Footer Placeholder 11">
            <a:extLst>
              <a:ext uri="{FF2B5EF4-FFF2-40B4-BE49-F238E27FC236}">
                <a16:creationId xmlns:a16="http://schemas.microsoft.com/office/drawing/2014/main" id="{F018DEC5-122A-7578-E06B-E857074381D9}"/>
              </a:ext>
            </a:extLst>
          </p:cNvPr>
          <p:cNvSpPr>
            <a:spLocks noGrp="1"/>
          </p:cNvSpPr>
          <p:nvPr>
            <p:ph type="ftr" sz="quarter" idx="11"/>
          </p:nvPr>
        </p:nvSpPr>
        <p:spPr/>
        <p:txBody>
          <a:bodyPr/>
          <a:lstStyle/>
          <a:p>
            <a:r>
              <a:rPr lang="en-US" dirty="0"/>
              <a:t>Online DPC</a:t>
            </a:r>
          </a:p>
        </p:txBody>
      </p:sp>
      <p:sp>
        <p:nvSpPr>
          <p:cNvPr id="5" name="Text Placeholder 4">
            <a:extLst>
              <a:ext uri="{FF2B5EF4-FFF2-40B4-BE49-F238E27FC236}">
                <a16:creationId xmlns:a16="http://schemas.microsoft.com/office/drawing/2014/main" id="{44E613A1-3433-C24D-7B78-D4DE3F42C2AD}"/>
              </a:ext>
            </a:extLst>
          </p:cNvPr>
          <p:cNvSpPr>
            <a:spLocks noGrp="1"/>
          </p:cNvSpPr>
          <p:nvPr>
            <p:ph type="body" sz="quarter" idx="15"/>
          </p:nvPr>
        </p:nvSpPr>
        <p:spPr>
          <a:xfrm>
            <a:off x="365759" y="2808514"/>
            <a:ext cx="11602463" cy="4049486"/>
          </a:xfrm>
        </p:spPr>
        <p:txBody>
          <a:bodyPr/>
          <a:lstStyle/>
          <a:p>
            <a:pPr marL="0" lvl="0" indent="0" algn="just">
              <a:buNone/>
            </a:pPr>
            <a:r>
              <a:rPr lang="hi-IN" sz="2400" b="1" dirty="0">
                <a:solidFill>
                  <a:schemeClr val="tx1"/>
                </a:solidFill>
                <a:latin typeface="Aparajita" pitchFamily="18" charset="0"/>
                <a:cs typeface="Aparajita" pitchFamily="18" charset="0"/>
              </a:rPr>
              <a:t> </a:t>
            </a:r>
            <a:r>
              <a:rPr lang="hi-IN" sz="2400" b="1" dirty="0">
                <a:solidFill>
                  <a:schemeClr val="tx1"/>
                </a:solidFill>
                <a:latin typeface="Kokila" panose="020B0604020202020204" pitchFamily="34" charset="0"/>
                <a:cs typeface="Kokila" panose="020B0604020202020204" pitchFamily="34" charset="0"/>
              </a:rPr>
              <a:t>डी.पी.सी. के दौरान कतिपय अधिकारियों/कर्मचारियों के संबंध में निम्न में से कोई एक अथवा अधिक टीप अंकित की जाती है-</a:t>
            </a:r>
          </a:p>
          <a:p>
            <a:pPr marL="914400" lvl="1" indent="-457200" algn="just">
              <a:buFont typeface="+mj-lt"/>
              <a:buAutoNum type="arabicPeriod"/>
            </a:pPr>
            <a:r>
              <a:rPr lang="hi-IN" sz="2400" b="1" dirty="0">
                <a:solidFill>
                  <a:schemeClr val="tx1"/>
                </a:solidFill>
                <a:latin typeface="Kokila" panose="020B0604020202020204" pitchFamily="34" charset="0"/>
                <a:cs typeface="Kokila" panose="020B0604020202020204" pitchFamily="34" charset="0"/>
              </a:rPr>
              <a:t>दो या अधिक वर्ष की सी.आर. संसूचना न होने संबंधित टीप</a:t>
            </a:r>
          </a:p>
          <a:p>
            <a:pPr marL="914400" lvl="1" indent="-457200" algn="just">
              <a:buFont typeface="+mj-lt"/>
              <a:buAutoNum type="arabicPeriod"/>
            </a:pPr>
            <a:r>
              <a:rPr lang="hi-IN" sz="2400" b="1" dirty="0">
                <a:solidFill>
                  <a:schemeClr val="tx1"/>
                </a:solidFill>
                <a:latin typeface="Kokila" panose="020B0604020202020204" pitchFamily="34" charset="0"/>
                <a:cs typeface="Kokila" panose="020B0604020202020204" pitchFamily="34" charset="0"/>
              </a:rPr>
              <a:t>एक या अधिक वर्ष का अचल संपत्ति विवरण दर्ज न होने संबंधित टीप</a:t>
            </a:r>
          </a:p>
          <a:p>
            <a:pPr marL="0" lvl="0" indent="0" algn="just">
              <a:buNone/>
            </a:pPr>
            <a:r>
              <a:rPr lang="hi-IN" sz="2400" b="1" dirty="0">
                <a:solidFill>
                  <a:schemeClr val="tx1"/>
                </a:solidFill>
                <a:latin typeface="Kokila" panose="020B0604020202020204" pitchFamily="34" charset="0"/>
                <a:cs typeface="Kokila" panose="020B0604020202020204" pitchFamily="34" charset="0"/>
              </a:rPr>
              <a:t>उक्त में से कोई एक अथवा अधिक टीप अंकित होने पर संबंधित अधिकारी/कर्मचारी को डी.पी.सी. की प्रक्रिया में शामिल तो किया जाता है, परंतु उस अधिकारी/कर्मचारी के संबंध में पदोन्नति की कार्यवाही को सुरक्षित कर लिया जाता है। जब संबंधित अधिकारी/कर्मचारी के संबंध में दर्शित टीप के अनुरुप निराकरण प्राप्त हो जाता है, तब उक्त अधिकारी/कर्मचारी की पदोन्नति के संबंध में निर्णय लेकर आयोग से निर्धारित प्रारुप में सहमति प्राप्त की जाती है। </a:t>
            </a:r>
            <a:endParaRPr lang="en-US" sz="1800" b="1" dirty="0">
              <a:solidFill>
                <a:schemeClr val="tx1"/>
              </a:solidFill>
              <a:latin typeface="Kokila" panose="020B0604020202020204" pitchFamily="34" charset="0"/>
              <a:cs typeface="Kokila" panose="020B0604020202020204" pitchFamily="34" charset="0"/>
            </a:endParaRPr>
          </a:p>
          <a:p>
            <a:pPr marL="0" lvl="0" indent="0" algn="just">
              <a:buNone/>
            </a:pPr>
            <a:endParaRPr lang="en-US" sz="2800" b="1" dirty="0">
              <a:solidFill>
                <a:schemeClr val="tx1"/>
              </a:solidFill>
              <a:latin typeface="Kokila" panose="020B0604020202020204" pitchFamily="34" charset="0"/>
              <a:cs typeface="Kokila" panose="020B0604020202020204" pitchFamily="34" charset="0"/>
            </a:endParaRPr>
          </a:p>
        </p:txBody>
      </p:sp>
      <p:sp>
        <p:nvSpPr>
          <p:cNvPr id="13" name="Slide Number Placeholder 12">
            <a:extLst>
              <a:ext uri="{FF2B5EF4-FFF2-40B4-BE49-F238E27FC236}">
                <a16:creationId xmlns:a16="http://schemas.microsoft.com/office/drawing/2014/main" id="{42191454-A2A6-F70E-61D6-B26E773610FE}"/>
              </a:ext>
            </a:extLst>
          </p:cNvPr>
          <p:cNvSpPr>
            <a:spLocks noGrp="1"/>
          </p:cNvSpPr>
          <p:nvPr>
            <p:ph type="sldNum" sz="quarter" idx="12"/>
          </p:nvPr>
        </p:nvSpPr>
        <p:spPr/>
        <p:txBody>
          <a:bodyPr/>
          <a:lstStyle/>
          <a:p>
            <a:fld id="{5BFCF61C-3B18-4C03-8326-CC3B32D710C9}" type="slidenum">
              <a:rPr lang="en-US" smtClean="0"/>
              <a:pPr/>
              <a:t>45</a:t>
            </a:fld>
            <a:endParaRPr lang="en-US"/>
          </a:p>
        </p:txBody>
      </p:sp>
    </p:spTree>
    <p:extLst>
      <p:ext uri="{BB962C8B-B14F-4D97-AF65-F5344CB8AC3E}">
        <p14:creationId xmlns:p14="http://schemas.microsoft.com/office/powerpoint/2010/main" val="13339106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5823E-37DC-A29F-3A6C-60A18CB54F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89406B-C425-0188-3BB9-EF88497C4DD2}"/>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PROCESS OF </a:t>
            </a:r>
            <a:r>
              <a:rPr lang="hi-IN" sz="2400" b="1" dirty="0">
                <a:effectLst>
                  <a:outerShdw blurRad="38100" dist="38100" dir="2700000" algn="tl">
                    <a:srgbClr val="000000">
                      <a:alpha val="43137"/>
                    </a:srgbClr>
                  </a:outerShdw>
                </a:effectLst>
              </a:rPr>
              <a:t>CIRCULATION</a:t>
            </a:r>
            <a:r>
              <a:rPr lang="en-IN" sz="2400" b="1" dirty="0">
                <a:effectLst>
                  <a:outerShdw blurRad="38100" dist="38100" dir="2700000" algn="tl">
                    <a:srgbClr val="000000">
                      <a:alpha val="43137"/>
                    </a:srgbClr>
                  </a:outerShdw>
                </a:effectLst>
              </a:rPr>
              <a:t> DPC</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LOGIN </a:t>
            </a:r>
            <a:br>
              <a:rPr lang="en-IN" sz="2400" b="1" dirty="0">
                <a:solidFill>
                  <a:schemeClr val="accent3">
                    <a:lumMod val="50000"/>
                  </a:schemeClr>
                </a:solidFill>
                <a:effectLst>
                  <a:outerShdw blurRad="38100" dist="38100" dir="2700000" algn="tl">
                    <a:srgbClr val="000000">
                      <a:alpha val="43137"/>
                    </a:srgbClr>
                  </a:outerShdw>
                </a:effectLst>
              </a:rPr>
            </a:br>
            <a:r>
              <a:rPr lang="en-IN" sz="2000" b="1" dirty="0">
                <a:solidFill>
                  <a:schemeClr val="accent3">
                    <a:lumMod val="50000"/>
                  </a:schemeClr>
                </a:solidFill>
                <a:effectLst>
                  <a:outerShdw blurRad="38100" dist="38100" dir="2700000" algn="tl">
                    <a:srgbClr val="000000">
                      <a:alpha val="43137"/>
                    </a:srgbClr>
                  </a:outerShdw>
                </a:effectLst>
              </a:rPr>
              <a:t>(HON'BLE CHAIRMAN/ MEMBER)</a:t>
            </a:r>
            <a:br>
              <a:rPr lang="en-US" sz="2800" dirty="0"/>
            </a:br>
            <a:endParaRPr lang="en-US" sz="3200" dirty="0"/>
          </a:p>
        </p:txBody>
      </p:sp>
      <p:sp>
        <p:nvSpPr>
          <p:cNvPr id="12" name="Footer Placeholder 11">
            <a:extLst>
              <a:ext uri="{FF2B5EF4-FFF2-40B4-BE49-F238E27FC236}">
                <a16:creationId xmlns:a16="http://schemas.microsoft.com/office/drawing/2014/main" id="{7B2ED576-33AC-458C-4E6E-EBE14F1D5C3D}"/>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98576170-BD3E-41F0-7547-2419B9E00F34}"/>
              </a:ext>
            </a:extLst>
          </p:cNvPr>
          <p:cNvSpPr>
            <a:spLocks noGrp="1"/>
          </p:cNvSpPr>
          <p:nvPr>
            <p:ph type="sldNum" sz="quarter" idx="12"/>
          </p:nvPr>
        </p:nvSpPr>
        <p:spPr/>
        <p:txBody>
          <a:bodyPr/>
          <a:lstStyle/>
          <a:p>
            <a:fld id="{5BFCF61C-3B18-4C03-8326-CC3B32D710C9}" type="slidenum">
              <a:rPr lang="en-US" smtClean="0"/>
              <a:pPr/>
              <a:t>46</a:t>
            </a:fld>
            <a:endParaRPr lang="en-US" dirty="0"/>
          </a:p>
        </p:txBody>
      </p:sp>
      <p:sp>
        <p:nvSpPr>
          <p:cNvPr id="3" name="Rectangle 2">
            <a:extLst>
              <a:ext uri="{FF2B5EF4-FFF2-40B4-BE49-F238E27FC236}">
                <a16:creationId xmlns:a16="http://schemas.microsoft.com/office/drawing/2014/main" id="{E8270A95-5A3C-140C-9154-241D0EA0174C}"/>
              </a:ext>
            </a:extLst>
          </p:cNvPr>
          <p:cNvSpPr/>
          <p:nvPr/>
        </p:nvSpPr>
        <p:spPr>
          <a:xfrm>
            <a:off x="3366076" y="794119"/>
            <a:ext cx="8429684" cy="5072098"/>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endParaRPr lang="en-US" dirty="0">
              <a:solidFill>
                <a:srgbClr val="0070C0"/>
              </a:solidFill>
            </a:endParaRPr>
          </a:p>
        </p:txBody>
      </p:sp>
      <p:sp>
        <p:nvSpPr>
          <p:cNvPr id="4" name="Content Placeholder 2">
            <a:extLst>
              <a:ext uri="{FF2B5EF4-FFF2-40B4-BE49-F238E27FC236}">
                <a16:creationId xmlns:a16="http://schemas.microsoft.com/office/drawing/2014/main" id="{DE5B11B8-9B0E-F10A-C8FC-187678B83886}"/>
              </a:ext>
            </a:extLst>
          </p:cNvPr>
          <p:cNvSpPr txBox="1">
            <a:spLocks/>
          </p:cNvSpPr>
          <p:nvPr/>
        </p:nvSpPr>
        <p:spPr>
          <a:xfrm>
            <a:off x="3606798" y="1020305"/>
            <a:ext cx="6515556" cy="3853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endParaRPr lang="en-IN" sz="1800"/>
          </a:p>
          <a:p>
            <a:pPr algn="just">
              <a:buFont typeface="Arial" panose="020B0604020202020204" pitchFamily="34" charset="0"/>
              <a:buNone/>
            </a:pPr>
            <a:endParaRPr lang="en-IN" sz="1800" dirty="0"/>
          </a:p>
        </p:txBody>
      </p:sp>
      <p:grpSp>
        <p:nvGrpSpPr>
          <p:cNvPr id="6" name="Group 20">
            <a:extLst>
              <a:ext uri="{FF2B5EF4-FFF2-40B4-BE49-F238E27FC236}">
                <a16:creationId xmlns:a16="http://schemas.microsoft.com/office/drawing/2014/main" id="{9108061C-FE98-F917-5CBE-CD2A252E723D}"/>
              </a:ext>
            </a:extLst>
          </p:cNvPr>
          <p:cNvGrpSpPr/>
          <p:nvPr/>
        </p:nvGrpSpPr>
        <p:grpSpPr>
          <a:xfrm>
            <a:off x="3794704" y="937639"/>
            <a:ext cx="7715304" cy="4714264"/>
            <a:chOff x="785786" y="1643694"/>
            <a:chExt cx="7715304" cy="4714264"/>
          </a:xfrm>
        </p:grpSpPr>
        <p:pic>
          <p:nvPicPr>
            <p:cNvPr id="7" name="Picture 6" descr="LOGIN_FORM.PNG">
              <a:extLst>
                <a:ext uri="{FF2B5EF4-FFF2-40B4-BE49-F238E27FC236}">
                  <a16:creationId xmlns:a16="http://schemas.microsoft.com/office/drawing/2014/main" id="{605E59FD-8A0E-03E8-64DE-361FE47213FE}"/>
                </a:ext>
              </a:extLst>
            </p:cNvPr>
            <p:cNvPicPr>
              <a:picLocks noChangeAspect="1"/>
            </p:cNvPicPr>
            <p:nvPr/>
          </p:nvPicPr>
          <p:blipFill>
            <a:blip r:embed="rId3"/>
            <a:stretch>
              <a:fillRect/>
            </a:stretch>
          </p:blipFill>
          <p:spPr>
            <a:xfrm>
              <a:off x="785786" y="1643694"/>
              <a:ext cx="7715304" cy="4714264"/>
            </a:xfrm>
            <a:prstGeom prst="rect">
              <a:avLst/>
            </a:prstGeom>
          </p:spPr>
        </p:pic>
        <p:sp>
          <p:nvSpPr>
            <p:cNvPr id="8" name="TextBox 7">
              <a:extLst>
                <a:ext uri="{FF2B5EF4-FFF2-40B4-BE49-F238E27FC236}">
                  <a16:creationId xmlns:a16="http://schemas.microsoft.com/office/drawing/2014/main" id="{FC05A285-60B7-F09C-F933-5CFA96778C18}"/>
                </a:ext>
              </a:extLst>
            </p:cNvPr>
            <p:cNvSpPr txBox="1"/>
            <p:nvPr/>
          </p:nvSpPr>
          <p:spPr>
            <a:xfrm>
              <a:off x="785786" y="2822056"/>
              <a:ext cx="7715304" cy="646331"/>
            </a:xfrm>
            <a:prstGeom prst="rect">
              <a:avLst/>
            </a:prstGeom>
            <a:solidFill>
              <a:schemeClr val="tx1">
                <a:lumMod val="75000"/>
                <a:lumOff val="25000"/>
              </a:schemeClr>
            </a:solidFill>
          </p:spPr>
          <p:txBody>
            <a:bodyPr wrap="square" rtlCol="0">
              <a:spAutoFit/>
            </a:bodyPr>
            <a:lstStyle/>
            <a:p>
              <a:pPr algn="ctr"/>
              <a:r>
                <a:rPr lang="hi-IN" dirty="0">
                  <a:solidFill>
                    <a:schemeClr val="bg1"/>
                  </a:solidFill>
                  <a:latin typeface="Arial" pitchFamily="34" charset="0"/>
                  <a:cs typeface="Arial" pitchFamily="34" charset="0"/>
                </a:rPr>
                <a:t>LOGIN PAGE FOR </a:t>
              </a:r>
              <a:r>
                <a:rPr lang="en-IN" dirty="0" err="1">
                  <a:solidFill>
                    <a:schemeClr val="bg1"/>
                  </a:solidFill>
                  <a:latin typeface="Arial" pitchFamily="34" charset="0"/>
                  <a:cs typeface="Arial" pitchFamily="34" charset="0"/>
                </a:rPr>
                <a:t>HON’BL</a:t>
              </a:r>
              <a:r>
                <a:rPr lang="en-IN" dirty="0">
                  <a:solidFill>
                    <a:schemeClr val="bg1"/>
                  </a:solidFill>
                  <a:latin typeface="Arial" pitchFamily="34" charset="0"/>
                  <a:cs typeface="Arial" pitchFamily="34" charset="0"/>
                </a:rPr>
                <a:t> CHAIRMAN/ MEMBER </a:t>
              </a:r>
              <a:r>
                <a:rPr lang="hi-IN" dirty="0">
                  <a:solidFill>
                    <a:schemeClr val="bg1"/>
                  </a:solidFill>
                  <a:latin typeface="Arial" pitchFamily="34" charset="0"/>
                  <a:cs typeface="Arial" pitchFamily="34" charset="0"/>
                </a:rPr>
                <a:t>FOR </a:t>
              </a:r>
              <a:endParaRPr lang="en-IN" dirty="0">
                <a:solidFill>
                  <a:schemeClr val="bg1"/>
                </a:solidFill>
                <a:latin typeface="Arial" pitchFamily="34" charset="0"/>
                <a:cs typeface="Arial" pitchFamily="34" charset="0"/>
              </a:endParaRPr>
            </a:p>
            <a:p>
              <a:pPr algn="ctr"/>
              <a:r>
                <a:rPr lang="en-IN" dirty="0">
                  <a:solidFill>
                    <a:schemeClr val="bg1"/>
                  </a:solidFill>
                  <a:latin typeface="Arial" pitchFamily="34" charset="0"/>
                  <a:cs typeface="Arial" pitchFamily="34" charset="0"/>
                </a:rPr>
                <a:t>ROTATION</a:t>
              </a:r>
              <a:r>
                <a:rPr lang="hi-IN" dirty="0">
                  <a:solidFill>
                    <a:schemeClr val="bg1"/>
                  </a:solidFill>
                  <a:latin typeface="Arial" pitchFamily="34" charset="0"/>
                  <a:cs typeface="Arial" pitchFamily="34" charset="0"/>
                </a:rPr>
                <a:t> DPC  </a:t>
              </a:r>
              <a:endParaRPr lang="en-IN" dirty="0">
                <a:latin typeface="Arial" pitchFamily="34" charset="0"/>
                <a:cs typeface="Arial" pitchFamily="34" charset="0"/>
              </a:endParaRPr>
            </a:p>
          </p:txBody>
        </p:sp>
        <p:sp>
          <p:nvSpPr>
            <p:cNvPr id="9" name="TextBox 8">
              <a:extLst>
                <a:ext uri="{FF2B5EF4-FFF2-40B4-BE49-F238E27FC236}">
                  <a16:creationId xmlns:a16="http://schemas.microsoft.com/office/drawing/2014/main" id="{30CDC4FC-E87B-6338-99A3-C3BB08DCD5B1}"/>
                </a:ext>
              </a:extLst>
            </p:cNvPr>
            <p:cNvSpPr txBox="1"/>
            <p:nvPr/>
          </p:nvSpPr>
          <p:spPr>
            <a:xfrm>
              <a:off x="871512" y="3819131"/>
              <a:ext cx="7458127" cy="468622"/>
            </a:xfrm>
            <a:prstGeom prst="rect">
              <a:avLst/>
            </a:prstGeom>
            <a:solidFill>
              <a:schemeClr val="bg1"/>
            </a:solidFill>
          </p:spPr>
          <p:txBody>
            <a:bodyPr wrap="square" rtlCol="0">
              <a:spAutoFit/>
            </a:bodyPr>
            <a:lstStyle/>
            <a:p>
              <a:endParaRPr lang="en-IN" dirty="0"/>
            </a:p>
          </p:txBody>
        </p:sp>
      </p:grpSp>
      <p:sp>
        <p:nvSpPr>
          <p:cNvPr id="10" name="TextBox 9">
            <a:extLst>
              <a:ext uri="{FF2B5EF4-FFF2-40B4-BE49-F238E27FC236}">
                <a16:creationId xmlns:a16="http://schemas.microsoft.com/office/drawing/2014/main" id="{54B4BDF6-CE1B-3150-131B-1F54D5B1E7CC}"/>
              </a:ext>
            </a:extLst>
          </p:cNvPr>
          <p:cNvSpPr txBox="1"/>
          <p:nvPr/>
        </p:nvSpPr>
        <p:spPr>
          <a:xfrm>
            <a:off x="6366472" y="3294449"/>
            <a:ext cx="857256" cy="215444"/>
          </a:xfrm>
          <a:prstGeom prst="rect">
            <a:avLst/>
          </a:prstGeom>
          <a:noFill/>
        </p:spPr>
        <p:txBody>
          <a:bodyPr wrap="square" rtlCol="0">
            <a:spAutoFit/>
          </a:bodyPr>
          <a:lstStyle/>
          <a:p>
            <a:r>
              <a:rPr lang="hi-IN" sz="800" dirty="0"/>
              <a:t>AADHAR  NO</a:t>
            </a:r>
            <a:endParaRPr lang="en-US" sz="800" dirty="0"/>
          </a:p>
        </p:txBody>
      </p:sp>
      <p:sp>
        <p:nvSpPr>
          <p:cNvPr id="11" name="TextBox 10">
            <a:extLst>
              <a:ext uri="{FF2B5EF4-FFF2-40B4-BE49-F238E27FC236}">
                <a16:creationId xmlns:a16="http://schemas.microsoft.com/office/drawing/2014/main" id="{044BF537-4A60-E59F-E936-FB567E58E97D}"/>
              </a:ext>
            </a:extLst>
          </p:cNvPr>
          <p:cNvSpPr txBox="1"/>
          <p:nvPr/>
        </p:nvSpPr>
        <p:spPr>
          <a:xfrm>
            <a:off x="6795100" y="3550935"/>
            <a:ext cx="428628" cy="215444"/>
          </a:xfrm>
          <a:prstGeom prst="rect">
            <a:avLst/>
          </a:prstGeom>
          <a:noFill/>
        </p:spPr>
        <p:txBody>
          <a:bodyPr wrap="square" rtlCol="0">
            <a:spAutoFit/>
          </a:bodyPr>
          <a:lstStyle/>
          <a:p>
            <a:r>
              <a:rPr lang="hi-IN" sz="800" dirty="0"/>
              <a:t>OTP</a:t>
            </a:r>
            <a:endParaRPr lang="en-US" sz="800" dirty="0"/>
          </a:p>
        </p:txBody>
      </p:sp>
      <p:sp>
        <p:nvSpPr>
          <p:cNvPr id="14" name="TextBox 13">
            <a:extLst>
              <a:ext uri="{FF2B5EF4-FFF2-40B4-BE49-F238E27FC236}">
                <a16:creationId xmlns:a16="http://schemas.microsoft.com/office/drawing/2014/main" id="{BAEB9C46-3007-3A54-7535-76C8195D8CD8}"/>
              </a:ext>
            </a:extLst>
          </p:cNvPr>
          <p:cNvSpPr txBox="1"/>
          <p:nvPr/>
        </p:nvSpPr>
        <p:spPr>
          <a:xfrm>
            <a:off x="7152290" y="3294449"/>
            <a:ext cx="1857388" cy="230832"/>
          </a:xfrm>
          <a:prstGeom prst="rect">
            <a:avLst/>
          </a:prstGeom>
          <a:noFill/>
          <a:ln>
            <a:solidFill>
              <a:schemeClr val="tx1"/>
            </a:solidFill>
          </a:ln>
        </p:spPr>
        <p:txBody>
          <a:bodyPr wrap="square" rtlCol="0">
            <a:spAutoFit/>
          </a:bodyPr>
          <a:lstStyle/>
          <a:p>
            <a:r>
              <a:rPr lang="en-IN" sz="900" b="1" dirty="0">
                <a:solidFill>
                  <a:schemeClr val="bg1"/>
                </a:solidFill>
                <a:latin typeface="+mj-lt"/>
              </a:rPr>
              <a:t>999048447606</a:t>
            </a:r>
            <a:endParaRPr lang="en-US" sz="900" b="1" dirty="0">
              <a:solidFill>
                <a:schemeClr val="bg1"/>
              </a:solidFill>
              <a:latin typeface="+mj-lt"/>
            </a:endParaRPr>
          </a:p>
        </p:txBody>
      </p:sp>
      <p:sp>
        <p:nvSpPr>
          <p:cNvPr id="15" name="TextBox 14">
            <a:extLst>
              <a:ext uri="{FF2B5EF4-FFF2-40B4-BE49-F238E27FC236}">
                <a16:creationId xmlns:a16="http://schemas.microsoft.com/office/drawing/2014/main" id="{64E7BD23-6FA0-395F-5EDA-5D5B4327AA5A}"/>
              </a:ext>
            </a:extLst>
          </p:cNvPr>
          <p:cNvSpPr txBox="1"/>
          <p:nvPr/>
        </p:nvSpPr>
        <p:spPr>
          <a:xfrm>
            <a:off x="7152290" y="3550935"/>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pic>
        <p:nvPicPr>
          <p:cNvPr id="16" name="Picture 15" descr="aadhar.png">
            <a:extLst>
              <a:ext uri="{FF2B5EF4-FFF2-40B4-BE49-F238E27FC236}">
                <a16:creationId xmlns:a16="http://schemas.microsoft.com/office/drawing/2014/main" id="{DDCA0919-0963-7EC1-0564-802863F897B3}"/>
              </a:ext>
            </a:extLst>
          </p:cNvPr>
          <p:cNvPicPr>
            <a:picLocks noChangeAspect="1"/>
          </p:cNvPicPr>
          <p:nvPr/>
        </p:nvPicPr>
        <p:blipFill>
          <a:blip r:embed="rId4"/>
          <a:stretch>
            <a:fillRect/>
          </a:stretch>
        </p:blipFill>
        <p:spPr>
          <a:xfrm>
            <a:off x="9795496" y="3080135"/>
            <a:ext cx="857256" cy="551094"/>
          </a:xfrm>
          <a:prstGeom prst="rect">
            <a:avLst/>
          </a:prstGeom>
        </p:spPr>
      </p:pic>
      <p:sp>
        <p:nvSpPr>
          <p:cNvPr id="17" name="TextBox 16">
            <a:extLst>
              <a:ext uri="{FF2B5EF4-FFF2-40B4-BE49-F238E27FC236}">
                <a16:creationId xmlns:a16="http://schemas.microsoft.com/office/drawing/2014/main" id="{77E8F56B-8DE7-F565-EDDD-1BB8E01E2BF7}"/>
              </a:ext>
            </a:extLst>
          </p:cNvPr>
          <p:cNvSpPr txBox="1"/>
          <p:nvPr/>
        </p:nvSpPr>
        <p:spPr>
          <a:xfrm>
            <a:off x="7164010" y="3836687"/>
            <a:ext cx="1857388" cy="215444"/>
          </a:xfrm>
          <a:prstGeom prst="rect">
            <a:avLst/>
          </a:prstGeom>
          <a:noFill/>
          <a:ln>
            <a:solidFill>
              <a:schemeClr val="tx1"/>
            </a:solidFill>
          </a:ln>
        </p:spPr>
        <p:txBody>
          <a:bodyPr wrap="square" rtlCol="0">
            <a:spAutoFit/>
          </a:bodyPr>
          <a:lstStyle/>
          <a:p>
            <a:r>
              <a:rPr lang="en-IN" sz="800" b="1" dirty="0">
                <a:solidFill>
                  <a:schemeClr val="bg1"/>
                </a:solidFill>
              </a:rPr>
              <a:t>M1_CGPSC</a:t>
            </a:r>
            <a:endParaRPr lang="en-US" sz="800" b="1" dirty="0">
              <a:solidFill>
                <a:schemeClr val="bg1"/>
              </a:solidFill>
            </a:endParaRPr>
          </a:p>
        </p:txBody>
      </p:sp>
      <p:sp>
        <p:nvSpPr>
          <p:cNvPr id="18" name="TextBox 17">
            <a:extLst>
              <a:ext uri="{FF2B5EF4-FFF2-40B4-BE49-F238E27FC236}">
                <a16:creationId xmlns:a16="http://schemas.microsoft.com/office/drawing/2014/main" id="{556F2C19-8D3E-FFB2-025E-73E1A1B268DE}"/>
              </a:ext>
            </a:extLst>
          </p:cNvPr>
          <p:cNvSpPr txBox="1"/>
          <p:nvPr/>
        </p:nvSpPr>
        <p:spPr>
          <a:xfrm>
            <a:off x="7164010" y="4139443"/>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sp>
        <p:nvSpPr>
          <p:cNvPr id="19" name="TextBox 18">
            <a:extLst>
              <a:ext uri="{FF2B5EF4-FFF2-40B4-BE49-F238E27FC236}">
                <a16:creationId xmlns:a16="http://schemas.microsoft.com/office/drawing/2014/main" id="{39913276-563E-1346-93AC-8F97E18F2DEB}"/>
              </a:ext>
            </a:extLst>
          </p:cNvPr>
          <p:cNvSpPr txBox="1"/>
          <p:nvPr/>
        </p:nvSpPr>
        <p:spPr>
          <a:xfrm>
            <a:off x="9152554" y="3651639"/>
            <a:ext cx="2214578" cy="553998"/>
          </a:xfrm>
          <a:prstGeom prst="rect">
            <a:avLst/>
          </a:prstGeom>
          <a:noFill/>
        </p:spPr>
        <p:txBody>
          <a:bodyPr wrap="square" rtlCol="0">
            <a:spAutoFit/>
          </a:bodyPr>
          <a:lstStyle/>
          <a:p>
            <a:r>
              <a:rPr lang="en-IN" sz="1000" b="1" dirty="0"/>
              <a:t>By providing </a:t>
            </a:r>
            <a:r>
              <a:rPr lang="en-IN" sz="1000" b="1" dirty="0" err="1"/>
              <a:t>Aadhar</a:t>
            </a:r>
            <a:r>
              <a:rPr lang="en-IN" sz="1000" b="1" dirty="0"/>
              <a:t> No. And </a:t>
            </a:r>
            <a:r>
              <a:rPr lang="en-IN" sz="1000" b="1" dirty="0" err="1"/>
              <a:t>Aadhar</a:t>
            </a:r>
            <a:r>
              <a:rPr lang="en-IN" sz="1000" b="1" dirty="0"/>
              <a:t> </a:t>
            </a:r>
            <a:r>
              <a:rPr lang="en-IN" sz="1000" b="1" dirty="0" err="1"/>
              <a:t>OTP</a:t>
            </a:r>
            <a:r>
              <a:rPr lang="en-IN" sz="1000" b="1" dirty="0"/>
              <a:t> you are digitally signing  th</a:t>
            </a:r>
            <a:r>
              <a:rPr lang="en-IN" sz="1000" dirty="0"/>
              <a:t>e content.</a:t>
            </a:r>
            <a:endParaRPr lang="en-US" sz="1000" b="1" dirty="0"/>
          </a:p>
        </p:txBody>
      </p:sp>
      <p:pic>
        <p:nvPicPr>
          <p:cNvPr id="20" name="Picture 19" descr="MOBILE.jpg">
            <a:extLst>
              <a:ext uri="{FF2B5EF4-FFF2-40B4-BE49-F238E27FC236}">
                <a16:creationId xmlns:a16="http://schemas.microsoft.com/office/drawing/2014/main" id="{270AE280-24C8-2D23-48F0-4B53AB3D98D4}"/>
              </a:ext>
            </a:extLst>
          </p:cNvPr>
          <p:cNvPicPr>
            <a:picLocks noChangeAspect="1"/>
          </p:cNvPicPr>
          <p:nvPr/>
        </p:nvPicPr>
        <p:blipFill>
          <a:blip r:embed="rId5" cstate="print"/>
          <a:stretch>
            <a:fillRect/>
          </a:stretch>
        </p:blipFill>
        <p:spPr>
          <a:xfrm>
            <a:off x="4509084" y="3168935"/>
            <a:ext cx="592936" cy="1143008"/>
          </a:xfrm>
          <a:prstGeom prst="rect">
            <a:avLst/>
          </a:prstGeom>
        </p:spPr>
      </p:pic>
      <p:sp>
        <p:nvSpPr>
          <p:cNvPr id="21" name="Left Arrow 41">
            <a:extLst>
              <a:ext uri="{FF2B5EF4-FFF2-40B4-BE49-F238E27FC236}">
                <a16:creationId xmlns:a16="http://schemas.microsoft.com/office/drawing/2014/main" id="{3AA6E7B5-9082-E508-37FF-725E0C9AA6D2}"/>
              </a:ext>
            </a:extLst>
          </p:cNvPr>
          <p:cNvSpPr/>
          <p:nvPr/>
        </p:nvSpPr>
        <p:spPr>
          <a:xfrm>
            <a:off x="5080588" y="3337751"/>
            <a:ext cx="1285884" cy="99574"/>
          </a:xfrm>
          <a:prstGeom prst="lef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42">
            <a:extLst>
              <a:ext uri="{FF2B5EF4-FFF2-40B4-BE49-F238E27FC236}">
                <a16:creationId xmlns:a16="http://schemas.microsoft.com/office/drawing/2014/main" id="{3453EDC2-361E-34D6-3D8D-E5DA4474BB38}"/>
              </a:ext>
            </a:extLst>
          </p:cNvPr>
          <p:cNvSpPr/>
          <p:nvPr/>
        </p:nvSpPr>
        <p:spPr>
          <a:xfrm>
            <a:off x="5152026" y="3580201"/>
            <a:ext cx="1643074" cy="115838"/>
          </a:xfrm>
          <a:prstGeom prst="righ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7268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iterate type="lt">
                                    <p:tmPct val="10000"/>
                                  </p:iterate>
                                  <p:childTnLst>
                                    <p:animClr clrSpc="rgb" dir="cw">
                                      <p:cBhvr override="childStyle">
                                        <p:cTn id="6" dur="500" fill="hold"/>
                                        <p:tgtEl>
                                          <p:spTgt spid="14"/>
                                        </p:tgtEl>
                                        <p:attrNameLst>
                                          <p:attrName>style.color</p:attrName>
                                        </p:attrNameLst>
                                      </p:cBhvr>
                                      <p:to>
                                        <a:schemeClr val="tx1"/>
                                      </p:to>
                                    </p:animClr>
                                  </p:childTnLst>
                                </p:cTn>
                              </p:par>
                            </p:childTnLst>
                          </p:cTn>
                        </p:par>
                        <p:par>
                          <p:cTn id="7" fill="hold">
                            <p:stCondLst>
                              <p:cond delay="1050"/>
                            </p:stCondLst>
                            <p:childTnLst>
                              <p:par>
                                <p:cTn id="8" presetID="22" presetClass="entr" presetSubtype="2"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right)">
                                      <p:cBhvr>
                                        <p:cTn id="10" dur="500"/>
                                        <p:tgtEl>
                                          <p:spTgt spid="21"/>
                                        </p:tgtEl>
                                      </p:cBhvr>
                                    </p:animEffect>
                                  </p:childTnLst>
                                </p:cTn>
                              </p:par>
                            </p:childTnLst>
                          </p:cTn>
                        </p:par>
                        <p:par>
                          <p:cTn id="11" fill="hold">
                            <p:stCondLst>
                              <p:cond delay="1550"/>
                            </p:stCondLst>
                            <p:childTnLst>
                              <p:par>
                                <p:cTn id="12" presetID="22" presetClass="entr" presetSubtype="8" fill="hold" grpId="0" nodeType="after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wipe(left)">
                                      <p:cBhvr>
                                        <p:cTn id="14" dur="500"/>
                                        <p:tgtEl>
                                          <p:spTgt spid="22"/>
                                        </p:tgtEl>
                                      </p:cBhvr>
                                    </p:animEffect>
                                  </p:childTnLst>
                                </p:cTn>
                              </p:par>
                            </p:childTnLst>
                          </p:cTn>
                        </p:par>
                        <p:par>
                          <p:cTn id="15" fill="hold">
                            <p:stCondLst>
                              <p:cond delay="2050"/>
                            </p:stCondLst>
                            <p:childTnLst>
                              <p:par>
                                <p:cTn id="16" presetID="3" presetClass="emph" presetSubtype="2" fill="hold" grpId="0" nodeType="afterEffect">
                                  <p:stCondLst>
                                    <p:cond delay="0"/>
                                  </p:stCondLst>
                                  <p:iterate type="lt">
                                    <p:tmPct val="10000"/>
                                  </p:iterate>
                                  <p:childTnLst>
                                    <p:animClr clrSpc="rgb" dir="cw">
                                      <p:cBhvr override="childStyle">
                                        <p:cTn id="17" dur="500" fill="hold"/>
                                        <p:tgtEl>
                                          <p:spTgt spid="15"/>
                                        </p:tgtEl>
                                        <p:attrNameLst>
                                          <p:attrName>style.color</p:attrName>
                                        </p:attrNameLst>
                                      </p:cBhvr>
                                      <p:to>
                                        <a:schemeClr val="tx1"/>
                                      </p:to>
                                    </p:animClr>
                                  </p:childTnLst>
                                </p:cTn>
                              </p:par>
                            </p:childTnLst>
                          </p:cTn>
                        </p:par>
                        <p:par>
                          <p:cTn id="18" fill="hold">
                            <p:stCondLst>
                              <p:cond delay="3000"/>
                            </p:stCondLst>
                            <p:childTnLst>
                              <p:par>
                                <p:cTn id="19" presetID="3" presetClass="emph" presetSubtype="2" fill="hold" grpId="0" nodeType="afterEffect">
                                  <p:stCondLst>
                                    <p:cond delay="0"/>
                                  </p:stCondLst>
                                  <p:iterate type="lt">
                                    <p:tmPct val="10000"/>
                                  </p:iterate>
                                  <p:childTnLst>
                                    <p:animClr clrSpc="rgb" dir="cw">
                                      <p:cBhvr override="childStyle">
                                        <p:cTn id="20" dur="500" fill="hold"/>
                                        <p:tgtEl>
                                          <p:spTgt spid="17"/>
                                        </p:tgtEl>
                                        <p:attrNameLst>
                                          <p:attrName>style.color</p:attrName>
                                        </p:attrNameLst>
                                      </p:cBhvr>
                                      <p:to>
                                        <a:schemeClr val="tx1"/>
                                      </p:to>
                                    </p:animClr>
                                  </p:childTnLst>
                                </p:cTn>
                              </p:par>
                            </p:childTnLst>
                          </p:cTn>
                        </p:par>
                        <p:par>
                          <p:cTn id="21" fill="hold">
                            <p:stCondLst>
                              <p:cond delay="3850"/>
                            </p:stCondLst>
                            <p:childTnLst>
                              <p:par>
                                <p:cTn id="22" presetID="3" presetClass="emph" presetSubtype="2" fill="hold" grpId="0" nodeType="afterEffect">
                                  <p:stCondLst>
                                    <p:cond delay="0"/>
                                  </p:stCondLst>
                                  <p:iterate type="lt">
                                    <p:tmPct val="10000"/>
                                  </p:iterate>
                                  <p:childTnLst>
                                    <p:animClr clrSpc="rgb" dir="cw">
                                      <p:cBhvr override="childStyle">
                                        <p:cTn id="23" dur="2000" fill="hold"/>
                                        <p:tgtEl>
                                          <p:spTgt spid="1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18" grpId="0" animBg="1"/>
      <p:bldP spid="21" grpId="0" animBg="1"/>
      <p:bldP spid="2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7257C-91F5-2AEF-BDB3-BF009F696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1A664-1F93-B1FA-2E37-1CAB98523888}"/>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PROCESS OF CIRCULATION DPC</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ACTION</a:t>
            </a:r>
            <a:endParaRPr lang="en-US" sz="3200" dirty="0"/>
          </a:p>
        </p:txBody>
      </p:sp>
      <p:sp>
        <p:nvSpPr>
          <p:cNvPr id="12" name="Footer Placeholder 11">
            <a:extLst>
              <a:ext uri="{FF2B5EF4-FFF2-40B4-BE49-F238E27FC236}">
                <a16:creationId xmlns:a16="http://schemas.microsoft.com/office/drawing/2014/main" id="{D5D9E351-BFE5-F625-BB17-9379C8F05F0D}"/>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C7902803-428A-362D-D466-3EBDD10A9FCA}"/>
              </a:ext>
            </a:extLst>
          </p:cNvPr>
          <p:cNvSpPr>
            <a:spLocks noGrp="1"/>
          </p:cNvSpPr>
          <p:nvPr>
            <p:ph type="sldNum" sz="quarter" idx="12"/>
          </p:nvPr>
        </p:nvSpPr>
        <p:spPr/>
        <p:txBody>
          <a:bodyPr/>
          <a:lstStyle/>
          <a:p>
            <a:fld id="{5BFCF61C-3B18-4C03-8326-CC3B32D710C9}" type="slidenum">
              <a:rPr lang="en-US" smtClean="0"/>
              <a:pPr/>
              <a:t>47</a:t>
            </a:fld>
            <a:endParaRPr lang="en-US" dirty="0"/>
          </a:p>
        </p:txBody>
      </p:sp>
      <p:sp>
        <p:nvSpPr>
          <p:cNvPr id="3" name="Content Placeholder 2">
            <a:extLst>
              <a:ext uri="{FF2B5EF4-FFF2-40B4-BE49-F238E27FC236}">
                <a16:creationId xmlns:a16="http://schemas.microsoft.com/office/drawing/2014/main" id="{E02E540A-E171-8F95-31BA-FF90964246C1}"/>
              </a:ext>
            </a:extLst>
          </p:cNvPr>
          <p:cNvSpPr txBox="1">
            <a:spLocks/>
          </p:cNvSpPr>
          <p:nvPr/>
        </p:nvSpPr>
        <p:spPr>
          <a:xfrm>
            <a:off x="3645225" y="1538648"/>
            <a:ext cx="6515556" cy="385326"/>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hi-IN" b="1">
                <a:latin typeface="Kokila" panose="020B0604020202020204" pitchFamily="34" charset="0"/>
                <a:cs typeface="Kokila" panose="020B0604020202020204" pitchFamily="34" charset="0"/>
              </a:rPr>
              <a:t>पद नाम जिस हेतु पदोन्नति प्रस्ताव प्रस्तुत किया गया था </a:t>
            </a:r>
            <a:r>
              <a:rPr lang="hi-IN" sz="1700" b="1">
                <a:latin typeface="Kokila" panose="020B0604020202020204" pitchFamily="34" charset="0"/>
                <a:cs typeface="Kokila" panose="020B0604020202020204" pitchFamily="34" charset="0"/>
              </a:rPr>
              <a:t>-</a:t>
            </a:r>
            <a:r>
              <a:rPr lang="hi-IN" sz="1700">
                <a:latin typeface="Kokila" panose="020B0604020202020204" pitchFamily="34" charset="0"/>
                <a:cs typeface="Kokila" panose="020B0604020202020204" pitchFamily="34" charset="0"/>
              </a:rPr>
              <a:t> </a:t>
            </a:r>
            <a:r>
              <a:rPr lang="en-IN" sz="1700">
                <a:latin typeface="Kokila" panose="020B0604020202020204" pitchFamily="34" charset="0"/>
                <a:cs typeface="Kokila" panose="020B0604020202020204" pitchFamily="34" charset="0"/>
              </a:rPr>
              <a:t> </a:t>
            </a:r>
          </a:p>
          <a:p>
            <a:pPr algn="just">
              <a:buFont typeface="Arial" panose="020B0604020202020204" pitchFamily="34" charset="0"/>
              <a:buNone/>
            </a:pPr>
            <a:endParaRPr lang="en-IN" sz="1600"/>
          </a:p>
          <a:p>
            <a:pPr algn="just">
              <a:buFont typeface="Arial" panose="020B0604020202020204" pitchFamily="34" charset="0"/>
              <a:buNone/>
            </a:pPr>
            <a:endParaRPr lang="en-IN" sz="1600" dirty="0"/>
          </a:p>
        </p:txBody>
      </p:sp>
      <p:sp>
        <p:nvSpPr>
          <p:cNvPr id="4" name="Rounded Rectangle 11">
            <a:extLst>
              <a:ext uri="{FF2B5EF4-FFF2-40B4-BE49-F238E27FC236}">
                <a16:creationId xmlns:a16="http://schemas.microsoft.com/office/drawing/2014/main" id="{E18677CE-7AB8-F5EE-CB29-B171583C3E1E}"/>
              </a:ext>
            </a:extLst>
          </p:cNvPr>
          <p:cNvSpPr/>
          <p:nvPr/>
        </p:nvSpPr>
        <p:spPr>
          <a:xfrm>
            <a:off x="5874501" y="5097578"/>
            <a:ext cx="1571636"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a:t>NEXT</a:t>
            </a:r>
            <a:endParaRPr lang="en-IN" dirty="0"/>
          </a:p>
        </p:txBody>
      </p:sp>
      <p:sp>
        <p:nvSpPr>
          <p:cNvPr id="5" name="Rounded Rectangle 12">
            <a:extLst>
              <a:ext uri="{FF2B5EF4-FFF2-40B4-BE49-F238E27FC236}">
                <a16:creationId xmlns:a16="http://schemas.microsoft.com/office/drawing/2014/main" id="{03099B36-2A4C-176C-6F11-1D70C59F1CE1}"/>
              </a:ext>
            </a:extLst>
          </p:cNvPr>
          <p:cNvSpPr/>
          <p:nvPr/>
        </p:nvSpPr>
        <p:spPr>
          <a:xfrm>
            <a:off x="3945675" y="5097578"/>
            <a:ext cx="1571636"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a:t>SAVE</a:t>
            </a:r>
            <a:endParaRPr lang="en-IN" dirty="0"/>
          </a:p>
        </p:txBody>
      </p:sp>
      <p:sp>
        <p:nvSpPr>
          <p:cNvPr id="6" name="TextBox 5">
            <a:extLst>
              <a:ext uri="{FF2B5EF4-FFF2-40B4-BE49-F238E27FC236}">
                <a16:creationId xmlns:a16="http://schemas.microsoft.com/office/drawing/2014/main" id="{C648173B-E0BB-2F7B-3E6E-4153230DB10D}"/>
              </a:ext>
            </a:extLst>
          </p:cNvPr>
          <p:cNvSpPr txBox="1"/>
          <p:nvPr/>
        </p:nvSpPr>
        <p:spPr>
          <a:xfrm>
            <a:off x="9017773" y="1480028"/>
            <a:ext cx="2497982" cy="369332"/>
          </a:xfrm>
          <a:prstGeom prst="rect">
            <a:avLst/>
          </a:prstGeom>
          <a:solidFill>
            <a:schemeClr val="accent5">
              <a:lumMod val="75000"/>
            </a:schemeClr>
          </a:solidFill>
        </p:spPr>
        <p:txBody>
          <a:bodyPr wrap="square" rtlCol="0">
            <a:spAutoFit/>
          </a:bodyPr>
          <a:lstStyle/>
          <a:p>
            <a:r>
              <a:rPr lang="en-IN" dirty="0"/>
              <a:t>POST</a:t>
            </a:r>
          </a:p>
        </p:txBody>
      </p:sp>
      <p:sp>
        <p:nvSpPr>
          <p:cNvPr id="7" name="TextBox 6">
            <a:extLst>
              <a:ext uri="{FF2B5EF4-FFF2-40B4-BE49-F238E27FC236}">
                <a16:creationId xmlns:a16="http://schemas.microsoft.com/office/drawing/2014/main" id="{62340E91-FAE7-063B-CC33-D9D3E7BBD32F}"/>
              </a:ext>
            </a:extLst>
          </p:cNvPr>
          <p:cNvSpPr txBox="1"/>
          <p:nvPr/>
        </p:nvSpPr>
        <p:spPr>
          <a:xfrm>
            <a:off x="9017773" y="1811430"/>
            <a:ext cx="2500330" cy="738664"/>
          </a:xfrm>
          <a:prstGeom prst="rect">
            <a:avLst/>
          </a:prstGeom>
          <a:solidFill>
            <a:schemeClr val="accent1"/>
          </a:solidFill>
          <a:ln>
            <a:solidFill>
              <a:schemeClr val="tx1">
                <a:lumMod val="95000"/>
                <a:lumOff val="5000"/>
              </a:schemeClr>
            </a:solidFill>
          </a:ln>
        </p:spPr>
        <p:txBody>
          <a:bodyPr wrap="square" rtlCol="0">
            <a:spAutoFit/>
          </a:bodyPr>
          <a:lstStyle/>
          <a:p>
            <a:r>
              <a:rPr lang="hi-IN" sz="1400" dirty="0"/>
              <a:t>DEPUTY SECRETARY</a:t>
            </a:r>
          </a:p>
          <a:p>
            <a:r>
              <a:rPr lang="hi-IN" sz="1400" dirty="0"/>
              <a:t>UNDER SECRETARY</a:t>
            </a:r>
          </a:p>
          <a:p>
            <a:r>
              <a:rPr lang="hi-IN" sz="1400" dirty="0"/>
              <a:t>SECTION OFFICER</a:t>
            </a:r>
            <a:endParaRPr lang="en-IN" sz="1400" dirty="0"/>
          </a:p>
        </p:txBody>
      </p:sp>
      <p:sp>
        <p:nvSpPr>
          <p:cNvPr id="8" name="TextBox 7">
            <a:extLst>
              <a:ext uri="{FF2B5EF4-FFF2-40B4-BE49-F238E27FC236}">
                <a16:creationId xmlns:a16="http://schemas.microsoft.com/office/drawing/2014/main" id="{BCA49B1C-C7A2-5AE5-A9A4-220DF5CDC2A8}"/>
              </a:ext>
            </a:extLst>
          </p:cNvPr>
          <p:cNvSpPr txBox="1"/>
          <p:nvPr/>
        </p:nvSpPr>
        <p:spPr>
          <a:xfrm>
            <a:off x="9017773" y="1454240"/>
            <a:ext cx="2497982" cy="369332"/>
          </a:xfrm>
          <a:prstGeom prst="rect">
            <a:avLst/>
          </a:prstGeom>
          <a:solidFill>
            <a:schemeClr val="accent5">
              <a:lumMod val="75000"/>
            </a:schemeClr>
          </a:solidFill>
        </p:spPr>
        <p:txBody>
          <a:bodyPr wrap="square" rtlCol="0">
            <a:spAutoFit/>
          </a:bodyPr>
          <a:lstStyle/>
          <a:p>
            <a:r>
              <a:rPr lang="hi-IN" sz="1200" b="1" dirty="0"/>
              <a:t>DEPUTY SECRETARY</a:t>
            </a:r>
            <a:r>
              <a:rPr lang="hi-IN" dirty="0"/>
              <a:t> </a:t>
            </a:r>
            <a:endParaRPr lang="en-IN" dirty="0"/>
          </a:p>
        </p:txBody>
      </p:sp>
      <p:sp>
        <p:nvSpPr>
          <p:cNvPr id="9" name="Isosceles Triangle 8">
            <a:extLst>
              <a:ext uri="{FF2B5EF4-FFF2-40B4-BE49-F238E27FC236}">
                <a16:creationId xmlns:a16="http://schemas.microsoft.com/office/drawing/2014/main" id="{75F2C526-6D4F-6948-D062-8AFE4701555C}"/>
              </a:ext>
            </a:extLst>
          </p:cNvPr>
          <p:cNvSpPr/>
          <p:nvPr/>
        </p:nvSpPr>
        <p:spPr>
          <a:xfrm rot="10800000">
            <a:off x="10946599" y="1525678"/>
            <a:ext cx="500066" cy="21431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descr="POINTER.png">
            <a:extLst>
              <a:ext uri="{FF2B5EF4-FFF2-40B4-BE49-F238E27FC236}">
                <a16:creationId xmlns:a16="http://schemas.microsoft.com/office/drawing/2014/main" id="{08F588AC-84D4-3731-6D9E-553AE0400C5F}"/>
              </a:ext>
            </a:extLst>
          </p:cNvPr>
          <p:cNvPicPr>
            <a:picLocks noChangeAspect="1"/>
          </p:cNvPicPr>
          <p:nvPr/>
        </p:nvPicPr>
        <p:blipFill>
          <a:blip r:embed="rId3" cstate="print"/>
          <a:stretch>
            <a:fillRect/>
          </a:stretch>
        </p:blipFill>
        <p:spPr>
          <a:xfrm>
            <a:off x="11160913" y="1597116"/>
            <a:ext cx="484023" cy="484023"/>
          </a:xfrm>
          <a:prstGeom prst="rect">
            <a:avLst/>
          </a:prstGeom>
        </p:spPr>
      </p:pic>
      <p:sp>
        <p:nvSpPr>
          <p:cNvPr id="11" name="Content Placeholder 2">
            <a:extLst>
              <a:ext uri="{FF2B5EF4-FFF2-40B4-BE49-F238E27FC236}">
                <a16:creationId xmlns:a16="http://schemas.microsoft.com/office/drawing/2014/main" id="{9A66A4E6-D054-2C5E-F8C7-7FBE293304CA}"/>
              </a:ext>
            </a:extLst>
          </p:cNvPr>
          <p:cNvSpPr txBox="1">
            <a:spLocks/>
          </p:cNvSpPr>
          <p:nvPr/>
        </p:nvSpPr>
        <p:spPr>
          <a:xfrm>
            <a:off x="7874765" y="3883133"/>
            <a:ext cx="2014962" cy="428627"/>
          </a:xfrm>
          <a:prstGeom prst="rect">
            <a:avLst/>
          </a:prstGeom>
        </p:spPr>
        <p:txBody>
          <a:bodyPr vert="horz">
            <a:normAutofit fontScale="55000" lnSpcReduction="20000"/>
          </a:bodyPr>
          <a:lstStyle>
            <a:defPPr>
              <a:defRPr lang="en-US"/>
            </a:defPPr>
            <a:lvl1pPr marL="274320" indent="-274320">
              <a:lnSpc>
                <a:spcPct val="80000"/>
              </a:lnSpc>
              <a:spcBef>
                <a:spcPct val="20000"/>
              </a:spcBef>
              <a:buClr>
                <a:schemeClr val="accent3"/>
              </a:buClr>
              <a:buSzPct val="95000"/>
              <a:defRPr sz="2600" b="1">
                <a:latin typeface="Kokila" panose="020B0604020202020204" pitchFamily="34" charset="0"/>
                <a:cs typeface="Kokila" panose="020B0604020202020204" pitchFamily="34" charset="0"/>
              </a:defRPr>
            </a:lvl1pPr>
          </a:lstStyle>
          <a:p>
            <a:r>
              <a:rPr lang="hi-IN" sz="3800" dirty="0"/>
              <a:t>फ्रेश DPC की तिथि - </a:t>
            </a:r>
            <a:r>
              <a:rPr lang="hi-IN" dirty="0"/>
              <a:t>		</a:t>
            </a:r>
            <a:endParaRPr lang="en-IN" dirty="0"/>
          </a:p>
          <a:p>
            <a:endParaRPr lang="en-IN" dirty="0"/>
          </a:p>
          <a:p>
            <a:endParaRPr lang="en-IN" dirty="0"/>
          </a:p>
        </p:txBody>
      </p:sp>
      <p:sp>
        <p:nvSpPr>
          <p:cNvPr id="14" name="TextBox 13">
            <a:extLst>
              <a:ext uri="{FF2B5EF4-FFF2-40B4-BE49-F238E27FC236}">
                <a16:creationId xmlns:a16="http://schemas.microsoft.com/office/drawing/2014/main" id="{8642A484-ABC5-CAC6-1EF9-D6EFADB5AF7D}"/>
              </a:ext>
            </a:extLst>
          </p:cNvPr>
          <p:cNvSpPr txBox="1"/>
          <p:nvPr/>
        </p:nvSpPr>
        <p:spPr>
          <a:xfrm>
            <a:off x="3731361" y="3454879"/>
            <a:ext cx="3871347" cy="369332"/>
          </a:xfrm>
          <a:prstGeom prst="rect">
            <a:avLst/>
          </a:prstGeom>
          <a:solidFill>
            <a:schemeClr val="accent5">
              <a:lumMod val="75000"/>
            </a:schemeClr>
          </a:solidFill>
        </p:spPr>
        <p:txBody>
          <a:bodyPr wrap="square" rtlCol="0">
            <a:spAutoFit/>
          </a:bodyPr>
          <a:lstStyle/>
          <a:p>
            <a:r>
              <a:rPr lang="en-IN" dirty="0"/>
              <a:t>TYPE OF DPC</a:t>
            </a:r>
          </a:p>
        </p:txBody>
      </p:sp>
      <p:sp>
        <p:nvSpPr>
          <p:cNvPr id="15" name="TextBox 14">
            <a:extLst>
              <a:ext uri="{FF2B5EF4-FFF2-40B4-BE49-F238E27FC236}">
                <a16:creationId xmlns:a16="http://schemas.microsoft.com/office/drawing/2014/main" id="{FD742C12-4AEE-B448-36B2-D9CEB61A513A}"/>
              </a:ext>
            </a:extLst>
          </p:cNvPr>
          <p:cNvSpPr txBox="1"/>
          <p:nvPr/>
        </p:nvSpPr>
        <p:spPr>
          <a:xfrm>
            <a:off x="3731361" y="3786281"/>
            <a:ext cx="3873695" cy="738664"/>
          </a:xfrm>
          <a:prstGeom prst="rect">
            <a:avLst/>
          </a:prstGeom>
          <a:solidFill>
            <a:schemeClr val="accent1"/>
          </a:solidFill>
          <a:ln>
            <a:solidFill>
              <a:schemeClr val="tx1">
                <a:lumMod val="95000"/>
                <a:lumOff val="5000"/>
              </a:schemeClr>
            </a:solidFill>
          </a:ln>
        </p:spPr>
        <p:txBody>
          <a:bodyPr wrap="square" rtlCol="0">
            <a:spAutoFit/>
          </a:bodyPr>
          <a:lstStyle/>
          <a:p>
            <a:r>
              <a:rPr lang="hi-IN" sz="1400" dirty="0"/>
              <a:t>FRSH DPC</a:t>
            </a:r>
          </a:p>
          <a:p>
            <a:r>
              <a:rPr lang="hi-IN" sz="1400" dirty="0"/>
              <a:t>REVIEW DPC</a:t>
            </a:r>
            <a:endParaRPr lang="en-IN" sz="1400" dirty="0"/>
          </a:p>
          <a:p>
            <a:r>
              <a:rPr lang="en-IN" sz="1400" dirty="0"/>
              <a:t>CIRCULATION</a:t>
            </a:r>
          </a:p>
        </p:txBody>
      </p:sp>
      <p:sp>
        <p:nvSpPr>
          <p:cNvPr id="16" name="TextBox 15">
            <a:extLst>
              <a:ext uri="{FF2B5EF4-FFF2-40B4-BE49-F238E27FC236}">
                <a16:creationId xmlns:a16="http://schemas.microsoft.com/office/drawing/2014/main" id="{9F69B40B-A881-E651-17AE-FC1B6DD13286}"/>
              </a:ext>
            </a:extLst>
          </p:cNvPr>
          <p:cNvSpPr txBox="1"/>
          <p:nvPr/>
        </p:nvSpPr>
        <p:spPr>
          <a:xfrm>
            <a:off x="3731362" y="3459311"/>
            <a:ext cx="3896746" cy="338554"/>
          </a:xfrm>
          <a:prstGeom prst="rect">
            <a:avLst/>
          </a:prstGeom>
          <a:solidFill>
            <a:schemeClr val="accent5">
              <a:lumMod val="75000"/>
            </a:schemeClr>
          </a:solidFill>
        </p:spPr>
        <p:txBody>
          <a:bodyPr wrap="square" rtlCol="0">
            <a:spAutoFit/>
          </a:bodyPr>
          <a:lstStyle/>
          <a:p>
            <a:r>
              <a:rPr lang="hi-IN" sz="1600" b="1" dirty="0"/>
              <a:t>CIRCULATION</a:t>
            </a:r>
            <a:r>
              <a:rPr lang="en-IN" sz="1600" b="1" dirty="0"/>
              <a:t> </a:t>
            </a:r>
            <a:r>
              <a:rPr lang="en-IN" sz="1600" b="1" dirty="0" err="1"/>
              <a:t>DPC</a:t>
            </a:r>
            <a:endParaRPr lang="en-IN" sz="1600" b="1" dirty="0"/>
          </a:p>
        </p:txBody>
      </p:sp>
      <p:sp>
        <p:nvSpPr>
          <p:cNvPr id="17" name="Isosceles Triangle 16">
            <a:extLst>
              <a:ext uri="{FF2B5EF4-FFF2-40B4-BE49-F238E27FC236}">
                <a16:creationId xmlns:a16="http://schemas.microsoft.com/office/drawing/2014/main" id="{CB768725-00A9-0058-93D2-EE0C1BE27D72}"/>
              </a:ext>
            </a:extLst>
          </p:cNvPr>
          <p:cNvSpPr/>
          <p:nvPr/>
        </p:nvSpPr>
        <p:spPr>
          <a:xfrm rot="10800000">
            <a:off x="7033552" y="3500529"/>
            <a:ext cx="500066" cy="21431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descr="POINTER.png">
            <a:extLst>
              <a:ext uri="{FF2B5EF4-FFF2-40B4-BE49-F238E27FC236}">
                <a16:creationId xmlns:a16="http://schemas.microsoft.com/office/drawing/2014/main" id="{F950079D-3BC9-912B-E5E7-140EB0B9C134}"/>
              </a:ext>
            </a:extLst>
          </p:cNvPr>
          <p:cNvPicPr>
            <a:picLocks noChangeAspect="1"/>
          </p:cNvPicPr>
          <p:nvPr/>
        </p:nvPicPr>
        <p:blipFill>
          <a:blip r:embed="rId3" cstate="print"/>
          <a:stretch>
            <a:fillRect/>
          </a:stretch>
        </p:blipFill>
        <p:spPr>
          <a:xfrm>
            <a:off x="7247866" y="3571967"/>
            <a:ext cx="484023" cy="484023"/>
          </a:xfrm>
          <a:prstGeom prst="rect">
            <a:avLst/>
          </a:prstGeom>
        </p:spPr>
      </p:pic>
      <p:sp>
        <p:nvSpPr>
          <p:cNvPr id="19" name="Content Placeholder 2">
            <a:extLst>
              <a:ext uri="{FF2B5EF4-FFF2-40B4-BE49-F238E27FC236}">
                <a16:creationId xmlns:a16="http://schemas.microsoft.com/office/drawing/2014/main" id="{748BA63F-350A-227B-5E2B-291CE2C2679A}"/>
              </a:ext>
            </a:extLst>
          </p:cNvPr>
          <p:cNvSpPr txBox="1">
            <a:spLocks/>
          </p:cNvSpPr>
          <p:nvPr/>
        </p:nvSpPr>
        <p:spPr>
          <a:xfrm>
            <a:off x="3659923" y="1068914"/>
            <a:ext cx="6515556" cy="385326"/>
          </a:xfrm>
          <a:prstGeom prst="rect">
            <a:avLst/>
          </a:prstGeom>
        </p:spPr>
        <p:txBody>
          <a:bodyPr vert="horz">
            <a:normAutofit fontScale="92500" lnSpcReduction="20000"/>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a:buNone/>
              <a:tabLst/>
              <a:defRPr/>
            </a:pPr>
            <a:r>
              <a:rPr kumimoji="0" lang="hi-IN" sz="2600" b="1"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परिभ्रमण पदोन्नति प्रस्ताव तिथि -</a:t>
            </a:r>
            <a:r>
              <a:rPr kumimoji="0" lang="hi-IN" sz="26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 </a:t>
            </a:r>
            <a:r>
              <a:rPr kumimoji="0" lang="en-IN" sz="26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rPr>
              <a:t> </a:t>
            </a:r>
          </a:p>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a:buNone/>
              <a:tabLst/>
              <a:defRPr/>
            </a:pPr>
            <a:endParaRPr kumimoji="0" lang="en-IN" sz="2600" b="0" i="0" u="none" strike="noStrike" kern="1200" cap="none" spc="0" normalizeH="0" baseline="0" noProof="0" dirty="0">
              <a:ln>
                <a:noFill/>
              </a:ln>
              <a:solidFill>
                <a:schemeClr val="tx1"/>
              </a:solidFill>
              <a:effectLst/>
              <a:uLnTx/>
              <a:uFillTx/>
              <a:latin typeface="Kokila" panose="020B0604020202020204" pitchFamily="34" charset="0"/>
              <a:cs typeface="Kokila" panose="020B0604020202020204" pitchFamily="34" charset="0"/>
            </a:endParaRPr>
          </a:p>
          <a:p>
            <a:pPr marL="274320" marR="0" lvl="0" indent="-274320" algn="just" defTabSz="914400" rtl="0" eaLnBrk="1" fontAlgn="auto" latinLnBrk="0" hangingPunct="1">
              <a:lnSpc>
                <a:spcPct val="100000"/>
              </a:lnSpc>
              <a:spcBef>
                <a:spcPts val="600"/>
              </a:spcBef>
              <a:spcAft>
                <a:spcPts val="0"/>
              </a:spcAft>
              <a:buClr>
                <a:schemeClr val="accent1"/>
              </a:buClr>
              <a:buSzPct val="70000"/>
              <a:buFont typeface="Wingdings"/>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20" name="TextBox 19">
            <a:extLst>
              <a:ext uri="{FF2B5EF4-FFF2-40B4-BE49-F238E27FC236}">
                <a16:creationId xmlns:a16="http://schemas.microsoft.com/office/drawing/2014/main" id="{8239F7F5-84AA-0DCF-1CCB-5553CD08C878}"/>
              </a:ext>
            </a:extLst>
          </p:cNvPr>
          <p:cNvSpPr txBox="1"/>
          <p:nvPr/>
        </p:nvSpPr>
        <p:spPr>
          <a:xfrm>
            <a:off x="6803195" y="1026710"/>
            <a:ext cx="2214578" cy="369332"/>
          </a:xfrm>
          <a:prstGeom prst="rect">
            <a:avLst/>
          </a:prstGeom>
          <a:noFill/>
        </p:spPr>
        <p:txBody>
          <a:bodyPr wrap="square" rtlCol="0">
            <a:spAutoFit/>
          </a:bodyPr>
          <a:lstStyle/>
          <a:p>
            <a:fld id="{5EA85EC2-8A01-4BCA-8C58-9A78A36CE69C}" type="datetime3">
              <a:rPr lang="en-IN" smtClean="0">
                <a:latin typeface="Cambria" pitchFamily="18" charset="0"/>
              </a:rPr>
              <a:pPr/>
              <a:t>6 July 2026</a:t>
            </a:fld>
            <a:endParaRPr lang="en-US" dirty="0">
              <a:latin typeface="Cambria" pitchFamily="18" charset="0"/>
            </a:endParaRPr>
          </a:p>
        </p:txBody>
      </p:sp>
      <p:sp>
        <p:nvSpPr>
          <p:cNvPr id="21" name="Content Placeholder 2">
            <a:extLst>
              <a:ext uri="{FF2B5EF4-FFF2-40B4-BE49-F238E27FC236}">
                <a16:creationId xmlns:a16="http://schemas.microsoft.com/office/drawing/2014/main" id="{284610CF-AEC6-9A41-647C-F6A94404A17F}"/>
              </a:ext>
            </a:extLst>
          </p:cNvPr>
          <p:cNvSpPr txBox="1">
            <a:spLocks/>
          </p:cNvSpPr>
          <p:nvPr/>
        </p:nvSpPr>
        <p:spPr>
          <a:xfrm>
            <a:off x="3659923" y="2728810"/>
            <a:ext cx="6515556" cy="385326"/>
          </a:xfrm>
          <a:prstGeom prst="rect">
            <a:avLst/>
          </a:prstGeom>
        </p:spPr>
        <p:txBody>
          <a:bodyPr vert="horz">
            <a:normAutofit fontScale="925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hi-IN" sz="2600" b="1" dirty="0">
                <a:latin typeface="Kokila" panose="020B0604020202020204" pitchFamily="34" charset="0"/>
                <a:cs typeface="Kokila" panose="020B0604020202020204" pitchFamily="34" charset="0"/>
              </a:rPr>
              <a:t>पद नाम जिससे पदोन्नति हेतु प्रस्ताव प्रस्तुत किया गया था - </a:t>
            </a:r>
            <a:r>
              <a:rPr lang="en-IN" sz="2600" b="1" dirty="0">
                <a:latin typeface="Kokila" panose="020B0604020202020204" pitchFamily="34" charset="0"/>
                <a:cs typeface="Kokila" panose="020B0604020202020204" pitchFamily="34" charset="0"/>
              </a:rPr>
              <a:t> </a:t>
            </a: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22" name="TextBox 21">
            <a:extLst>
              <a:ext uri="{FF2B5EF4-FFF2-40B4-BE49-F238E27FC236}">
                <a16:creationId xmlns:a16="http://schemas.microsoft.com/office/drawing/2014/main" id="{99D6297D-DC9F-4B0C-F07C-D80BB3B3E16E}"/>
              </a:ext>
            </a:extLst>
          </p:cNvPr>
          <p:cNvSpPr txBox="1"/>
          <p:nvPr/>
        </p:nvSpPr>
        <p:spPr>
          <a:xfrm>
            <a:off x="9032471" y="2670190"/>
            <a:ext cx="2497982" cy="369332"/>
          </a:xfrm>
          <a:prstGeom prst="rect">
            <a:avLst/>
          </a:prstGeom>
          <a:solidFill>
            <a:schemeClr val="accent5">
              <a:lumMod val="75000"/>
            </a:schemeClr>
          </a:solidFill>
        </p:spPr>
        <p:txBody>
          <a:bodyPr wrap="square" rtlCol="0">
            <a:spAutoFit/>
          </a:bodyPr>
          <a:lstStyle/>
          <a:p>
            <a:r>
              <a:rPr lang="en-IN" dirty="0"/>
              <a:t>POST</a:t>
            </a:r>
          </a:p>
        </p:txBody>
      </p:sp>
      <p:sp>
        <p:nvSpPr>
          <p:cNvPr id="23" name="TextBox 22">
            <a:extLst>
              <a:ext uri="{FF2B5EF4-FFF2-40B4-BE49-F238E27FC236}">
                <a16:creationId xmlns:a16="http://schemas.microsoft.com/office/drawing/2014/main" id="{3CB26354-E312-44CB-1377-C3BE47A767B4}"/>
              </a:ext>
            </a:extLst>
          </p:cNvPr>
          <p:cNvSpPr txBox="1"/>
          <p:nvPr/>
        </p:nvSpPr>
        <p:spPr>
          <a:xfrm>
            <a:off x="9032471" y="3001592"/>
            <a:ext cx="2500330" cy="738664"/>
          </a:xfrm>
          <a:prstGeom prst="rect">
            <a:avLst/>
          </a:prstGeom>
          <a:solidFill>
            <a:schemeClr val="accent1"/>
          </a:solidFill>
          <a:ln>
            <a:solidFill>
              <a:schemeClr val="tx1">
                <a:lumMod val="95000"/>
                <a:lumOff val="5000"/>
              </a:schemeClr>
            </a:solidFill>
          </a:ln>
        </p:spPr>
        <p:txBody>
          <a:bodyPr wrap="square" rtlCol="0">
            <a:spAutoFit/>
          </a:bodyPr>
          <a:lstStyle/>
          <a:p>
            <a:r>
              <a:rPr lang="hi-IN" sz="1400" dirty="0"/>
              <a:t>DEPUTY SECRETARY</a:t>
            </a:r>
          </a:p>
          <a:p>
            <a:r>
              <a:rPr lang="hi-IN" sz="1400" dirty="0"/>
              <a:t>UNDER SECRETARY</a:t>
            </a:r>
          </a:p>
          <a:p>
            <a:r>
              <a:rPr lang="hi-IN" sz="1400" dirty="0"/>
              <a:t>SECTION OFFICER</a:t>
            </a:r>
            <a:endParaRPr lang="en-IN" sz="1400" dirty="0"/>
          </a:p>
        </p:txBody>
      </p:sp>
      <p:sp>
        <p:nvSpPr>
          <p:cNvPr id="24" name="TextBox 23">
            <a:extLst>
              <a:ext uri="{FF2B5EF4-FFF2-40B4-BE49-F238E27FC236}">
                <a16:creationId xmlns:a16="http://schemas.microsoft.com/office/drawing/2014/main" id="{D7CB64E5-4CC9-122C-E387-E89C7BF8DBD7}"/>
              </a:ext>
            </a:extLst>
          </p:cNvPr>
          <p:cNvSpPr txBox="1"/>
          <p:nvPr/>
        </p:nvSpPr>
        <p:spPr>
          <a:xfrm>
            <a:off x="9032471" y="2644402"/>
            <a:ext cx="2497982" cy="307777"/>
          </a:xfrm>
          <a:prstGeom prst="rect">
            <a:avLst/>
          </a:prstGeom>
          <a:solidFill>
            <a:schemeClr val="accent5">
              <a:lumMod val="75000"/>
            </a:schemeClr>
          </a:solidFill>
        </p:spPr>
        <p:txBody>
          <a:bodyPr wrap="square" rtlCol="0">
            <a:spAutoFit/>
          </a:bodyPr>
          <a:lstStyle/>
          <a:p>
            <a:r>
              <a:rPr lang="hi-IN" sz="1400" b="1" dirty="0"/>
              <a:t>UNDER SECRETARY </a:t>
            </a:r>
            <a:endParaRPr lang="en-IN" sz="1400" b="1" dirty="0"/>
          </a:p>
        </p:txBody>
      </p:sp>
      <p:sp>
        <p:nvSpPr>
          <p:cNvPr id="25" name="Isosceles Triangle 24">
            <a:extLst>
              <a:ext uri="{FF2B5EF4-FFF2-40B4-BE49-F238E27FC236}">
                <a16:creationId xmlns:a16="http://schemas.microsoft.com/office/drawing/2014/main" id="{F5EB5703-0005-DC4C-A9BE-01DF4E48D5C7}"/>
              </a:ext>
            </a:extLst>
          </p:cNvPr>
          <p:cNvSpPr/>
          <p:nvPr/>
        </p:nvSpPr>
        <p:spPr>
          <a:xfrm rot="10800000">
            <a:off x="10961297" y="2715840"/>
            <a:ext cx="500066" cy="21431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6" name="Picture 25" descr="POINTER.png">
            <a:extLst>
              <a:ext uri="{FF2B5EF4-FFF2-40B4-BE49-F238E27FC236}">
                <a16:creationId xmlns:a16="http://schemas.microsoft.com/office/drawing/2014/main" id="{C0C2CFC0-3D6C-3C9F-4F43-EC6008B05400}"/>
              </a:ext>
            </a:extLst>
          </p:cNvPr>
          <p:cNvPicPr>
            <a:picLocks noChangeAspect="1"/>
          </p:cNvPicPr>
          <p:nvPr/>
        </p:nvPicPr>
        <p:blipFill>
          <a:blip r:embed="rId3" cstate="print"/>
          <a:stretch>
            <a:fillRect/>
          </a:stretch>
        </p:blipFill>
        <p:spPr>
          <a:xfrm>
            <a:off x="11175611" y="2787278"/>
            <a:ext cx="484023" cy="484023"/>
          </a:xfrm>
          <a:prstGeom prst="rect">
            <a:avLst/>
          </a:prstGeom>
        </p:spPr>
      </p:pic>
      <p:sp>
        <p:nvSpPr>
          <p:cNvPr id="27" name="Content Placeholder 2">
            <a:extLst>
              <a:ext uri="{FF2B5EF4-FFF2-40B4-BE49-F238E27FC236}">
                <a16:creationId xmlns:a16="http://schemas.microsoft.com/office/drawing/2014/main" id="{C81C68D6-CD31-6FFF-93B2-857E508F4170}"/>
              </a:ext>
            </a:extLst>
          </p:cNvPr>
          <p:cNvSpPr txBox="1">
            <a:spLocks/>
          </p:cNvSpPr>
          <p:nvPr/>
        </p:nvSpPr>
        <p:spPr>
          <a:xfrm>
            <a:off x="3659923" y="1993048"/>
            <a:ext cx="1428760" cy="385326"/>
          </a:xfrm>
          <a:prstGeom prst="rect">
            <a:avLst/>
          </a:prstGeom>
        </p:spPr>
        <p:txBody>
          <a:bodyPr vert="horz">
            <a:normAutofit fontScale="77500" lnSpcReduction="20000"/>
          </a:bodyPr>
          <a:lstStyle/>
          <a:p>
            <a:pPr marL="274320" marR="0" lvl="0" indent="-274320" defTabSz="914400" fontAlgn="auto">
              <a:lnSpc>
                <a:spcPct val="80000"/>
              </a:lnSpc>
              <a:spcBef>
                <a:spcPct val="20000"/>
              </a:spcBef>
              <a:spcAft>
                <a:spcPts val="0"/>
              </a:spcAft>
              <a:buClr>
                <a:schemeClr val="accent3"/>
              </a:buClr>
              <a:buSzPct val="95000"/>
              <a:tabLst/>
              <a:defRPr/>
            </a:pPr>
            <a:r>
              <a:rPr lang="hi-IN" sz="2600" b="1" dirty="0">
                <a:latin typeface="Kokila" panose="020B0604020202020204" pitchFamily="34" charset="0"/>
                <a:cs typeface="Kokila" panose="020B0604020202020204" pitchFamily="34" charset="0"/>
              </a:rPr>
              <a:t>वर्ग (CLASS) - </a:t>
            </a:r>
            <a:r>
              <a:rPr lang="en-IN" sz="2600" b="1" dirty="0">
                <a:latin typeface="Kokila" panose="020B0604020202020204" pitchFamily="34" charset="0"/>
                <a:cs typeface="Kokila" panose="020B0604020202020204" pitchFamily="34" charset="0"/>
              </a:rPr>
              <a:t> </a:t>
            </a: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28" name="Content Placeholder 2">
            <a:extLst>
              <a:ext uri="{FF2B5EF4-FFF2-40B4-BE49-F238E27FC236}">
                <a16:creationId xmlns:a16="http://schemas.microsoft.com/office/drawing/2014/main" id="{F760B8C6-B1B2-AE4B-7F66-BACC2461ADA5}"/>
              </a:ext>
            </a:extLst>
          </p:cNvPr>
          <p:cNvSpPr txBox="1">
            <a:spLocks/>
          </p:cNvSpPr>
          <p:nvPr/>
        </p:nvSpPr>
        <p:spPr>
          <a:xfrm>
            <a:off x="3659923" y="3126810"/>
            <a:ext cx="1428760" cy="385326"/>
          </a:xfrm>
          <a:prstGeom prst="rect">
            <a:avLst/>
          </a:prstGeom>
        </p:spPr>
        <p:txBody>
          <a:bodyPr vert="horz">
            <a:normAutofit fontScale="77500" lnSpcReduction="20000"/>
          </a:bodyPr>
          <a:lstStyle/>
          <a:p>
            <a:pPr marL="274320" indent="-274320">
              <a:lnSpc>
                <a:spcPct val="80000"/>
              </a:lnSpc>
              <a:spcBef>
                <a:spcPct val="20000"/>
              </a:spcBef>
              <a:buClr>
                <a:schemeClr val="accent3"/>
              </a:buClr>
              <a:buSzPct val="95000"/>
              <a:defRPr/>
            </a:pPr>
            <a:r>
              <a:rPr lang="hi-IN" sz="2600" b="1" dirty="0">
                <a:latin typeface="Kokila" panose="020B0604020202020204" pitchFamily="34" charset="0"/>
                <a:cs typeface="Kokila" panose="020B0604020202020204" pitchFamily="34" charset="0"/>
              </a:rPr>
              <a:t>वर्ग (CLASS) - </a:t>
            </a:r>
            <a:r>
              <a:rPr lang="en-IN" sz="2600" b="1" dirty="0">
                <a:latin typeface="Kokila" panose="020B0604020202020204" pitchFamily="34" charset="0"/>
                <a:cs typeface="Kokila" panose="020B0604020202020204" pitchFamily="34" charset="0"/>
              </a:rPr>
              <a:t> </a:t>
            </a:r>
          </a:p>
          <a:p>
            <a:pPr marL="274320" indent="-274320">
              <a:lnSpc>
                <a:spcPct val="80000"/>
              </a:lnSpc>
              <a:spcBef>
                <a:spcPct val="20000"/>
              </a:spcBef>
              <a:buClr>
                <a:schemeClr val="accent3"/>
              </a:buClr>
              <a:buSzPct val="95000"/>
              <a:defRPr/>
            </a:pPr>
            <a:endParaRPr lang="en-IN" sz="2600" b="1" dirty="0">
              <a:latin typeface="Kokila" panose="020B0604020202020204" pitchFamily="34" charset="0"/>
              <a:cs typeface="Kokila" panose="020B0604020202020204" pitchFamily="34" charset="0"/>
            </a:endParaRP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n-I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29" name="TextBox 28">
            <a:extLst>
              <a:ext uri="{FF2B5EF4-FFF2-40B4-BE49-F238E27FC236}">
                <a16:creationId xmlns:a16="http://schemas.microsoft.com/office/drawing/2014/main" id="{31042F0B-DD7D-0B43-B097-897A22EAE62E}"/>
              </a:ext>
            </a:extLst>
          </p:cNvPr>
          <p:cNvSpPr txBox="1"/>
          <p:nvPr/>
        </p:nvSpPr>
        <p:spPr>
          <a:xfrm>
            <a:off x="5017245" y="1870726"/>
            <a:ext cx="357190" cy="369332"/>
          </a:xfrm>
          <a:prstGeom prst="rect">
            <a:avLst/>
          </a:prstGeom>
          <a:noFill/>
        </p:spPr>
        <p:txBody>
          <a:bodyPr wrap="square" rtlCol="0">
            <a:spAutoFit/>
          </a:bodyPr>
          <a:lstStyle/>
          <a:p>
            <a:r>
              <a:rPr lang="hi-IN" dirty="0"/>
              <a:t>I</a:t>
            </a:r>
            <a:endParaRPr lang="en-US" dirty="0"/>
          </a:p>
        </p:txBody>
      </p:sp>
      <p:sp>
        <p:nvSpPr>
          <p:cNvPr id="30" name="Oval 29">
            <a:extLst>
              <a:ext uri="{FF2B5EF4-FFF2-40B4-BE49-F238E27FC236}">
                <a16:creationId xmlns:a16="http://schemas.microsoft.com/office/drawing/2014/main" id="{0FD0A05F-FD1C-8163-1797-A571A8C9A37B}"/>
              </a:ext>
            </a:extLst>
          </p:cNvPr>
          <p:cNvSpPr/>
          <p:nvPr/>
        </p:nvSpPr>
        <p:spPr>
          <a:xfrm>
            <a:off x="5302997" y="1942164"/>
            <a:ext cx="214314" cy="214314"/>
          </a:xfrm>
          <a:prstGeom prst="ellipse">
            <a:avLst/>
          </a:prstGeom>
          <a:solidFill>
            <a:schemeClr val="accent6">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BB844F43-F5D7-9417-03CD-54AB74590C2E}"/>
              </a:ext>
            </a:extLst>
          </p:cNvPr>
          <p:cNvSpPr txBox="1"/>
          <p:nvPr/>
        </p:nvSpPr>
        <p:spPr>
          <a:xfrm>
            <a:off x="5660187" y="1882868"/>
            <a:ext cx="357190" cy="369332"/>
          </a:xfrm>
          <a:prstGeom prst="rect">
            <a:avLst/>
          </a:prstGeom>
          <a:noFill/>
        </p:spPr>
        <p:txBody>
          <a:bodyPr wrap="square" rtlCol="0">
            <a:spAutoFit/>
          </a:bodyPr>
          <a:lstStyle/>
          <a:p>
            <a:r>
              <a:rPr lang="hi-IN" dirty="0"/>
              <a:t>II</a:t>
            </a:r>
            <a:endParaRPr lang="en-US" dirty="0"/>
          </a:p>
        </p:txBody>
      </p:sp>
      <p:sp>
        <p:nvSpPr>
          <p:cNvPr id="32" name="Oval 31">
            <a:extLst>
              <a:ext uri="{FF2B5EF4-FFF2-40B4-BE49-F238E27FC236}">
                <a16:creationId xmlns:a16="http://schemas.microsoft.com/office/drawing/2014/main" id="{15F27293-0D21-829D-29CF-AF7454E01918}"/>
              </a:ext>
            </a:extLst>
          </p:cNvPr>
          <p:cNvSpPr/>
          <p:nvPr/>
        </p:nvSpPr>
        <p:spPr>
          <a:xfrm>
            <a:off x="5945939" y="1954306"/>
            <a:ext cx="214314" cy="214314"/>
          </a:xfrm>
          <a:prstGeom prst="ellipse">
            <a:avLst/>
          </a:prstGeom>
          <a:solidFill>
            <a:schemeClr val="accent6">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331C8CE8-BB87-B23F-DAAE-842B15270824}"/>
              </a:ext>
            </a:extLst>
          </p:cNvPr>
          <p:cNvSpPr txBox="1"/>
          <p:nvPr/>
        </p:nvSpPr>
        <p:spPr>
          <a:xfrm>
            <a:off x="6231691" y="1882868"/>
            <a:ext cx="642942" cy="369332"/>
          </a:xfrm>
          <a:prstGeom prst="rect">
            <a:avLst/>
          </a:prstGeom>
          <a:noFill/>
        </p:spPr>
        <p:txBody>
          <a:bodyPr wrap="square" rtlCol="0">
            <a:spAutoFit/>
          </a:bodyPr>
          <a:lstStyle/>
          <a:p>
            <a:r>
              <a:rPr lang="hi-IN" dirty="0"/>
              <a:t>III</a:t>
            </a:r>
            <a:endParaRPr lang="en-US" dirty="0"/>
          </a:p>
        </p:txBody>
      </p:sp>
      <p:sp>
        <p:nvSpPr>
          <p:cNvPr id="34" name="Oval 33">
            <a:extLst>
              <a:ext uri="{FF2B5EF4-FFF2-40B4-BE49-F238E27FC236}">
                <a16:creationId xmlns:a16="http://schemas.microsoft.com/office/drawing/2014/main" id="{49EE94B7-0E48-82AE-B23F-8BA118050641}"/>
              </a:ext>
            </a:extLst>
          </p:cNvPr>
          <p:cNvSpPr/>
          <p:nvPr/>
        </p:nvSpPr>
        <p:spPr>
          <a:xfrm>
            <a:off x="6660319" y="1954306"/>
            <a:ext cx="214314" cy="214314"/>
          </a:xfrm>
          <a:prstGeom prst="ellipse">
            <a:avLst/>
          </a:prstGeom>
          <a:solidFill>
            <a:schemeClr val="accent6">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379E1358-5079-1DDF-B725-194F7308D573}"/>
              </a:ext>
            </a:extLst>
          </p:cNvPr>
          <p:cNvSpPr txBox="1"/>
          <p:nvPr/>
        </p:nvSpPr>
        <p:spPr>
          <a:xfrm>
            <a:off x="5017245" y="3001592"/>
            <a:ext cx="357190" cy="369332"/>
          </a:xfrm>
          <a:prstGeom prst="rect">
            <a:avLst/>
          </a:prstGeom>
          <a:noFill/>
        </p:spPr>
        <p:txBody>
          <a:bodyPr wrap="square" rtlCol="0">
            <a:spAutoFit/>
          </a:bodyPr>
          <a:lstStyle/>
          <a:p>
            <a:r>
              <a:rPr lang="hi-IN" dirty="0"/>
              <a:t>I</a:t>
            </a:r>
            <a:endParaRPr lang="en-US" dirty="0"/>
          </a:p>
        </p:txBody>
      </p:sp>
      <p:sp>
        <p:nvSpPr>
          <p:cNvPr id="36" name="Oval 35">
            <a:extLst>
              <a:ext uri="{FF2B5EF4-FFF2-40B4-BE49-F238E27FC236}">
                <a16:creationId xmlns:a16="http://schemas.microsoft.com/office/drawing/2014/main" id="{1807B932-7A67-26F8-66A6-1C938F149D72}"/>
              </a:ext>
            </a:extLst>
          </p:cNvPr>
          <p:cNvSpPr/>
          <p:nvPr/>
        </p:nvSpPr>
        <p:spPr>
          <a:xfrm>
            <a:off x="5302997" y="3073030"/>
            <a:ext cx="214314" cy="214314"/>
          </a:xfrm>
          <a:prstGeom prst="ellipse">
            <a:avLst/>
          </a:prstGeom>
          <a:solidFill>
            <a:schemeClr val="accent6">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EBB8BF78-9DC4-4046-C14D-3B6D1B786366}"/>
              </a:ext>
            </a:extLst>
          </p:cNvPr>
          <p:cNvSpPr txBox="1"/>
          <p:nvPr/>
        </p:nvSpPr>
        <p:spPr>
          <a:xfrm>
            <a:off x="5660187" y="3013734"/>
            <a:ext cx="357190" cy="369332"/>
          </a:xfrm>
          <a:prstGeom prst="rect">
            <a:avLst/>
          </a:prstGeom>
          <a:noFill/>
        </p:spPr>
        <p:txBody>
          <a:bodyPr wrap="square" rtlCol="0">
            <a:spAutoFit/>
          </a:bodyPr>
          <a:lstStyle/>
          <a:p>
            <a:r>
              <a:rPr lang="hi-IN" dirty="0"/>
              <a:t>II</a:t>
            </a:r>
            <a:endParaRPr lang="en-US" dirty="0"/>
          </a:p>
        </p:txBody>
      </p:sp>
      <p:sp>
        <p:nvSpPr>
          <p:cNvPr id="38" name="Oval 37">
            <a:extLst>
              <a:ext uri="{FF2B5EF4-FFF2-40B4-BE49-F238E27FC236}">
                <a16:creationId xmlns:a16="http://schemas.microsoft.com/office/drawing/2014/main" id="{14C3FEC8-AD57-733D-375B-4885FE14B439}"/>
              </a:ext>
            </a:extLst>
          </p:cNvPr>
          <p:cNvSpPr/>
          <p:nvPr/>
        </p:nvSpPr>
        <p:spPr>
          <a:xfrm>
            <a:off x="5945939" y="3085172"/>
            <a:ext cx="214314" cy="214314"/>
          </a:xfrm>
          <a:prstGeom prst="ellipse">
            <a:avLst/>
          </a:prstGeom>
          <a:solidFill>
            <a:schemeClr val="accent6">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A3A26101-BED2-AD9F-12E5-19AAEFD5AD38}"/>
              </a:ext>
            </a:extLst>
          </p:cNvPr>
          <p:cNvSpPr txBox="1"/>
          <p:nvPr/>
        </p:nvSpPr>
        <p:spPr>
          <a:xfrm>
            <a:off x="6231691" y="3013734"/>
            <a:ext cx="642942" cy="369332"/>
          </a:xfrm>
          <a:prstGeom prst="rect">
            <a:avLst/>
          </a:prstGeom>
          <a:noFill/>
        </p:spPr>
        <p:txBody>
          <a:bodyPr wrap="square" rtlCol="0">
            <a:spAutoFit/>
          </a:bodyPr>
          <a:lstStyle/>
          <a:p>
            <a:r>
              <a:rPr lang="hi-IN" dirty="0"/>
              <a:t>III</a:t>
            </a:r>
            <a:endParaRPr lang="en-US" dirty="0"/>
          </a:p>
        </p:txBody>
      </p:sp>
      <p:sp>
        <p:nvSpPr>
          <p:cNvPr id="40" name="Oval 39">
            <a:extLst>
              <a:ext uri="{FF2B5EF4-FFF2-40B4-BE49-F238E27FC236}">
                <a16:creationId xmlns:a16="http://schemas.microsoft.com/office/drawing/2014/main" id="{176E3A90-6F87-F121-DDA6-A3AAEF8292F3}"/>
              </a:ext>
            </a:extLst>
          </p:cNvPr>
          <p:cNvSpPr/>
          <p:nvPr/>
        </p:nvSpPr>
        <p:spPr>
          <a:xfrm>
            <a:off x="6660319" y="3085172"/>
            <a:ext cx="214314" cy="214314"/>
          </a:xfrm>
          <a:prstGeom prst="ellipse">
            <a:avLst/>
          </a:prstGeom>
          <a:solidFill>
            <a:schemeClr val="accent6">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05E80CF0-3D8A-09DB-4A11-8D54DDDB010A}"/>
              </a:ext>
            </a:extLst>
          </p:cNvPr>
          <p:cNvSpPr txBox="1"/>
          <p:nvPr/>
        </p:nvSpPr>
        <p:spPr>
          <a:xfrm>
            <a:off x="9961165" y="3811694"/>
            <a:ext cx="1643074" cy="369332"/>
          </a:xfrm>
          <a:prstGeom prst="rect">
            <a:avLst/>
          </a:prstGeom>
          <a:noFill/>
        </p:spPr>
        <p:txBody>
          <a:bodyPr wrap="square" rtlCol="0">
            <a:spAutoFit/>
          </a:bodyPr>
          <a:lstStyle/>
          <a:p>
            <a:r>
              <a:rPr lang="en-IN" dirty="0">
                <a:latin typeface="+mj-lt"/>
              </a:rPr>
              <a:t>30</a:t>
            </a:r>
            <a:r>
              <a:rPr lang="hi-IN" dirty="0">
                <a:latin typeface="+mj-lt"/>
              </a:rPr>
              <a:t>/</a:t>
            </a:r>
            <a:r>
              <a:rPr lang="en-IN" dirty="0">
                <a:latin typeface="+mj-lt"/>
              </a:rPr>
              <a:t>03</a:t>
            </a:r>
            <a:r>
              <a:rPr lang="hi-IN" dirty="0">
                <a:latin typeface="+mj-lt"/>
              </a:rPr>
              <a:t>/</a:t>
            </a:r>
            <a:r>
              <a:rPr lang="en-IN" dirty="0">
                <a:latin typeface="+mj-lt"/>
              </a:rPr>
              <a:t>2018</a:t>
            </a:r>
            <a:r>
              <a:rPr lang="hi-IN" dirty="0">
                <a:latin typeface="+mj-lt"/>
              </a:rPr>
              <a:t> </a:t>
            </a:r>
            <a:endParaRPr lang="en-US" dirty="0">
              <a:latin typeface="+mj-lt"/>
            </a:endParaRPr>
          </a:p>
        </p:txBody>
      </p:sp>
      <p:sp>
        <p:nvSpPr>
          <p:cNvPr id="42" name="TextBox 41">
            <a:extLst>
              <a:ext uri="{FF2B5EF4-FFF2-40B4-BE49-F238E27FC236}">
                <a16:creationId xmlns:a16="http://schemas.microsoft.com/office/drawing/2014/main" id="{B9460902-E8A9-AD51-E8B6-61D99D9BDD68}"/>
              </a:ext>
            </a:extLst>
          </p:cNvPr>
          <p:cNvSpPr txBox="1"/>
          <p:nvPr/>
        </p:nvSpPr>
        <p:spPr>
          <a:xfrm>
            <a:off x="9033816" y="4241826"/>
            <a:ext cx="2497982" cy="369332"/>
          </a:xfrm>
          <a:prstGeom prst="rect">
            <a:avLst/>
          </a:prstGeom>
          <a:solidFill>
            <a:schemeClr val="accent5">
              <a:lumMod val="75000"/>
            </a:schemeClr>
          </a:solidFill>
        </p:spPr>
        <p:txBody>
          <a:bodyPr wrap="square" rtlCol="0">
            <a:spAutoFit/>
          </a:bodyPr>
          <a:lstStyle/>
          <a:p>
            <a:r>
              <a:rPr lang="hi-IN" dirty="0"/>
              <a:t>DPC ID </a:t>
            </a:r>
            <a:endParaRPr lang="en-IN" dirty="0"/>
          </a:p>
        </p:txBody>
      </p:sp>
      <p:sp>
        <p:nvSpPr>
          <p:cNvPr id="43" name="TextBox 42">
            <a:extLst>
              <a:ext uri="{FF2B5EF4-FFF2-40B4-BE49-F238E27FC236}">
                <a16:creationId xmlns:a16="http://schemas.microsoft.com/office/drawing/2014/main" id="{81D69BB3-9467-A80D-54ED-B8297B673796}"/>
              </a:ext>
            </a:extLst>
          </p:cNvPr>
          <p:cNvSpPr txBox="1"/>
          <p:nvPr/>
        </p:nvSpPr>
        <p:spPr>
          <a:xfrm>
            <a:off x="9033816" y="4573228"/>
            <a:ext cx="2500330" cy="738664"/>
          </a:xfrm>
          <a:prstGeom prst="rect">
            <a:avLst/>
          </a:prstGeom>
          <a:solidFill>
            <a:schemeClr val="accent1"/>
          </a:solidFill>
          <a:ln>
            <a:solidFill>
              <a:schemeClr val="tx1">
                <a:lumMod val="95000"/>
                <a:lumOff val="5000"/>
              </a:schemeClr>
            </a:solidFill>
          </a:ln>
        </p:spPr>
        <p:txBody>
          <a:bodyPr wrap="square" rtlCol="0">
            <a:spAutoFit/>
          </a:bodyPr>
          <a:lstStyle/>
          <a:p>
            <a:r>
              <a:rPr lang="en-IN" sz="1400" dirty="0"/>
              <a:t>HE</a:t>
            </a:r>
            <a:r>
              <a:rPr lang="hi-IN" sz="1400" dirty="0"/>
              <a:t>201700000 </a:t>
            </a:r>
          </a:p>
          <a:p>
            <a:r>
              <a:rPr lang="en-IN" sz="1400" dirty="0"/>
              <a:t>HE</a:t>
            </a:r>
            <a:r>
              <a:rPr lang="hi-IN" sz="1400" dirty="0"/>
              <a:t>201711111</a:t>
            </a:r>
          </a:p>
          <a:p>
            <a:r>
              <a:rPr lang="en-IN" sz="1400" dirty="0"/>
              <a:t>HE</a:t>
            </a:r>
            <a:r>
              <a:rPr lang="hi-IN" sz="1400" dirty="0"/>
              <a:t>201722222 </a:t>
            </a:r>
          </a:p>
        </p:txBody>
      </p:sp>
      <p:sp>
        <p:nvSpPr>
          <p:cNvPr id="44" name="TextBox 43">
            <a:extLst>
              <a:ext uri="{FF2B5EF4-FFF2-40B4-BE49-F238E27FC236}">
                <a16:creationId xmlns:a16="http://schemas.microsoft.com/office/drawing/2014/main" id="{CD608796-584F-3BB1-BC3F-9820131F651E}"/>
              </a:ext>
            </a:extLst>
          </p:cNvPr>
          <p:cNvSpPr txBox="1"/>
          <p:nvPr/>
        </p:nvSpPr>
        <p:spPr>
          <a:xfrm>
            <a:off x="9055873" y="4228738"/>
            <a:ext cx="2497982" cy="338554"/>
          </a:xfrm>
          <a:prstGeom prst="rect">
            <a:avLst/>
          </a:prstGeom>
          <a:solidFill>
            <a:schemeClr val="accent5">
              <a:lumMod val="75000"/>
            </a:schemeClr>
          </a:solidFill>
        </p:spPr>
        <p:txBody>
          <a:bodyPr wrap="square" rtlCol="0">
            <a:spAutoFit/>
          </a:bodyPr>
          <a:lstStyle/>
          <a:p>
            <a:r>
              <a:rPr lang="en-IN" sz="1600" b="1" dirty="0"/>
              <a:t>HE</a:t>
            </a:r>
            <a:r>
              <a:rPr lang="hi-IN" sz="1600" b="1" dirty="0"/>
              <a:t>201711111</a:t>
            </a:r>
            <a:endParaRPr lang="en-IN" sz="1600" b="1" dirty="0"/>
          </a:p>
        </p:txBody>
      </p:sp>
      <p:sp>
        <p:nvSpPr>
          <p:cNvPr id="45" name="Isosceles Triangle 44">
            <a:extLst>
              <a:ext uri="{FF2B5EF4-FFF2-40B4-BE49-F238E27FC236}">
                <a16:creationId xmlns:a16="http://schemas.microsoft.com/office/drawing/2014/main" id="{61591F1E-3173-3C4F-ADA9-EB6116309638}"/>
              </a:ext>
            </a:extLst>
          </p:cNvPr>
          <p:cNvSpPr/>
          <p:nvPr/>
        </p:nvSpPr>
        <p:spPr>
          <a:xfrm rot="10800000">
            <a:off x="10962642" y="4287476"/>
            <a:ext cx="500066" cy="21431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6" name="Picture 45" descr="POINTER.png">
            <a:extLst>
              <a:ext uri="{FF2B5EF4-FFF2-40B4-BE49-F238E27FC236}">
                <a16:creationId xmlns:a16="http://schemas.microsoft.com/office/drawing/2014/main" id="{7A6FBF82-F0BE-0252-6FFB-4C589C32BE83}"/>
              </a:ext>
            </a:extLst>
          </p:cNvPr>
          <p:cNvPicPr>
            <a:picLocks noChangeAspect="1"/>
          </p:cNvPicPr>
          <p:nvPr/>
        </p:nvPicPr>
        <p:blipFill>
          <a:blip r:embed="rId3" cstate="print"/>
          <a:stretch>
            <a:fillRect/>
          </a:stretch>
        </p:blipFill>
        <p:spPr>
          <a:xfrm>
            <a:off x="11176956" y="4358914"/>
            <a:ext cx="484023" cy="484023"/>
          </a:xfrm>
          <a:prstGeom prst="rect">
            <a:avLst/>
          </a:prstGeom>
        </p:spPr>
      </p:pic>
      <p:sp>
        <p:nvSpPr>
          <p:cNvPr id="47" name="TextBox 46">
            <a:extLst>
              <a:ext uri="{FF2B5EF4-FFF2-40B4-BE49-F238E27FC236}">
                <a16:creationId xmlns:a16="http://schemas.microsoft.com/office/drawing/2014/main" id="{E013BB24-E012-6A64-D933-8199668091AA}"/>
              </a:ext>
            </a:extLst>
          </p:cNvPr>
          <p:cNvSpPr txBox="1"/>
          <p:nvPr/>
        </p:nvSpPr>
        <p:spPr>
          <a:xfrm>
            <a:off x="7874765" y="4168884"/>
            <a:ext cx="1143008" cy="415498"/>
          </a:xfrm>
          <a:prstGeom prst="rect">
            <a:avLst/>
          </a:prstGeom>
          <a:noFill/>
        </p:spPr>
        <p:txBody>
          <a:bodyPr wrap="square" rtlCol="0">
            <a:spAutoFit/>
          </a:bodyPr>
          <a:lstStyle/>
          <a:p>
            <a:r>
              <a:rPr lang="hi-IN" sz="2100" b="1" dirty="0">
                <a:latin typeface="Kokila" panose="020B0604020202020204" pitchFamily="34" charset="0"/>
                <a:cs typeface="Kokila" panose="020B0604020202020204" pitchFamily="34" charset="0"/>
              </a:rPr>
              <a:t>DPC ID -</a:t>
            </a:r>
            <a:endParaRPr lang="en-US" sz="2100" b="1" dirty="0">
              <a:latin typeface="Kokila" panose="020B0604020202020204" pitchFamily="34" charset="0"/>
              <a:cs typeface="Kokila" panose="020B0604020202020204" pitchFamily="34" charset="0"/>
            </a:endParaRPr>
          </a:p>
        </p:txBody>
      </p:sp>
    </p:spTree>
    <p:extLst>
      <p:ext uri="{BB962C8B-B14F-4D97-AF65-F5344CB8AC3E}">
        <p14:creationId xmlns:p14="http://schemas.microsoft.com/office/powerpoint/2010/main" val="4003898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6" presetClass="emph" presetSubtype="0" fill="hold" grpId="0" nodeType="afterEffect">
                                  <p:stCondLst>
                                    <p:cond delay="0"/>
                                  </p:stCondLst>
                                  <p:childTnLst>
                                    <p:animEffect transition="out" filter="fade">
                                      <p:cBhvr>
                                        <p:cTn id="11" dur="500" tmFilter="0, 0; .2, .5; .8, .5; 1, 0"/>
                                        <p:tgtEl>
                                          <p:spTgt spid="9"/>
                                        </p:tgtEl>
                                      </p:cBhvr>
                                    </p:animEffect>
                                    <p:animScale>
                                      <p:cBhvr>
                                        <p:cTn id="12" dur="250" autoRev="1" fill="hold"/>
                                        <p:tgtEl>
                                          <p:spTgt spid="9"/>
                                        </p:tgtEl>
                                      </p:cBhvr>
                                      <p:by x="105000" y="105000"/>
                                    </p:animScale>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nodeType="clickEffect">
                                  <p:stCondLst>
                                    <p:cond delay="0"/>
                                  </p:stCondLst>
                                  <p:childTnLst>
                                    <p:animMotion origin="layout" path="M 3.75E-6 4.44444E-6 C -0.03607 0.025 -0.07188 0.05069 -0.09532 0.05902 C -0.11875 0.06782 -0.13399 0.05162 -0.14154 0.04953 " pathEditMode="relative" rAng="0" ptsTypes="AAA">
                                      <p:cBhvr>
                                        <p:cTn id="20" dur="2000" fill="hold"/>
                                        <p:tgtEl>
                                          <p:spTgt spid="10"/>
                                        </p:tgtEl>
                                        <p:attrNameLst>
                                          <p:attrName>ppt_x</p:attrName>
                                          <p:attrName>ppt_y</p:attrName>
                                        </p:attrNameLst>
                                      </p:cBhvr>
                                      <p:rCtr x="-7083" y="3079"/>
                                    </p:animMotion>
                                  </p:childTnLst>
                                </p:cTn>
                              </p:par>
                            </p:childTnLst>
                          </p:cTn>
                        </p:par>
                        <p:par>
                          <p:cTn id="21" fill="hold">
                            <p:stCondLst>
                              <p:cond delay="2000"/>
                            </p:stCondLst>
                            <p:childTnLst>
                              <p:par>
                                <p:cTn id="22" presetID="22" presetClass="exit" presetSubtype="4" fill="hold" grpId="1" nodeType="afterEffect">
                                  <p:stCondLst>
                                    <p:cond delay="0"/>
                                  </p:stCondLst>
                                  <p:childTnLst>
                                    <p:animEffect transition="out" filter="wipe(down)">
                                      <p:cBhvr>
                                        <p:cTn id="23" dur="500"/>
                                        <p:tgtEl>
                                          <p:spTgt spid="7"/>
                                        </p:tgtEl>
                                      </p:cBhvr>
                                    </p:animEffect>
                                    <p:set>
                                      <p:cBhvr>
                                        <p:cTn id="24" dur="1" fill="hold">
                                          <p:stCondLst>
                                            <p:cond delay="499"/>
                                          </p:stCondLst>
                                        </p:cTn>
                                        <p:tgtEl>
                                          <p:spTgt spid="7"/>
                                        </p:tgtEl>
                                        <p:attrNameLst>
                                          <p:attrName>style.visibility</p:attrName>
                                        </p:attrNameLst>
                                      </p:cBhvr>
                                      <p:to>
                                        <p:strVal val="hidden"/>
                                      </p:to>
                                    </p:set>
                                  </p:childTnLst>
                                </p:cTn>
                              </p:par>
                            </p:childTnLst>
                          </p:cTn>
                        </p:par>
                        <p:par>
                          <p:cTn id="25" fill="hold">
                            <p:stCondLst>
                              <p:cond delay="2500"/>
                            </p:stCondLst>
                            <p:childTnLst>
                              <p:par>
                                <p:cTn id="26" presetID="22" presetClass="entr" presetSubtype="4"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down)">
                                      <p:cBhvr>
                                        <p:cTn id="28" dur="500"/>
                                        <p:tgtEl>
                                          <p:spTgt spid="8"/>
                                        </p:tgtEl>
                                      </p:cBhvr>
                                    </p:animEffect>
                                  </p:childTnLst>
                                </p:cTn>
                              </p:par>
                              <p:par>
                                <p:cTn id="29" presetID="9" presetClass="exit" presetSubtype="0" fill="hold" nodeType="withEffect">
                                  <p:stCondLst>
                                    <p:cond delay="0"/>
                                  </p:stCondLst>
                                  <p:childTnLst>
                                    <p:animEffect transition="out" filter="dissolve">
                                      <p:cBhvr>
                                        <p:cTn id="30" dur="500"/>
                                        <p:tgtEl>
                                          <p:spTgt spid="10"/>
                                        </p:tgtEl>
                                      </p:cBhvr>
                                    </p:animEffect>
                                    <p:set>
                                      <p:cBhvr>
                                        <p:cTn id="31" dur="1" fill="hold">
                                          <p:stCondLst>
                                            <p:cond delay="499"/>
                                          </p:stCondLst>
                                        </p:cTn>
                                        <p:tgtEl>
                                          <p:spTgt spid="10"/>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mph" presetSubtype="2" fill="hold" nodeType="clickEffect">
                                  <p:stCondLst>
                                    <p:cond delay="0"/>
                                  </p:stCondLst>
                                  <p:childTnLst>
                                    <p:animClr clrSpc="rgb" dir="cw">
                                      <p:cBhvr>
                                        <p:cTn id="35" dur="1000" fill="hold"/>
                                        <p:tgtEl>
                                          <p:spTgt spid="30"/>
                                        </p:tgtEl>
                                        <p:attrNameLst>
                                          <p:attrName>fillcolor</p:attrName>
                                        </p:attrNameLst>
                                      </p:cBhvr>
                                      <p:to>
                                        <a:srgbClr val="43EB77"/>
                                      </p:to>
                                    </p:animClr>
                                    <p:set>
                                      <p:cBhvr>
                                        <p:cTn id="36" dur="1000" fill="hold"/>
                                        <p:tgtEl>
                                          <p:spTgt spid="30"/>
                                        </p:tgtEl>
                                        <p:attrNameLst>
                                          <p:attrName>fill.type</p:attrName>
                                        </p:attrNameLst>
                                      </p:cBhvr>
                                      <p:to>
                                        <p:strVal val="solid"/>
                                      </p:to>
                                    </p:set>
                                    <p:set>
                                      <p:cBhvr>
                                        <p:cTn id="37" dur="1000" fill="hold"/>
                                        <p:tgtEl>
                                          <p:spTgt spid="30"/>
                                        </p:tgtEl>
                                        <p:attrNameLst>
                                          <p:attrName>fill.on</p:attrName>
                                        </p:attrNameLst>
                                      </p:cBhvr>
                                      <p:to>
                                        <p:strVal val="true"/>
                                      </p:to>
                                    </p:set>
                                  </p:childTnLst>
                                </p:cTn>
                              </p:par>
                            </p:childTnLst>
                          </p:cTn>
                        </p:par>
                      </p:childTnLst>
                    </p:cTn>
                  </p:par>
                  <p:par>
                    <p:cTn id="38" fill="hold">
                      <p:stCondLst>
                        <p:cond delay="indefinite"/>
                      </p:stCondLst>
                      <p:childTnLst>
                        <p:par>
                          <p:cTn id="39" fill="hold">
                            <p:stCondLst>
                              <p:cond delay="0"/>
                            </p:stCondLst>
                            <p:childTnLst>
                              <p:par>
                                <p:cTn id="40" presetID="2" presetClass="entr" presetSubtype="12" fill="hold" nodeType="clickEffect">
                                  <p:stCondLst>
                                    <p:cond delay="0"/>
                                  </p:stCondLst>
                                  <p:childTnLst>
                                    <p:set>
                                      <p:cBhvr>
                                        <p:cTn id="41" dur="1" fill="hold">
                                          <p:stCondLst>
                                            <p:cond delay="0"/>
                                          </p:stCondLst>
                                        </p:cTn>
                                        <p:tgtEl>
                                          <p:spTgt spid="26"/>
                                        </p:tgtEl>
                                        <p:attrNameLst>
                                          <p:attrName>style.visibility</p:attrName>
                                        </p:attrNameLst>
                                      </p:cBhvr>
                                      <p:to>
                                        <p:strVal val="visible"/>
                                      </p:to>
                                    </p:set>
                                    <p:anim calcmode="lin" valueType="num">
                                      <p:cBhvr additive="base">
                                        <p:cTn id="42" dur="500" fill="hold"/>
                                        <p:tgtEl>
                                          <p:spTgt spid="26"/>
                                        </p:tgtEl>
                                        <p:attrNameLst>
                                          <p:attrName>ppt_x</p:attrName>
                                        </p:attrNameLst>
                                      </p:cBhvr>
                                      <p:tavLst>
                                        <p:tav tm="0">
                                          <p:val>
                                            <p:strVal val="0-#ppt_w/2"/>
                                          </p:val>
                                        </p:tav>
                                        <p:tav tm="100000">
                                          <p:val>
                                            <p:strVal val="#ppt_x"/>
                                          </p:val>
                                        </p:tav>
                                      </p:tavLst>
                                    </p:anim>
                                    <p:anim calcmode="lin" valueType="num">
                                      <p:cBhvr additive="base">
                                        <p:cTn id="43" dur="500" fill="hold"/>
                                        <p:tgtEl>
                                          <p:spTgt spid="26"/>
                                        </p:tgtEl>
                                        <p:attrNameLst>
                                          <p:attrName>ppt_y</p:attrName>
                                        </p:attrNameLst>
                                      </p:cBhvr>
                                      <p:tavLst>
                                        <p:tav tm="0">
                                          <p:val>
                                            <p:strVal val="1+#ppt_h/2"/>
                                          </p:val>
                                        </p:tav>
                                        <p:tav tm="100000">
                                          <p:val>
                                            <p:strVal val="#ppt_y"/>
                                          </p:val>
                                        </p:tav>
                                      </p:tavLst>
                                    </p:anim>
                                  </p:childTnLst>
                                </p:cTn>
                              </p:par>
                            </p:childTnLst>
                          </p:cTn>
                        </p:par>
                        <p:par>
                          <p:cTn id="44" fill="hold">
                            <p:stCondLst>
                              <p:cond delay="500"/>
                            </p:stCondLst>
                            <p:childTnLst>
                              <p:par>
                                <p:cTn id="45" presetID="26" presetClass="emph" presetSubtype="0" fill="hold" grpId="0" nodeType="afterEffect">
                                  <p:stCondLst>
                                    <p:cond delay="0"/>
                                  </p:stCondLst>
                                  <p:childTnLst>
                                    <p:animEffect transition="out" filter="fade">
                                      <p:cBhvr>
                                        <p:cTn id="46" dur="500" tmFilter="0, 0; .2, .5; .8, .5; 1, 0"/>
                                        <p:tgtEl>
                                          <p:spTgt spid="25"/>
                                        </p:tgtEl>
                                      </p:cBhvr>
                                    </p:animEffect>
                                    <p:animScale>
                                      <p:cBhvr>
                                        <p:cTn id="47" dur="250" autoRev="1" fill="hold"/>
                                        <p:tgtEl>
                                          <p:spTgt spid="25"/>
                                        </p:tgtEl>
                                      </p:cBhvr>
                                      <p:by x="105000" y="105000"/>
                                    </p:animScale>
                                  </p:childTnLst>
                                </p:cTn>
                              </p:par>
                            </p:childTnLst>
                          </p:cTn>
                        </p:par>
                        <p:par>
                          <p:cTn id="48" fill="hold">
                            <p:stCondLst>
                              <p:cond delay="1000"/>
                            </p:stCondLst>
                            <p:childTnLst>
                              <p:par>
                                <p:cTn id="49" presetID="22" presetClass="entr" presetSubtype="1" fill="hold" grpId="0" nodeType="after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wipe(up)">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0" presetClass="path" presetSubtype="0" accel="50000" decel="50000" fill="hold" nodeType="clickEffect">
                                  <p:stCondLst>
                                    <p:cond delay="0"/>
                                  </p:stCondLst>
                                  <p:childTnLst>
                                    <p:animMotion origin="layout" path="M 1.66667E-6 0.04722 C -0.03607 0.07222 -0.07188 0.09791 -0.09531 0.10625 C -0.11875 0.11504 -0.13399 0.09884 -0.14154 0.09676 " pathEditMode="relative" rAng="0" ptsTypes="AAA">
                                      <p:cBhvr>
                                        <p:cTn id="55" dur="2000" fill="hold"/>
                                        <p:tgtEl>
                                          <p:spTgt spid="26"/>
                                        </p:tgtEl>
                                        <p:attrNameLst>
                                          <p:attrName>ppt_x</p:attrName>
                                          <p:attrName>ppt_y</p:attrName>
                                        </p:attrNameLst>
                                      </p:cBhvr>
                                      <p:rCtr x="-7083" y="3079"/>
                                    </p:animMotion>
                                  </p:childTnLst>
                                </p:cTn>
                              </p:par>
                            </p:childTnLst>
                          </p:cTn>
                        </p:par>
                        <p:par>
                          <p:cTn id="56" fill="hold">
                            <p:stCondLst>
                              <p:cond delay="2000"/>
                            </p:stCondLst>
                            <p:childTnLst>
                              <p:par>
                                <p:cTn id="57" presetID="22" presetClass="exit" presetSubtype="4" fill="hold" grpId="1" nodeType="afterEffect">
                                  <p:stCondLst>
                                    <p:cond delay="0"/>
                                  </p:stCondLst>
                                  <p:childTnLst>
                                    <p:animEffect transition="out" filter="wipe(down)">
                                      <p:cBhvr>
                                        <p:cTn id="58" dur="500"/>
                                        <p:tgtEl>
                                          <p:spTgt spid="23"/>
                                        </p:tgtEl>
                                      </p:cBhvr>
                                    </p:animEffect>
                                    <p:set>
                                      <p:cBhvr>
                                        <p:cTn id="59" dur="1" fill="hold">
                                          <p:stCondLst>
                                            <p:cond delay="499"/>
                                          </p:stCondLst>
                                        </p:cTn>
                                        <p:tgtEl>
                                          <p:spTgt spid="23"/>
                                        </p:tgtEl>
                                        <p:attrNameLst>
                                          <p:attrName>style.visibility</p:attrName>
                                        </p:attrNameLst>
                                      </p:cBhvr>
                                      <p:to>
                                        <p:strVal val="hidden"/>
                                      </p:to>
                                    </p:set>
                                  </p:childTnLst>
                                </p:cTn>
                              </p:par>
                            </p:childTnLst>
                          </p:cTn>
                        </p:par>
                        <p:par>
                          <p:cTn id="60" fill="hold">
                            <p:stCondLst>
                              <p:cond delay="2500"/>
                            </p:stCondLst>
                            <p:childTnLst>
                              <p:par>
                                <p:cTn id="61" presetID="22" presetClass="entr" presetSubtype="4" fill="hold" grpId="0" nodeType="after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wipe(down)">
                                      <p:cBhvr>
                                        <p:cTn id="63" dur="500"/>
                                        <p:tgtEl>
                                          <p:spTgt spid="24"/>
                                        </p:tgtEl>
                                      </p:cBhvr>
                                    </p:animEffect>
                                  </p:childTnLst>
                                </p:cTn>
                              </p:par>
                              <p:par>
                                <p:cTn id="64" presetID="9" presetClass="exit" presetSubtype="0" fill="hold" nodeType="withEffect">
                                  <p:stCondLst>
                                    <p:cond delay="0"/>
                                  </p:stCondLst>
                                  <p:childTnLst>
                                    <p:animEffect transition="out" filter="dissolve">
                                      <p:cBhvr>
                                        <p:cTn id="65" dur="500"/>
                                        <p:tgtEl>
                                          <p:spTgt spid="26"/>
                                        </p:tgtEl>
                                      </p:cBhvr>
                                    </p:animEffect>
                                    <p:set>
                                      <p:cBhvr>
                                        <p:cTn id="66" dur="1" fill="hold">
                                          <p:stCondLst>
                                            <p:cond delay="499"/>
                                          </p:stCondLst>
                                        </p:cTn>
                                        <p:tgtEl>
                                          <p:spTgt spid="26"/>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mph" presetSubtype="2" fill="hold" nodeType="clickEffect">
                                  <p:stCondLst>
                                    <p:cond delay="0"/>
                                  </p:stCondLst>
                                  <p:childTnLst>
                                    <p:animClr clrSpc="rgb" dir="cw">
                                      <p:cBhvr>
                                        <p:cTn id="70" dur="1000" fill="hold"/>
                                        <p:tgtEl>
                                          <p:spTgt spid="36"/>
                                        </p:tgtEl>
                                        <p:attrNameLst>
                                          <p:attrName>fillcolor</p:attrName>
                                        </p:attrNameLst>
                                      </p:cBhvr>
                                      <p:to>
                                        <a:srgbClr val="43EB77"/>
                                      </p:to>
                                    </p:animClr>
                                    <p:set>
                                      <p:cBhvr>
                                        <p:cTn id="71" dur="1000" fill="hold"/>
                                        <p:tgtEl>
                                          <p:spTgt spid="36"/>
                                        </p:tgtEl>
                                        <p:attrNameLst>
                                          <p:attrName>fill.type</p:attrName>
                                        </p:attrNameLst>
                                      </p:cBhvr>
                                      <p:to>
                                        <p:strVal val="solid"/>
                                      </p:to>
                                    </p:set>
                                    <p:set>
                                      <p:cBhvr>
                                        <p:cTn id="72" dur="1000" fill="hold"/>
                                        <p:tgtEl>
                                          <p:spTgt spid="36"/>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2" presetClass="entr" presetSubtype="12"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anim calcmode="lin" valueType="num">
                                      <p:cBhvr additive="base">
                                        <p:cTn id="77" dur="500" fill="hold"/>
                                        <p:tgtEl>
                                          <p:spTgt spid="18"/>
                                        </p:tgtEl>
                                        <p:attrNameLst>
                                          <p:attrName>ppt_x</p:attrName>
                                        </p:attrNameLst>
                                      </p:cBhvr>
                                      <p:tavLst>
                                        <p:tav tm="0">
                                          <p:val>
                                            <p:strVal val="0-#ppt_w/2"/>
                                          </p:val>
                                        </p:tav>
                                        <p:tav tm="100000">
                                          <p:val>
                                            <p:strVal val="#ppt_x"/>
                                          </p:val>
                                        </p:tav>
                                      </p:tavLst>
                                    </p:anim>
                                    <p:anim calcmode="lin" valueType="num">
                                      <p:cBhvr additive="base">
                                        <p:cTn id="78" dur="500" fill="hold"/>
                                        <p:tgtEl>
                                          <p:spTgt spid="18"/>
                                        </p:tgtEl>
                                        <p:attrNameLst>
                                          <p:attrName>ppt_y</p:attrName>
                                        </p:attrNameLst>
                                      </p:cBhvr>
                                      <p:tavLst>
                                        <p:tav tm="0">
                                          <p:val>
                                            <p:strVal val="1+#ppt_h/2"/>
                                          </p:val>
                                        </p:tav>
                                        <p:tav tm="100000">
                                          <p:val>
                                            <p:strVal val="#ppt_y"/>
                                          </p:val>
                                        </p:tav>
                                      </p:tavLst>
                                    </p:anim>
                                  </p:childTnLst>
                                </p:cTn>
                              </p:par>
                            </p:childTnLst>
                          </p:cTn>
                        </p:par>
                        <p:par>
                          <p:cTn id="79" fill="hold">
                            <p:stCondLst>
                              <p:cond delay="500"/>
                            </p:stCondLst>
                            <p:childTnLst>
                              <p:par>
                                <p:cTn id="80" presetID="26" presetClass="emph" presetSubtype="0" fill="hold" grpId="0" nodeType="afterEffect">
                                  <p:stCondLst>
                                    <p:cond delay="0"/>
                                  </p:stCondLst>
                                  <p:childTnLst>
                                    <p:animEffect transition="out" filter="fade">
                                      <p:cBhvr>
                                        <p:cTn id="81" dur="500" tmFilter="0, 0; .2, .5; .8, .5; 1, 0"/>
                                        <p:tgtEl>
                                          <p:spTgt spid="17"/>
                                        </p:tgtEl>
                                      </p:cBhvr>
                                    </p:animEffect>
                                    <p:animScale>
                                      <p:cBhvr>
                                        <p:cTn id="82" dur="250" autoRev="1" fill="hold"/>
                                        <p:tgtEl>
                                          <p:spTgt spid="17"/>
                                        </p:tgtEl>
                                      </p:cBhvr>
                                      <p:by x="105000" y="105000"/>
                                    </p:animScale>
                                  </p:childTnLst>
                                </p:cTn>
                              </p:par>
                            </p:childTnLst>
                          </p:cTn>
                        </p:par>
                        <p:par>
                          <p:cTn id="83" fill="hold">
                            <p:stCondLst>
                              <p:cond delay="1000"/>
                            </p:stCondLst>
                            <p:childTnLst>
                              <p:par>
                                <p:cTn id="84" presetID="22" presetClass="entr" presetSubtype="1" fill="hold" grpId="0" nodeType="afterEffect">
                                  <p:stCondLst>
                                    <p:cond delay="0"/>
                                  </p:stCondLst>
                                  <p:childTnLst>
                                    <p:set>
                                      <p:cBhvr>
                                        <p:cTn id="85" dur="1" fill="hold">
                                          <p:stCondLst>
                                            <p:cond delay="0"/>
                                          </p:stCondLst>
                                        </p:cTn>
                                        <p:tgtEl>
                                          <p:spTgt spid="15"/>
                                        </p:tgtEl>
                                        <p:attrNameLst>
                                          <p:attrName>style.visibility</p:attrName>
                                        </p:attrNameLst>
                                      </p:cBhvr>
                                      <p:to>
                                        <p:strVal val="visible"/>
                                      </p:to>
                                    </p:set>
                                    <p:animEffect transition="in" filter="wipe(up)">
                                      <p:cBhvr>
                                        <p:cTn id="86" dur="500"/>
                                        <p:tgtEl>
                                          <p:spTgt spid="15"/>
                                        </p:tgtEl>
                                      </p:cBhvr>
                                    </p:animEffect>
                                  </p:childTnLst>
                                </p:cTn>
                              </p:par>
                            </p:childTnLst>
                          </p:cTn>
                        </p:par>
                      </p:childTnLst>
                    </p:cTn>
                  </p:par>
                  <p:par>
                    <p:cTn id="87" fill="hold">
                      <p:stCondLst>
                        <p:cond delay="indefinite"/>
                      </p:stCondLst>
                      <p:childTnLst>
                        <p:par>
                          <p:cTn id="88" fill="hold">
                            <p:stCondLst>
                              <p:cond delay="0"/>
                            </p:stCondLst>
                            <p:childTnLst>
                              <p:par>
                                <p:cTn id="89" presetID="0" presetClass="path" presetSubtype="0" accel="50000" decel="50000" fill="hold" nodeType="clickEffect">
                                  <p:stCondLst>
                                    <p:cond delay="0"/>
                                  </p:stCondLst>
                                  <p:childTnLst>
                                    <p:animMotion origin="layout" path="M -2.91667E-6 1.48148E-6 C -0.04362 0.05 -0.08659 0.10185 -0.11497 0.11875 C -0.1431 0.13704 -0.16146 0.1037 -0.17031 0.09954 " pathEditMode="relative" rAng="0" ptsTypes="AAA">
                                      <p:cBhvr>
                                        <p:cTn id="90" dur="2000" fill="hold"/>
                                        <p:tgtEl>
                                          <p:spTgt spid="18"/>
                                        </p:tgtEl>
                                        <p:attrNameLst>
                                          <p:attrName>ppt_x</p:attrName>
                                          <p:attrName>ppt_y</p:attrName>
                                        </p:attrNameLst>
                                      </p:cBhvr>
                                      <p:rCtr x="-8516" y="6204"/>
                                    </p:animMotion>
                                  </p:childTnLst>
                                </p:cTn>
                              </p:par>
                            </p:childTnLst>
                          </p:cTn>
                        </p:par>
                        <p:par>
                          <p:cTn id="91" fill="hold">
                            <p:stCondLst>
                              <p:cond delay="2000"/>
                            </p:stCondLst>
                            <p:childTnLst>
                              <p:par>
                                <p:cTn id="92" presetID="22" presetClass="exit" presetSubtype="4" fill="hold" grpId="1" nodeType="afterEffect">
                                  <p:stCondLst>
                                    <p:cond delay="0"/>
                                  </p:stCondLst>
                                  <p:childTnLst>
                                    <p:animEffect transition="out" filter="wipe(down)">
                                      <p:cBhvr>
                                        <p:cTn id="93" dur="500"/>
                                        <p:tgtEl>
                                          <p:spTgt spid="15"/>
                                        </p:tgtEl>
                                      </p:cBhvr>
                                    </p:animEffect>
                                    <p:set>
                                      <p:cBhvr>
                                        <p:cTn id="94" dur="1" fill="hold">
                                          <p:stCondLst>
                                            <p:cond delay="499"/>
                                          </p:stCondLst>
                                        </p:cTn>
                                        <p:tgtEl>
                                          <p:spTgt spid="15"/>
                                        </p:tgtEl>
                                        <p:attrNameLst>
                                          <p:attrName>style.visibility</p:attrName>
                                        </p:attrNameLst>
                                      </p:cBhvr>
                                      <p:to>
                                        <p:strVal val="hidden"/>
                                      </p:to>
                                    </p:set>
                                  </p:childTnLst>
                                </p:cTn>
                              </p:par>
                            </p:childTnLst>
                          </p:cTn>
                        </p:par>
                        <p:par>
                          <p:cTn id="95" fill="hold">
                            <p:stCondLst>
                              <p:cond delay="2500"/>
                            </p:stCondLst>
                            <p:childTnLst>
                              <p:par>
                                <p:cTn id="96" presetID="22" presetClass="entr" presetSubtype="4" fill="hold" grpId="0" nodeType="after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wipe(down)">
                                      <p:cBhvr>
                                        <p:cTn id="98" dur="500"/>
                                        <p:tgtEl>
                                          <p:spTgt spid="16"/>
                                        </p:tgtEl>
                                      </p:cBhvr>
                                    </p:animEffect>
                                  </p:childTnLst>
                                </p:cTn>
                              </p:par>
                              <p:par>
                                <p:cTn id="99" presetID="9" presetClass="exit" presetSubtype="0" fill="hold" nodeType="withEffect">
                                  <p:stCondLst>
                                    <p:cond delay="0"/>
                                  </p:stCondLst>
                                  <p:childTnLst>
                                    <p:animEffect transition="out" filter="dissolve">
                                      <p:cBhvr>
                                        <p:cTn id="100" dur="500"/>
                                        <p:tgtEl>
                                          <p:spTgt spid="18"/>
                                        </p:tgtEl>
                                      </p:cBhvr>
                                    </p:animEffect>
                                    <p:set>
                                      <p:cBhvr>
                                        <p:cTn id="101" dur="1" fill="hold">
                                          <p:stCondLst>
                                            <p:cond delay="499"/>
                                          </p:stCondLst>
                                        </p:cTn>
                                        <p:tgtEl>
                                          <p:spTgt spid="18"/>
                                        </p:tgtEl>
                                        <p:attrNameLst>
                                          <p:attrName>style.visibility</p:attrName>
                                        </p:attrNameLst>
                                      </p:cBhvr>
                                      <p:to>
                                        <p:strVal val="hidden"/>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41"/>
                                        </p:tgtEl>
                                        <p:attrNameLst>
                                          <p:attrName>style.visibility</p:attrName>
                                        </p:attrNameLst>
                                      </p:cBhvr>
                                      <p:to>
                                        <p:strVal val="visible"/>
                                      </p:to>
                                    </p:set>
                                    <p:animEffect transition="in" filter="wipe(left)">
                                      <p:cBhvr>
                                        <p:cTn id="106" dur="1000"/>
                                        <p:tgtEl>
                                          <p:spTgt spid="41"/>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2"/>
                                        </p:tgtEl>
                                        <p:attrNameLst>
                                          <p:attrName>style.visibility</p:attrName>
                                        </p:attrNameLst>
                                      </p:cBhvr>
                                      <p:to>
                                        <p:strVal val="visible"/>
                                      </p:to>
                                    </p:set>
                                  </p:childTnLst>
                                </p:cTn>
                              </p:par>
                              <p:par>
                                <p:cTn id="111" presetID="1" presetClass="entr" presetSubtype="0" fill="hold" grpId="1" nodeType="withEffect">
                                  <p:stCondLst>
                                    <p:cond delay="0"/>
                                  </p:stCondLst>
                                  <p:childTnLst>
                                    <p:set>
                                      <p:cBhvr>
                                        <p:cTn id="112" dur="1" fill="hold">
                                          <p:stCondLst>
                                            <p:cond delay="0"/>
                                          </p:stCondLst>
                                        </p:cTn>
                                        <p:tgtEl>
                                          <p:spTgt spid="45"/>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4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2" presetClass="entr" presetSubtype="12" fill="hold" nodeType="clickEffect">
                                  <p:stCondLst>
                                    <p:cond delay="0"/>
                                  </p:stCondLst>
                                  <p:childTnLst>
                                    <p:set>
                                      <p:cBhvr>
                                        <p:cTn id="118" dur="1" fill="hold">
                                          <p:stCondLst>
                                            <p:cond delay="0"/>
                                          </p:stCondLst>
                                        </p:cTn>
                                        <p:tgtEl>
                                          <p:spTgt spid="46"/>
                                        </p:tgtEl>
                                        <p:attrNameLst>
                                          <p:attrName>style.visibility</p:attrName>
                                        </p:attrNameLst>
                                      </p:cBhvr>
                                      <p:to>
                                        <p:strVal val="visible"/>
                                      </p:to>
                                    </p:set>
                                    <p:anim calcmode="lin" valueType="num">
                                      <p:cBhvr additive="base">
                                        <p:cTn id="119" dur="500" fill="hold"/>
                                        <p:tgtEl>
                                          <p:spTgt spid="46"/>
                                        </p:tgtEl>
                                        <p:attrNameLst>
                                          <p:attrName>ppt_x</p:attrName>
                                        </p:attrNameLst>
                                      </p:cBhvr>
                                      <p:tavLst>
                                        <p:tav tm="0">
                                          <p:val>
                                            <p:strVal val="0-#ppt_w/2"/>
                                          </p:val>
                                        </p:tav>
                                        <p:tav tm="100000">
                                          <p:val>
                                            <p:strVal val="#ppt_x"/>
                                          </p:val>
                                        </p:tav>
                                      </p:tavLst>
                                    </p:anim>
                                    <p:anim calcmode="lin" valueType="num">
                                      <p:cBhvr additive="base">
                                        <p:cTn id="120" dur="500" fill="hold"/>
                                        <p:tgtEl>
                                          <p:spTgt spid="46"/>
                                        </p:tgtEl>
                                        <p:attrNameLst>
                                          <p:attrName>ppt_y</p:attrName>
                                        </p:attrNameLst>
                                      </p:cBhvr>
                                      <p:tavLst>
                                        <p:tav tm="0">
                                          <p:val>
                                            <p:strVal val="1+#ppt_h/2"/>
                                          </p:val>
                                        </p:tav>
                                        <p:tav tm="100000">
                                          <p:val>
                                            <p:strVal val="#ppt_y"/>
                                          </p:val>
                                        </p:tav>
                                      </p:tavLst>
                                    </p:anim>
                                  </p:childTnLst>
                                </p:cTn>
                              </p:par>
                            </p:childTnLst>
                          </p:cTn>
                        </p:par>
                        <p:par>
                          <p:cTn id="121" fill="hold">
                            <p:stCondLst>
                              <p:cond delay="500"/>
                            </p:stCondLst>
                            <p:childTnLst>
                              <p:par>
                                <p:cTn id="122" presetID="26" presetClass="emph" presetSubtype="0" fill="hold" grpId="0" nodeType="afterEffect">
                                  <p:stCondLst>
                                    <p:cond delay="0"/>
                                  </p:stCondLst>
                                  <p:childTnLst>
                                    <p:animEffect transition="out" filter="fade">
                                      <p:cBhvr>
                                        <p:cTn id="123" dur="500" tmFilter="0, 0; .2, .5; .8, .5; 1, 0"/>
                                        <p:tgtEl>
                                          <p:spTgt spid="45"/>
                                        </p:tgtEl>
                                      </p:cBhvr>
                                    </p:animEffect>
                                    <p:animScale>
                                      <p:cBhvr>
                                        <p:cTn id="124" dur="250" autoRev="1" fill="hold"/>
                                        <p:tgtEl>
                                          <p:spTgt spid="45"/>
                                        </p:tgtEl>
                                      </p:cBhvr>
                                      <p:by x="105000" y="105000"/>
                                    </p:animScale>
                                  </p:childTnLst>
                                </p:cTn>
                              </p:par>
                            </p:childTnLst>
                          </p:cTn>
                        </p:par>
                        <p:par>
                          <p:cTn id="125" fill="hold">
                            <p:stCondLst>
                              <p:cond delay="1000"/>
                            </p:stCondLst>
                            <p:childTnLst>
                              <p:par>
                                <p:cTn id="126" presetID="22" presetClass="entr" presetSubtype="1" fill="hold" grpId="0" nodeType="after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wipe(up)">
                                      <p:cBhvr>
                                        <p:cTn id="128" dur="500"/>
                                        <p:tgtEl>
                                          <p:spTgt spid="43"/>
                                        </p:tgtEl>
                                      </p:cBhvr>
                                    </p:animEffect>
                                  </p:childTnLst>
                                </p:cTn>
                              </p:par>
                            </p:childTnLst>
                          </p:cTn>
                        </p:par>
                      </p:childTnLst>
                    </p:cTn>
                  </p:par>
                  <p:par>
                    <p:cTn id="129" fill="hold">
                      <p:stCondLst>
                        <p:cond delay="indefinite"/>
                      </p:stCondLst>
                      <p:childTnLst>
                        <p:par>
                          <p:cTn id="130" fill="hold">
                            <p:stCondLst>
                              <p:cond delay="0"/>
                            </p:stCondLst>
                            <p:childTnLst>
                              <p:par>
                                <p:cTn id="131" presetID="0" presetClass="path" presetSubtype="0" accel="50000" decel="50000" fill="hold" nodeType="clickEffect">
                                  <p:stCondLst>
                                    <p:cond delay="0"/>
                                  </p:stCondLst>
                                  <p:childTnLst>
                                    <p:animMotion origin="layout" path="M 1.45833E-6 0.04723 C -0.03607 0.07223 -0.07188 0.09792 -0.09531 0.10625 C -0.11875 0.11505 -0.13399 0.09885 -0.14154 0.09676 " pathEditMode="relative" rAng="0" ptsTypes="AAA">
                                      <p:cBhvr>
                                        <p:cTn id="132" dur="2000" fill="hold"/>
                                        <p:tgtEl>
                                          <p:spTgt spid="46"/>
                                        </p:tgtEl>
                                        <p:attrNameLst>
                                          <p:attrName>ppt_x</p:attrName>
                                          <p:attrName>ppt_y</p:attrName>
                                        </p:attrNameLst>
                                      </p:cBhvr>
                                      <p:rCtr x="-7083" y="3079"/>
                                    </p:animMotion>
                                  </p:childTnLst>
                                </p:cTn>
                              </p:par>
                            </p:childTnLst>
                          </p:cTn>
                        </p:par>
                        <p:par>
                          <p:cTn id="133" fill="hold">
                            <p:stCondLst>
                              <p:cond delay="2000"/>
                            </p:stCondLst>
                            <p:childTnLst>
                              <p:par>
                                <p:cTn id="134" presetID="22" presetClass="exit" presetSubtype="4" fill="hold" grpId="1" nodeType="afterEffect">
                                  <p:stCondLst>
                                    <p:cond delay="0"/>
                                  </p:stCondLst>
                                  <p:childTnLst>
                                    <p:animEffect transition="out" filter="wipe(down)">
                                      <p:cBhvr>
                                        <p:cTn id="135" dur="500"/>
                                        <p:tgtEl>
                                          <p:spTgt spid="43"/>
                                        </p:tgtEl>
                                      </p:cBhvr>
                                    </p:animEffect>
                                    <p:set>
                                      <p:cBhvr>
                                        <p:cTn id="136" dur="1" fill="hold">
                                          <p:stCondLst>
                                            <p:cond delay="499"/>
                                          </p:stCondLst>
                                        </p:cTn>
                                        <p:tgtEl>
                                          <p:spTgt spid="43"/>
                                        </p:tgtEl>
                                        <p:attrNameLst>
                                          <p:attrName>style.visibility</p:attrName>
                                        </p:attrNameLst>
                                      </p:cBhvr>
                                      <p:to>
                                        <p:strVal val="hidden"/>
                                      </p:to>
                                    </p:set>
                                  </p:childTnLst>
                                </p:cTn>
                              </p:par>
                            </p:childTnLst>
                          </p:cTn>
                        </p:par>
                        <p:par>
                          <p:cTn id="137" fill="hold">
                            <p:stCondLst>
                              <p:cond delay="2500"/>
                            </p:stCondLst>
                            <p:childTnLst>
                              <p:par>
                                <p:cTn id="138" presetID="22" presetClass="entr" presetSubtype="4" fill="hold" grpId="0" nodeType="afterEffect">
                                  <p:stCondLst>
                                    <p:cond delay="0"/>
                                  </p:stCondLst>
                                  <p:childTnLst>
                                    <p:set>
                                      <p:cBhvr>
                                        <p:cTn id="139" dur="1" fill="hold">
                                          <p:stCondLst>
                                            <p:cond delay="0"/>
                                          </p:stCondLst>
                                        </p:cTn>
                                        <p:tgtEl>
                                          <p:spTgt spid="44"/>
                                        </p:tgtEl>
                                        <p:attrNameLst>
                                          <p:attrName>style.visibility</p:attrName>
                                        </p:attrNameLst>
                                      </p:cBhvr>
                                      <p:to>
                                        <p:strVal val="visible"/>
                                      </p:to>
                                    </p:set>
                                    <p:animEffect transition="in" filter="wipe(down)">
                                      <p:cBhvr>
                                        <p:cTn id="140" dur="500"/>
                                        <p:tgtEl>
                                          <p:spTgt spid="44"/>
                                        </p:tgtEl>
                                      </p:cBhvr>
                                    </p:animEffect>
                                  </p:childTnLst>
                                </p:cTn>
                              </p:par>
                              <p:par>
                                <p:cTn id="141" presetID="9" presetClass="exit" presetSubtype="0" fill="hold" nodeType="withEffect">
                                  <p:stCondLst>
                                    <p:cond delay="0"/>
                                  </p:stCondLst>
                                  <p:childTnLst>
                                    <p:animEffect transition="out" filter="dissolve">
                                      <p:cBhvr>
                                        <p:cTn id="142" dur="500"/>
                                        <p:tgtEl>
                                          <p:spTgt spid="46"/>
                                        </p:tgtEl>
                                      </p:cBhvr>
                                    </p:animEffect>
                                    <p:set>
                                      <p:cBhvr>
                                        <p:cTn id="143" dur="1" fill="hold">
                                          <p:stCondLst>
                                            <p:cond delay="499"/>
                                          </p:stCondLst>
                                        </p:cTn>
                                        <p:tgtEl>
                                          <p:spTgt spid="46"/>
                                        </p:tgtEl>
                                        <p:attrNameLst>
                                          <p:attrName>style.visibility</p:attrName>
                                        </p:attrNameLst>
                                      </p:cBhvr>
                                      <p:to>
                                        <p:strVal val="hidden"/>
                                      </p:to>
                                    </p:set>
                                  </p:childTnLst>
                                </p:cTn>
                              </p:par>
                            </p:childTnLst>
                          </p:cTn>
                        </p:par>
                      </p:childTnLst>
                    </p:cTn>
                  </p:par>
                  <p:par>
                    <p:cTn id="144" fill="hold">
                      <p:stCondLst>
                        <p:cond delay="indefinite"/>
                      </p:stCondLst>
                      <p:childTnLst>
                        <p:par>
                          <p:cTn id="145" fill="hold">
                            <p:stCondLst>
                              <p:cond delay="0"/>
                            </p:stCondLst>
                            <p:childTnLst>
                              <p:par>
                                <p:cTn id="146" presetID="26" presetClass="emph" presetSubtype="0" fill="hold" grpId="0" nodeType="clickEffect">
                                  <p:stCondLst>
                                    <p:cond delay="0"/>
                                  </p:stCondLst>
                                  <p:childTnLst>
                                    <p:animEffect transition="out" filter="fade">
                                      <p:cBhvr>
                                        <p:cTn id="147" dur="500" tmFilter="0, 0; .2, .5; .8, .5; 1, 0"/>
                                        <p:tgtEl>
                                          <p:spTgt spid="5"/>
                                        </p:tgtEl>
                                      </p:cBhvr>
                                    </p:animEffect>
                                    <p:animScale>
                                      <p:cBhvr>
                                        <p:cTn id="148" dur="250" autoRev="1" fill="hold"/>
                                        <p:tgtEl>
                                          <p:spTgt spid="5"/>
                                        </p:tgtEl>
                                      </p:cBhvr>
                                      <p:by x="105000" y="105000"/>
                                    </p:animScale>
                                  </p:childTnLst>
                                </p:cTn>
                              </p:par>
                            </p:childTnLst>
                          </p:cTn>
                        </p:par>
                      </p:childTnLst>
                    </p:cTn>
                  </p:par>
                  <p:par>
                    <p:cTn id="149" fill="hold">
                      <p:stCondLst>
                        <p:cond delay="indefinite"/>
                      </p:stCondLst>
                      <p:childTnLst>
                        <p:par>
                          <p:cTn id="150" fill="hold">
                            <p:stCondLst>
                              <p:cond delay="0"/>
                            </p:stCondLst>
                            <p:childTnLst>
                              <p:par>
                                <p:cTn id="151" presetID="26" presetClass="emph" presetSubtype="0" fill="hold" grpId="0" nodeType="clickEffect">
                                  <p:stCondLst>
                                    <p:cond delay="0"/>
                                  </p:stCondLst>
                                  <p:childTnLst>
                                    <p:animEffect transition="out" filter="fade">
                                      <p:cBhvr>
                                        <p:cTn id="152" dur="500" tmFilter="0, 0; .2, .5; .8, .5; 1, 0"/>
                                        <p:tgtEl>
                                          <p:spTgt spid="4"/>
                                        </p:tgtEl>
                                      </p:cBhvr>
                                    </p:animEffect>
                                    <p:animScale>
                                      <p:cBhvr>
                                        <p:cTn id="153"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7" grpId="1" animBg="1"/>
      <p:bldP spid="8" grpId="0" animBg="1"/>
      <p:bldP spid="9" grpId="0" animBg="1"/>
      <p:bldP spid="15" grpId="0" animBg="1"/>
      <p:bldP spid="15" grpId="1" animBg="1"/>
      <p:bldP spid="16" grpId="0" animBg="1"/>
      <p:bldP spid="17" grpId="0" animBg="1"/>
      <p:bldP spid="23" grpId="0" animBg="1"/>
      <p:bldP spid="23" grpId="1" animBg="1"/>
      <p:bldP spid="24" grpId="0" animBg="1"/>
      <p:bldP spid="25" grpId="0" animBg="1"/>
      <p:bldP spid="41" grpId="0"/>
      <p:bldP spid="42" grpId="0" animBg="1"/>
      <p:bldP spid="43" grpId="0" animBg="1"/>
      <p:bldP spid="43" grpId="1" animBg="1"/>
      <p:bldP spid="44" grpId="0" animBg="1"/>
      <p:bldP spid="45" grpId="0" animBg="1"/>
      <p:bldP spid="45" grpId="1"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32B69-4FE2-4EE1-14F5-0C7143D77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3AF65-FD7D-DB2C-020B-B1748C252ACE}"/>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PROCESS OF CIRCULATION DPC</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ACTION</a:t>
            </a:r>
            <a:endParaRPr lang="en-US" sz="3200" dirty="0"/>
          </a:p>
        </p:txBody>
      </p:sp>
      <p:sp>
        <p:nvSpPr>
          <p:cNvPr id="12" name="Footer Placeholder 11">
            <a:extLst>
              <a:ext uri="{FF2B5EF4-FFF2-40B4-BE49-F238E27FC236}">
                <a16:creationId xmlns:a16="http://schemas.microsoft.com/office/drawing/2014/main" id="{584263BA-19E9-6A21-D1F5-D52C56F1EC62}"/>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CC1BA8B2-3D05-6CF7-6E6C-04ABE7BC2C16}"/>
              </a:ext>
            </a:extLst>
          </p:cNvPr>
          <p:cNvSpPr>
            <a:spLocks noGrp="1"/>
          </p:cNvSpPr>
          <p:nvPr>
            <p:ph type="sldNum" sz="quarter" idx="12"/>
          </p:nvPr>
        </p:nvSpPr>
        <p:spPr/>
        <p:txBody>
          <a:bodyPr/>
          <a:lstStyle/>
          <a:p>
            <a:fld id="{5BFCF61C-3B18-4C03-8326-CC3B32D710C9}" type="slidenum">
              <a:rPr lang="en-US" smtClean="0"/>
              <a:pPr/>
              <a:t>48</a:t>
            </a:fld>
            <a:endParaRPr lang="en-US" dirty="0"/>
          </a:p>
        </p:txBody>
      </p:sp>
      <p:graphicFrame>
        <p:nvGraphicFramePr>
          <p:cNvPr id="3" name="Table 2">
            <a:extLst>
              <a:ext uri="{FF2B5EF4-FFF2-40B4-BE49-F238E27FC236}">
                <a16:creationId xmlns:a16="http://schemas.microsoft.com/office/drawing/2014/main" id="{ECF6EEE1-079D-B83B-0499-B234EEABEA57}"/>
              </a:ext>
            </a:extLst>
          </p:cNvPr>
          <p:cNvGraphicFramePr>
            <a:graphicFrameLocks noGrp="1"/>
          </p:cNvGraphicFramePr>
          <p:nvPr>
            <p:extLst>
              <p:ext uri="{D42A27DB-BD31-4B8C-83A1-F6EECF244321}">
                <p14:modId xmlns:p14="http://schemas.microsoft.com/office/powerpoint/2010/main" val="4093332322"/>
              </p:ext>
            </p:extLst>
          </p:nvPr>
        </p:nvGraphicFramePr>
        <p:xfrm>
          <a:off x="3146267" y="1980070"/>
          <a:ext cx="8968203" cy="2490158"/>
        </p:xfrm>
        <a:graphic>
          <a:graphicData uri="http://schemas.openxmlformats.org/drawingml/2006/table">
            <a:tbl>
              <a:tblPr firstRow="1" bandRow="1">
                <a:tableStyleId>{5C22544A-7EE6-4342-B048-85BDC9FD1C3A}</a:tableStyleId>
              </a:tblPr>
              <a:tblGrid>
                <a:gridCol w="255648">
                  <a:extLst>
                    <a:ext uri="{9D8B030D-6E8A-4147-A177-3AD203B41FA5}">
                      <a16:colId xmlns:a16="http://schemas.microsoft.com/office/drawing/2014/main" val="20000"/>
                    </a:ext>
                  </a:extLst>
                </a:gridCol>
                <a:gridCol w="571504">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642942">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428628">
                  <a:extLst>
                    <a:ext uri="{9D8B030D-6E8A-4147-A177-3AD203B41FA5}">
                      <a16:colId xmlns:a16="http://schemas.microsoft.com/office/drawing/2014/main" val="20005"/>
                    </a:ext>
                  </a:extLst>
                </a:gridCol>
                <a:gridCol w="428628">
                  <a:extLst>
                    <a:ext uri="{9D8B030D-6E8A-4147-A177-3AD203B41FA5}">
                      <a16:colId xmlns:a16="http://schemas.microsoft.com/office/drawing/2014/main" val="20006"/>
                    </a:ext>
                  </a:extLst>
                </a:gridCol>
                <a:gridCol w="342900">
                  <a:extLst>
                    <a:ext uri="{9D8B030D-6E8A-4147-A177-3AD203B41FA5}">
                      <a16:colId xmlns:a16="http://schemas.microsoft.com/office/drawing/2014/main" val="20007"/>
                    </a:ext>
                  </a:extLst>
                </a:gridCol>
                <a:gridCol w="342900">
                  <a:extLst>
                    <a:ext uri="{9D8B030D-6E8A-4147-A177-3AD203B41FA5}">
                      <a16:colId xmlns:a16="http://schemas.microsoft.com/office/drawing/2014/main" val="20008"/>
                    </a:ext>
                  </a:extLst>
                </a:gridCol>
                <a:gridCol w="342900">
                  <a:extLst>
                    <a:ext uri="{9D8B030D-6E8A-4147-A177-3AD203B41FA5}">
                      <a16:colId xmlns:a16="http://schemas.microsoft.com/office/drawing/2014/main" val="20009"/>
                    </a:ext>
                  </a:extLst>
                </a:gridCol>
                <a:gridCol w="342900">
                  <a:extLst>
                    <a:ext uri="{9D8B030D-6E8A-4147-A177-3AD203B41FA5}">
                      <a16:colId xmlns:a16="http://schemas.microsoft.com/office/drawing/2014/main" val="20010"/>
                    </a:ext>
                  </a:extLst>
                </a:gridCol>
                <a:gridCol w="271474">
                  <a:extLst>
                    <a:ext uri="{9D8B030D-6E8A-4147-A177-3AD203B41FA5}">
                      <a16:colId xmlns:a16="http://schemas.microsoft.com/office/drawing/2014/main" val="20011"/>
                    </a:ext>
                  </a:extLst>
                </a:gridCol>
                <a:gridCol w="355918">
                  <a:extLst>
                    <a:ext uri="{9D8B030D-6E8A-4147-A177-3AD203B41FA5}">
                      <a16:colId xmlns:a16="http://schemas.microsoft.com/office/drawing/2014/main" val="20012"/>
                    </a:ext>
                  </a:extLst>
                </a:gridCol>
                <a:gridCol w="355918">
                  <a:extLst>
                    <a:ext uri="{9D8B030D-6E8A-4147-A177-3AD203B41FA5}">
                      <a16:colId xmlns:a16="http://schemas.microsoft.com/office/drawing/2014/main" val="20013"/>
                    </a:ext>
                  </a:extLst>
                </a:gridCol>
                <a:gridCol w="355918">
                  <a:extLst>
                    <a:ext uri="{9D8B030D-6E8A-4147-A177-3AD203B41FA5}">
                      <a16:colId xmlns:a16="http://schemas.microsoft.com/office/drawing/2014/main" val="20014"/>
                    </a:ext>
                  </a:extLst>
                </a:gridCol>
                <a:gridCol w="355918">
                  <a:extLst>
                    <a:ext uri="{9D8B030D-6E8A-4147-A177-3AD203B41FA5}">
                      <a16:colId xmlns:a16="http://schemas.microsoft.com/office/drawing/2014/main" val="20015"/>
                    </a:ext>
                  </a:extLst>
                </a:gridCol>
                <a:gridCol w="355918">
                  <a:extLst>
                    <a:ext uri="{9D8B030D-6E8A-4147-A177-3AD203B41FA5}">
                      <a16:colId xmlns:a16="http://schemas.microsoft.com/office/drawing/2014/main" val="20016"/>
                    </a:ext>
                  </a:extLst>
                </a:gridCol>
                <a:gridCol w="355918">
                  <a:extLst>
                    <a:ext uri="{9D8B030D-6E8A-4147-A177-3AD203B41FA5}">
                      <a16:colId xmlns:a16="http://schemas.microsoft.com/office/drawing/2014/main" val="20017"/>
                    </a:ext>
                  </a:extLst>
                </a:gridCol>
                <a:gridCol w="541337">
                  <a:extLst>
                    <a:ext uri="{9D8B030D-6E8A-4147-A177-3AD203B41FA5}">
                      <a16:colId xmlns:a16="http://schemas.microsoft.com/office/drawing/2014/main" val="20018"/>
                    </a:ext>
                  </a:extLst>
                </a:gridCol>
                <a:gridCol w="434975">
                  <a:extLst>
                    <a:ext uri="{9D8B030D-6E8A-4147-A177-3AD203B41FA5}">
                      <a16:colId xmlns:a16="http://schemas.microsoft.com/office/drawing/2014/main" val="20019"/>
                    </a:ext>
                  </a:extLst>
                </a:gridCol>
                <a:gridCol w="600075">
                  <a:extLst>
                    <a:ext uri="{9D8B030D-6E8A-4147-A177-3AD203B41FA5}">
                      <a16:colId xmlns:a16="http://schemas.microsoft.com/office/drawing/2014/main" val="20020"/>
                    </a:ext>
                  </a:extLst>
                </a:gridCol>
              </a:tblGrid>
              <a:tr h="443059">
                <a:tc rowSpan="2">
                  <a:txBody>
                    <a:bodyPr/>
                    <a:lstStyle/>
                    <a:p>
                      <a:pPr algn="ctr"/>
                      <a:r>
                        <a:rPr kumimoji="0" lang="en-IN" sz="900" b="1" kern="1200" dirty="0" err="1">
                          <a:solidFill>
                            <a:schemeClr val="lt1"/>
                          </a:solidFill>
                          <a:latin typeface="+mn-lt"/>
                          <a:ea typeface="+mn-ea"/>
                          <a:cs typeface="+mn-cs"/>
                        </a:rPr>
                        <a:t>SN</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QUAL</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DOP</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NOTE</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MARK</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REMARK</a:t>
                      </a:r>
                    </a:p>
                    <a:p>
                      <a:pPr algn="ctr" fontAlgn="ctr"/>
                      <a:r>
                        <a:rPr lang="en-US" sz="600" b="0" i="0" u="none" strike="noStrike" dirty="0">
                          <a:solidFill>
                            <a:srgbClr val="00B05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355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600" b="0" i="0" u="none" strike="noStrike" dirty="0">
                        <a:solidFill>
                          <a:srgbClr val="00B05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gridSpan="21">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hi-IN" sz="1800" b="0" i="0" u="none" strike="noStrike" kern="1200" dirty="0">
                          <a:solidFill>
                            <a:srgbClr val="000000"/>
                          </a:solidFill>
                          <a:latin typeface="Arial"/>
                          <a:ea typeface="+mn-ea"/>
                          <a:cs typeface="+mn-cs"/>
                        </a:rPr>
                        <a:t>PROMOTION AS ON 2017 ON DS FROM US MAIN LIST</a:t>
                      </a:r>
                      <a:endParaRPr kumimoji="0" lang="en-US" sz="18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77058">
                <a:tc>
                  <a:txBody>
                    <a:bodyPr/>
                    <a:lstStyle/>
                    <a:p>
                      <a:pPr algn="ctr" fontAlgn="ctr"/>
                      <a:r>
                        <a:rPr lang="en-US" sz="900" b="0" i="0" u="none" strike="noStrike" dirty="0">
                          <a:solidFill>
                            <a:srgbClr val="000000"/>
                          </a:solidFill>
                          <a:latin typeface="Arial"/>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20-03-1964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UR</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fontAlgn="ctr"/>
                      <a:r>
                        <a:rPr lang="hi-IN" sz="900" b="0" i="0" u="none" strike="noStrike" dirty="0">
                          <a:solidFill>
                            <a:srgbClr val="000000"/>
                          </a:solidFill>
                          <a:latin typeface="Arial"/>
                        </a:rPr>
                        <a:t>2</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13-01-1970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hi-IN" sz="900" b="0" i="0" u="none" strike="noStrike" dirty="0">
                          <a:solidFill>
                            <a:srgbClr val="000000"/>
                          </a:solidFill>
                          <a:latin typeface="Arial"/>
                        </a:rPr>
                        <a:t>ST</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rgbClr val="E71D57"/>
                          </a:solidFill>
                          <a:latin typeface="Agency FB" pitchFamily="34" charset="0"/>
                          <a:ea typeface="+mn-ea"/>
                          <a:cs typeface="+mn-cs"/>
                        </a:rPr>
                        <a:t>N</a:t>
                      </a:r>
                      <a:endParaRPr kumimoji="0" lang="en-US" sz="120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000" b="1" i="0" u="none" strike="noStrike" dirty="0">
                          <a:solidFill>
                            <a:srgbClr val="000000"/>
                          </a:solidFill>
                          <a:latin typeface="Arial Narrow" pitchFamily="34" charset="0"/>
                        </a:rPr>
                        <a:t>C.</a:t>
                      </a:r>
                      <a:r>
                        <a:rPr lang="en-IN" sz="1000" b="1" i="0" u="none" strike="noStrike" baseline="0" dirty="0">
                          <a:solidFill>
                            <a:srgbClr val="000000"/>
                          </a:solidFill>
                          <a:latin typeface="Arial Narrow" pitchFamily="34" charset="0"/>
                        </a:rPr>
                        <a:t> CASE</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20</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ST </a:t>
                      </a:r>
                      <a:r>
                        <a:rPr kumimoji="0" lang="en-IN" sz="1200" b="1" kern="1200" dirty="0">
                          <a:solidFill>
                            <a:schemeClr val="dk1"/>
                          </a:solidFill>
                          <a:latin typeface="Agency FB" pitchFamily="34" charset="0"/>
                          <a:ea typeface="+mn-ea"/>
                          <a:cs typeface="+mn-cs"/>
                        </a:rPr>
                        <a:t>SS CIR</a:t>
                      </a:r>
                      <a:r>
                        <a:rPr kumimoji="0" lang="hi-IN" sz="1200" b="1" kern="1200" dirty="0">
                          <a:solidFill>
                            <a:schemeClr val="dk1"/>
                          </a:solidFill>
                          <a:latin typeface="Agency FB" pitchFamily="34" charset="0"/>
                          <a:ea typeface="+mn-ea"/>
                          <a:cs typeface="+mn-cs"/>
                        </a:rPr>
                        <a:t> </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38024">
                <a:tc gridSpan="21">
                  <a:txBody>
                    <a:bodyPr/>
                    <a:lstStyle/>
                    <a:p>
                      <a:pPr algn="ctr" fontAlgn="ctr"/>
                      <a:r>
                        <a:rPr lang="hi-IN" sz="1400" b="0" i="0" u="none" strike="noStrike" dirty="0">
                          <a:solidFill>
                            <a:srgbClr val="000000"/>
                          </a:solidFill>
                          <a:latin typeface="Arial"/>
                        </a:rPr>
                        <a:t>PROMOTION AS ON 2017 ON DS FROM US WAITING LIST</a:t>
                      </a:r>
                      <a:endParaRPr lang="en-US" sz="14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38024">
                <a:tc>
                  <a:txBody>
                    <a:bodyPr/>
                    <a:lstStyle/>
                    <a:p>
                      <a:pPr algn="ctr" fontAlgn="ctr"/>
                      <a:r>
                        <a:rPr lang="hi-IN" sz="900" b="0" i="0" u="none" strike="noStrike" dirty="0">
                          <a:solidFill>
                            <a:srgbClr val="000000"/>
                          </a:solidFill>
                          <a:latin typeface="Arial"/>
                        </a:rPr>
                        <a:t>1</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09-04-1967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a:solidFill>
                            <a:srgbClr val="000000"/>
                          </a:solidFill>
                          <a:latin typeface="Arial Narrow" pitchFamily="34" charset="0"/>
                        </a:rPr>
                        <a:t> </a:t>
                      </a:r>
                      <a:r>
                        <a:rPr lang="en-IN" sz="1000" b="1" i="0" u="none" strike="noStrike" dirty="0">
                          <a:solidFill>
                            <a:srgbClr val="000000"/>
                          </a:solidFill>
                          <a:latin typeface="Arial Narrow" pitchFamily="34" charset="0"/>
                        </a:rPr>
                        <a:t>TRIBAL 2021</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ST_W</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algn="ctr" fontAlgn="ctr"/>
                      <a:r>
                        <a:rPr lang="hi-IN" sz="900" b="0" i="0" u="none" strike="noStrike" dirty="0">
                          <a:solidFill>
                            <a:srgbClr val="000000"/>
                          </a:solidFill>
                          <a:latin typeface="Arial"/>
                        </a:rPr>
                        <a:t>2</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11-07-1964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err="1">
                          <a:solidFill>
                            <a:srgbClr val="000000"/>
                          </a:solidFill>
                          <a:latin typeface="Arial Narrow" pitchFamily="34" charset="0"/>
                        </a:rPr>
                        <a:t>C.CASE</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UR_W </a:t>
                      </a:r>
                      <a:r>
                        <a:rPr kumimoji="0" lang="en-IN" sz="1200" b="1" kern="1200" dirty="0">
                          <a:solidFill>
                            <a:schemeClr val="dk1"/>
                          </a:solidFill>
                          <a:latin typeface="Agency FB" pitchFamily="34" charset="0"/>
                          <a:ea typeface="+mn-ea"/>
                          <a:cs typeface="+mn-cs"/>
                        </a:rPr>
                        <a:t>CC</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Rectangle 3">
            <a:extLst>
              <a:ext uri="{FF2B5EF4-FFF2-40B4-BE49-F238E27FC236}">
                <a16:creationId xmlns:a16="http://schemas.microsoft.com/office/drawing/2014/main" id="{220B1B6C-9F0B-E6B3-5082-91D3F77AD290}"/>
              </a:ext>
            </a:extLst>
          </p:cNvPr>
          <p:cNvSpPr/>
          <p:nvPr/>
        </p:nvSpPr>
        <p:spPr>
          <a:xfrm>
            <a:off x="3327596" y="1173602"/>
            <a:ext cx="8786874" cy="461665"/>
          </a:xfrm>
          <a:prstGeom prst="rect">
            <a:avLst/>
          </a:prstGeom>
        </p:spPr>
        <p:txBody>
          <a:bodyPr wrap="square">
            <a:spAutoFit/>
          </a:bodyPr>
          <a:lstStyle/>
          <a:p>
            <a:pPr algn="ctr"/>
            <a:r>
              <a:rPr lang="hi-IN" sz="2400" b="1" dirty="0">
                <a:latin typeface="Kokila" panose="020B0604020202020204" pitchFamily="34" charset="0"/>
                <a:cs typeface="Kokila" panose="020B0604020202020204" pitchFamily="34" charset="0"/>
              </a:rPr>
              <a:t>अवर सचिव पद से उप सचिव पद पर पदोन्नत अधिकारीयों की मुख्य सूचि तथा अनुपूरक सूचि </a:t>
            </a:r>
            <a:endParaRPr lang="en-US" sz="2400" b="1" dirty="0">
              <a:latin typeface="Kokila" panose="020B0604020202020204" pitchFamily="34" charset="0"/>
              <a:cs typeface="Kokila" panose="020B0604020202020204" pitchFamily="34" charset="0"/>
            </a:endParaRPr>
          </a:p>
        </p:txBody>
      </p:sp>
      <p:sp>
        <p:nvSpPr>
          <p:cNvPr id="5" name="Rounded Rectangle 13">
            <a:extLst>
              <a:ext uri="{FF2B5EF4-FFF2-40B4-BE49-F238E27FC236}">
                <a16:creationId xmlns:a16="http://schemas.microsoft.com/office/drawing/2014/main" id="{594360A0-D10A-E0A4-7EB3-45CE487E05B5}"/>
              </a:ext>
            </a:extLst>
          </p:cNvPr>
          <p:cNvSpPr/>
          <p:nvPr/>
        </p:nvSpPr>
        <p:spPr>
          <a:xfrm>
            <a:off x="3739960" y="5449108"/>
            <a:ext cx="7945882" cy="5715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i-IN" dirty="0"/>
              <a:t>APPROVE BY CGPSC </a:t>
            </a:r>
            <a:endParaRPr lang="en-IN" dirty="0"/>
          </a:p>
        </p:txBody>
      </p:sp>
      <p:sp>
        <p:nvSpPr>
          <p:cNvPr id="6" name="Oval 5">
            <a:extLst>
              <a:ext uri="{FF2B5EF4-FFF2-40B4-BE49-F238E27FC236}">
                <a16:creationId xmlns:a16="http://schemas.microsoft.com/office/drawing/2014/main" id="{929C1375-D410-3D24-405C-D1D7FEC9C8FB}"/>
              </a:ext>
            </a:extLst>
          </p:cNvPr>
          <p:cNvSpPr/>
          <p:nvPr/>
        </p:nvSpPr>
        <p:spPr>
          <a:xfrm>
            <a:off x="11542966" y="3316742"/>
            <a:ext cx="571504" cy="42862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5735759A-DF9A-3E65-D29F-2A5E6A902383}"/>
              </a:ext>
            </a:extLst>
          </p:cNvPr>
          <p:cNvGraphicFramePr>
            <a:graphicFrameLocks noGrp="1"/>
          </p:cNvGraphicFramePr>
          <p:nvPr>
            <p:extLst>
              <p:ext uri="{D42A27DB-BD31-4B8C-83A1-F6EECF244321}">
                <p14:modId xmlns:p14="http://schemas.microsoft.com/office/powerpoint/2010/main" val="2377460232"/>
              </p:ext>
            </p:extLst>
          </p:nvPr>
        </p:nvGraphicFramePr>
        <p:xfrm>
          <a:off x="3141505" y="1975308"/>
          <a:ext cx="8968203" cy="2490158"/>
        </p:xfrm>
        <a:graphic>
          <a:graphicData uri="http://schemas.openxmlformats.org/drawingml/2006/table">
            <a:tbl>
              <a:tblPr firstRow="1" bandRow="1">
                <a:tableStyleId>{5C22544A-7EE6-4342-B048-85BDC9FD1C3A}</a:tableStyleId>
              </a:tblPr>
              <a:tblGrid>
                <a:gridCol w="255648">
                  <a:extLst>
                    <a:ext uri="{9D8B030D-6E8A-4147-A177-3AD203B41FA5}">
                      <a16:colId xmlns:a16="http://schemas.microsoft.com/office/drawing/2014/main" val="20000"/>
                    </a:ext>
                  </a:extLst>
                </a:gridCol>
                <a:gridCol w="571504">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642942">
                  <a:extLst>
                    <a:ext uri="{9D8B030D-6E8A-4147-A177-3AD203B41FA5}">
                      <a16:colId xmlns:a16="http://schemas.microsoft.com/office/drawing/2014/main" val="20003"/>
                    </a:ext>
                  </a:extLst>
                </a:gridCol>
                <a:gridCol w="642942">
                  <a:extLst>
                    <a:ext uri="{9D8B030D-6E8A-4147-A177-3AD203B41FA5}">
                      <a16:colId xmlns:a16="http://schemas.microsoft.com/office/drawing/2014/main" val="20004"/>
                    </a:ext>
                  </a:extLst>
                </a:gridCol>
                <a:gridCol w="428628">
                  <a:extLst>
                    <a:ext uri="{9D8B030D-6E8A-4147-A177-3AD203B41FA5}">
                      <a16:colId xmlns:a16="http://schemas.microsoft.com/office/drawing/2014/main" val="20005"/>
                    </a:ext>
                  </a:extLst>
                </a:gridCol>
                <a:gridCol w="428628">
                  <a:extLst>
                    <a:ext uri="{9D8B030D-6E8A-4147-A177-3AD203B41FA5}">
                      <a16:colId xmlns:a16="http://schemas.microsoft.com/office/drawing/2014/main" val="20006"/>
                    </a:ext>
                  </a:extLst>
                </a:gridCol>
                <a:gridCol w="342900">
                  <a:extLst>
                    <a:ext uri="{9D8B030D-6E8A-4147-A177-3AD203B41FA5}">
                      <a16:colId xmlns:a16="http://schemas.microsoft.com/office/drawing/2014/main" val="20007"/>
                    </a:ext>
                  </a:extLst>
                </a:gridCol>
                <a:gridCol w="342900">
                  <a:extLst>
                    <a:ext uri="{9D8B030D-6E8A-4147-A177-3AD203B41FA5}">
                      <a16:colId xmlns:a16="http://schemas.microsoft.com/office/drawing/2014/main" val="20008"/>
                    </a:ext>
                  </a:extLst>
                </a:gridCol>
                <a:gridCol w="342900">
                  <a:extLst>
                    <a:ext uri="{9D8B030D-6E8A-4147-A177-3AD203B41FA5}">
                      <a16:colId xmlns:a16="http://schemas.microsoft.com/office/drawing/2014/main" val="20009"/>
                    </a:ext>
                  </a:extLst>
                </a:gridCol>
                <a:gridCol w="342900">
                  <a:extLst>
                    <a:ext uri="{9D8B030D-6E8A-4147-A177-3AD203B41FA5}">
                      <a16:colId xmlns:a16="http://schemas.microsoft.com/office/drawing/2014/main" val="20010"/>
                    </a:ext>
                  </a:extLst>
                </a:gridCol>
                <a:gridCol w="271474">
                  <a:extLst>
                    <a:ext uri="{9D8B030D-6E8A-4147-A177-3AD203B41FA5}">
                      <a16:colId xmlns:a16="http://schemas.microsoft.com/office/drawing/2014/main" val="20011"/>
                    </a:ext>
                  </a:extLst>
                </a:gridCol>
                <a:gridCol w="355918">
                  <a:extLst>
                    <a:ext uri="{9D8B030D-6E8A-4147-A177-3AD203B41FA5}">
                      <a16:colId xmlns:a16="http://schemas.microsoft.com/office/drawing/2014/main" val="20012"/>
                    </a:ext>
                  </a:extLst>
                </a:gridCol>
                <a:gridCol w="355918">
                  <a:extLst>
                    <a:ext uri="{9D8B030D-6E8A-4147-A177-3AD203B41FA5}">
                      <a16:colId xmlns:a16="http://schemas.microsoft.com/office/drawing/2014/main" val="20013"/>
                    </a:ext>
                  </a:extLst>
                </a:gridCol>
                <a:gridCol w="355918">
                  <a:extLst>
                    <a:ext uri="{9D8B030D-6E8A-4147-A177-3AD203B41FA5}">
                      <a16:colId xmlns:a16="http://schemas.microsoft.com/office/drawing/2014/main" val="20014"/>
                    </a:ext>
                  </a:extLst>
                </a:gridCol>
                <a:gridCol w="355918">
                  <a:extLst>
                    <a:ext uri="{9D8B030D-6E8A-4147-A177-3AD203B41FA5}">
                      <a16:colId xmlns:a16="http://schemas.microsoft.com/office/drawing/2014/main" val="20015"/>
                    </a:ext>
                  </a:extLst>
                </a:gridCol>
                <a:gridCol w="355918">
                  <a:extLst>
                    <a:ext uri="{9D8B030D-6E8A-4147-A177-3AD203B41FA5}">
                      <a16:colId xmlns:a16="http://schemas.microsoft.com/office/drawing/2014/main" val="20016"/>
                    </a:ext>
                  </a:extLst>
                </a:gridCol>
                <a:gridCol w="355918">
                  <a:extLst>
                    <a:ext uri="{9D8B030D-6E8A-4147-A177-3AD203B41FA5}">
                      <a16:colId xmlns:a16="http://schemas.microsoft.com/office/drawing/2014/main" val="20017"/>
                    </a:ext>
                  </a:extLst>
                </a:gridCol>
                <a:gridCol w="541337">
                  <a:extLst>
                    <a:ext uri="{9D8B030D-6E8A-4147-A177-3AD203B41FA5}">
                      <a16:colId xmlns:a16="http://schemas.microsoft.com/office/drawing/2014/main" val="20018"/>
                    </a:ext>
                  </a:extLst>
                </a:gridCol>
                <a:gridCol w="434975">
                  <a:extLst>
                    <a:ext uri="{9D8B030D-6E8A-4147-A177-3AD203B41FA5}">
                      <a16:colId xmlns:a16="http://schemas.microsoft.com/office/drawing/2014/main" val="20019"/>
                    </a:ext>
                  </a:extLst>
                </a:gridCol>
                <a:gridCol w="600075">
                  <a:extLst>
                    <a:ext uri="{9D8B030D-6E8A-4147-A177-3AD203B41FA5}">
                      <a16:colId xmlns:a16="http://schemas.microsoft.com/office/drawing/2014/main" val="20020"/>
                    </a:ext>
                  </a:extLst>
                </a:gridCol>
              </a:tblGrid>
              <a:tr h="443059">
                <a:tc rowSpan="2">
                  <a:txBody>
                    <a:bodyPr/>
                    <a:lstStyle/>
                    <a:p>
                      <a:pPr algn="ctr"/>
                      <a:r>
                        <a:rPr kumimoji="0" lang="en-IN" sz="900" b="1" kern="1200" dirty="0" err="1">
                          <a:solidFill>
                            <a:schemeClr val="lt1"/>
                          </a:solidFill>
                          <a:latin typeface="+mn-lt"/>
                          <a:ea typeface="+mn-ea"/>
                          <a:cs typeface="+mn-cs"/>
                        </a:rPr>
                        <a:t>SN</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QUAL</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DOP</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NOTE</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MARK</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fontAlgn="ctr"/>
                      <a:r>
                        <a:rPr kumimoji="0" lang="en-US" sz="1000" b="1" kern="1200" dirty="0">
                          <a:solidFill>
                            <a:schemeClr val="lt1"/>
                          </a:solidFill>
                          <a:latin typeface="+mn-lt"/>
                          <a:ea typeface="+mn-ea"/>
                          <a:cs typeface="+mn-cs"/>
                        </a:rPr>
                        <a:t>REMARK</a:t>
                      </a:r>
                    </a:p>
                    <a:p>
                      <a:pPr algn="ctr" fontAlgn="ctr"/>
                      <a:r>
                        <a:rPr lang="en-US" sz="600" b="0" i="0" u="none" strike="noStrike" dirty="0">
                          <a:solidFill>
                            <a:srgbClr val="00B05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355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600" b="0" i="0" u="none" strike="noStrike" dirty="0">
                        <a:solidFill>
                          <a:srgbClr val="00B05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gridSpan="21">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hi-IN" sz="1800" b="0" i="0" u="none" strike="noStrike" kern="1200" dirty="0">
                          <a:solidFill>
                            <a:srgbClr val="000000"/>
                          </a:solidFill>
                          <a:latin typeface="Arial"/>
                          <a:ea typeface="+mn-ea"/>
                          <a:cs typeface="+mn-cs"/>
                        </a:rPr>
                        <a:t>PROMOTION AS ON 2017 ON DS FROM US MAIN LIST</a:t>
                      </a:r>
                      <a:endParaRPr kumimoji="0" lang="en-US" sz="1800" b="0" i="0" u="none" strike="noStrike" kern="1200" dirty="0">
                        <a:solidFill>
                          <a:srgbClr val="000000"/>
                        </a:solidFill>
                        <a:latin typeface="Arial"/>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77058">
                <a:tc>
                  <a:txBody>
                    <a:bodyPr/>
                    <a:lstStyle/>
                    <a:p>
                      <a:pPr algn="ctr" fontAlgn="ctr"/>
                      <a:r>
                        <a:rPr lang="en-US" sz="900" b="0" i="0" u="none" strike="noStrike" dirty="0">
                          <a:solidFill>
                            <a:srgbClr val="000000"/>
                          </a:solidFill>
                          <a:latin typeface="Arial"/>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20-03-1964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UR</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gn="ctr" fontAlgn="ctr"/>
                      <a:r>
                        <a:rPr lang="hi-IN" sz="900" b="0" i="0" u="none" strike="noStrike" dirty="0">
                          <a:solidFill>
                            <a:srgbClr val="000000"/>
                          </a:solidFill>
                          <a:latin typeface="Arial"/>
                        </a:rPr>
                        <a:t>2</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US8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13-01-1970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BA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12-09-2011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hi-IN" sz="900" b="0" i="0" u="none" strike="noStrike" dirty="0">
                          <a:solidFill>
                            <a:srgbClr val="000000"/>
                          </a:solidFill>
                          <a:latin typeface="Arial"/>
                        </a:rPr>
                        <a:t>ST</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rgbClr val="E71D57"/>
                          </a:solidFill>
                          <a:latin typeface="Agency FB" pitchFamily="34" charset="0"/>
                          <a:ea typeface="+mn-ea"/>
                          <a:cs typeface="+mn-cs"/>
                        </a:rPr>
                        <a:t>Y</a:t>
                      </a:r>
                      <a:endParaRPr kumimoji="0" lang="en-US" sz="1200" b="1" kern="1200" dirty="0">
                        <a:solidFill>
                          <a:srgbClr val="E71D57"/>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20</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ST </a:t>
                      </a:r>
                      <a:r>
                        <a:rPr kumimoji="0" lang="en-IN" sz="1200" b="1" kern="1200" dirty="0">
                          <a:solidFill>
                            <a:schemeClr val="dk1"/>
                          </a:solidFill>
                          <a:latin typeface="Agency FB" pitchFamily="34" charset="0"/>
                          <a:ea typeface="+mn-ea"/>
                          <a:cs typeface="+mn-cs"/>
                        </a:rPr>
                        <a:t> SS  </a:t>
                      </a:r>
                      <a:r>
                        <a:rPr kumimoji="0" lang="hi-IN" sz="1200" b="1" kern="1200" dirty="0">
                          <a:solidFill>
                            <a:schemeClr val="dk1"/>
                          </a:solidFill>
                          <a:latin typeface="Agency FB" pitchFamily="34" charset="0"/>
                          <a:ea typeface="+mn-ea"/>
                          <a:cs typeface="+mn-cs"/>
                        </a:rPr>
                        <a:t> </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38024">
                <a:tc gridSpan="21">
                  <a:txBody>
                    <a:bodyPr/>
                    <a:lstStyle/>
                    <a:p>
                      <a:pPr algn="ctr" fontAlgn="ctr"/>
                      <a:r>
                        <a:rPr lang="hi-IN" sz="1400" b="0" i="0" u="none" strike="noStrike" dirty="0">
                          <a:solidFill>
                            <a:srgbClr val="000000"/>
                          </a:solidFill>
                          <a:latin typeface="Arial"/>
                        </a:rPr>
                        <a:t>PROMOTION AS ON 2017 ON DS FROM US WAITING LIST</a:t>
                      </a:r>
                      <a:endParaRPr lang="en-US" sz="14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l" rtl="0" eaLnBrk="1" latinLnBrk="0" hangingPunct="1"/>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algn="ctr" rtl="0" eaLnBrk="1" fontAlgn="ctr" latinLnBrk="0" hangingPunct="1"/>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38024">
                <a:tc>
                  <a:txBody>
                    <a:bodyPr/>
                    <a:lstStyle/>
                    <a:p>
                      <a:pPr algn="ctr" fontAlgn="ctr"/>
                      <a:r>
                        <a:rPr lang="hi-IN" sz="900" b="0" i="0" u="none" strike="noStrike" dirty="0">
                          <a:solidFill>
                            <a:srgbClr val="000000"/>
                          </a:solidFill>
                          <a:latin typeface="Arial"/>
                        </a:rPr>
                        <a:t>1</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09-04-1967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MSC</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000" b="1" i="0" u="none" strike="noStrike" dirty="0">
                          <a:solidFill>
                            <a:srgbClr val="000000"/>
                          </a:solidFill>
                          <a:latin typeface="Arial Narrow" pitchFamily="34" charset="0"/>
                        </a:rPr>
                        <a:t>TRIBAL 2021</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ST_W</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algn="ctr" fontAlgn="ctr"/>
                      <a:r>
                        <a:rPr lang="hi-IN" sz="900" b="0" i="0" u="none" strike="noStrike" dirty="0">
                          <a:solidFill>
                            <a:srgbClr val="000000"/>
                          </a:solidFill>
                          <a:latin typeface="Arial"/>
                        </a:rPr>
                        <a:t>2</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US4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11-07-1964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err="1">
                          <a:solidFill>
                            <a:srgbClr val="000000"/>
                          </a:solidFill>
                          <a:latin typeface="Arial"/>
                        </a:rPr>
                        <a:t>MCOM</a:t>
                      </a:r>
                      <a:endParaRPr lang="en-US" sz="9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SC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i="0" u="none" strike="noStrike" dirty="0" err="1">
                          <a:solidFill>
                            <a:srgbClr val="000000"/>
                          </a:solidFill>
                          <a:latin typeface="Arial Narrow" pitchFamily="34" charset="0"/>
                        </a:rPr>
                        <a:t>C.CASE</a:t>
                      </a:r>
                      <a:endParaRPr lang="en-US" sz="1000" b="1" i="0" u="none" strike="noStrike" dirty="0">
                        <a:solidFill>
                          <a:srgbClr val="000000"/>
                        </a:solidFill>
                        <a:latin typeface="Arial Narrow"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en-US" sz="1200" b="1" kern="1200" dirty="0">
                          <a:solidFill>
                            <a:schemeClr val="dk1"/>
                          </a:solidFill>
                          <a:latin typeface="Agency FB" pitchFamily="34" charset="0"/>
                          <a:ea typeface="+mn-ea"/>
                          <a:cs typeface="+mn-cs"/>
                        </a:rPr>
                        <a:t> </a:t>
                      </a:r>
                      <a:r>
                        <a:rPr kumimoji="0" lang="hi-IN" sz="1200" b="1" kern="1200" dirty="0">
                          <a:solidFill>
                            <a:schemeClr val="dk1"/>
                          </a:solidFill>
                          <a:latin typeface="Agency FB" pitchFamily="34" charset="0"/>
                          <a:ea typeface="+mn-ea"/>
                          <a:cs typeface="+mn-cs"/>
                        </a:rPr>
                        <a:t>15</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rtl="0" eaLnBrk="1" fontAlgn="ctr" latinLnBrk="0" hangingPunct="1"/>
                      <a:r>
                        <a:rPr kumimoji="0" lang="hi-IN" sz="1200" b="1" kern="1200" dirty="0">
                          <a:solidFill>
                            <a:schemeClr val="dk1"/>
                          </a:solidFill>
                          <a:latin typeface="Agency FB" pitchFamily="34" charset="0"/>
                          <a:ea typeface="+mn-ea"/>
                          <a:cs typeface="+mn-cs"/>
                        </a:rPr>
                        <a:t>UR_W</a:t>
                      </a:r>
                      <a:r>
                        <a:rPr kumimoji="0" lang="en-IN" sz="1200" b="1" kern="1200" dirty="0">
                          <a:solidFill>
                            <a:schemeClr val="dk1"/>
                          </a:solidFill>
                          <a:latin typeface="Agency FB" pitchFamily="34" charset="0"/>
                          <a:ea typeface="+mn-ea"/>
                          <a:cs typeface="+mn-cs"/>
                        </a:rPr>
                        <a:t> </a:t>
                      </a:r>
                      <a:endParaRPr kumimoji="0" lang="en-US" sz="1200" b="1" kern="1200" dirty="0">
                        <a:solidFill>
                          <a:schemeClr val="dk1"/>
                        </a:solidFill>
                        <a:latin typeface="Agency FB" pitchFamily="34"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8" name="Picture 7" descr="EMPTY_MSG_BOX.jpg">
            <a:extLst>
              <a:ext uri="{FF2B5EF4-FFF2-40B4-BE49-F238E27FC236}">
                <a16:creationId xmlns:a16="http://schemas.microsoft.com/office/drawing/2014/main" id="{55BCA82D-20D4-08D4-D843-EE0F90A5168A}"/>
              </a:ext>
            </a:extLst>
          </p:cNvPr>
          <p:cNvPicPr>
            <a:picLocks noChangeAspect="1"/>
          </p:cNvPicPr>
          <p:nvPr/>
        </p:nvPicPr>
        <p:blipFill>
          <a:blip r:embed="rId3"/>
          <a:stretch>
            <a:fillRect/>
          </a:stretch>
        </p:blipFill>
        <p:spPr>
          <a:xfrm>
            <a:off x="6399430" y="1959420"/>
            <a:ext cx="2933700" cy="2667000"/>
          </a:xfrm>
          <a:prstGeom prst="rect">
            <a:avLst/>
          </a:prstGeom>
        </p:spPr>
      </p:pic>
      <p:sp>
        <p:nvSpPr>
          <p:cNvPr id="9" name="Oval 8">
            <a:extLst>
              <a:ext uri="{FF2B5EF4-FFF2-40B4-BE49-F238E27FC236}">
                <a16:creationId xmlns:a16="http://schemas.microsoft.com/office/drawing/2014/main" id="{85AF2B51-4E21-057D-1811-D91C14A848C4}"/>
              </a:ext>
            </a:extLst>
          </p:cNvPr>
          <p:cNvSpPr/>
          <p:nvPr/>
        </p:nvSpPr>
        <p:spPr>
          <a:xfrm>
            <a:off x="11542966" y="4102560"/>
            <a:ext cx="571504" cy="42862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6499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par>
                                <p:cTn id="13" presetID="10" presetClass="exit" presetSubtype="0" fill="hold" grpId="1" nodeType="withEffect">
                                  <p:stCondLst>
                                    <p:cond delay="0"/>
                                  </p:stCondLst>
                                  <p:childTnLst>
                                    <p:animEffect transition="out" filter="fade">
                                      <p:cBhvr>
                                        <p:cTn id="14" dur="2000"/>
                                        <p:tgtEl>
                                          <p:spTgt spid="6"/>
                                        </p:tgtEl>
                                      </p:cBhvr>
                                    </p:animEffect>
                                    <p:set>
                                      <p:cBhvr>
                                        <p:cTn id="15" dur="1" fill="hold">
                                          <p:stCondLst>
                                            <p:cond delay="1999"/>
                                          </p:stCondLst>
                                        </p:cTn>
                                        <p:tgtEl>
                                          <p:spTgt spid="6"/>
                                        </p:tgtEl>
                                        <p:attrNameLst>
                                          <p:attrName>style.visibility</p:attrName>
                                        </p:attrNameLst>
                                      </p:cBhvr>
                                      <p:to>
                                        <p:strVal val="hidden"/>
                                      </p:to>
                                    </p:set>
                                  </p:childTnLst>
                                </p:cTn>
                              </p:par>
                              <p:par>
                                <p:cTn id="16" presetID="22" presetClass="entr" presetSubtype="4"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down)">
                                      <p:cBhvr>
                                        <p:cTn id="18" dur="500"/>
                                        <p:tgtEl>
                                          <p:spTgt spid="9"/>
                                        </p:tgtEl>
                                      </p:cBhvr>
                                    </p:animEffect>
                                  </p:childTnLst>
                                </p:cTn>
                              </p:par>
                              <p:par>
                                <p:cTn id="19" presetID="10" presetClass="exit" presetSubtype="0" fill="hold" grpId="1" nodeType="withEffect">
                                  <p:stCondLst>
                                    <p:cond delay="0"/>
                                  </p:stCondLst>
                                  <p:childTnLst>
                                    <p:animEffect transition="out" filter="fade">
                                      <p:cBhvr>
                                        <p:cTn id="20" dur="2000"/>
                                        <p:tgtEl>
                                          <p:spTgt spid="9"/>
                                        </p:tgtEl>
                                      </p:cBhvr>
                                    </p:animEffect>
                                    <p:set>
                                      <p:cBhvr>
                                        <p:cTn id="21" dur="1" fill="hold">
                                          <p:stCondLst>
                                            <p:cond delay="1999"/>
                                          </p:stCondLst>
                                        </p:cTn>
                                        <p:tgtEl>
                                          <p:spTgt spid="9"/>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up)">
                                      <p:cBhvr>
                                        <p:cTn id="26" dur="10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6" presetClass="emph" presetSubtype="0" fill="hold" grpId="0" nodeType="clickEffect">
                                  <p:stCondLst>
                                    <p:cond delay="0"/>
                                  </p:stCondLst>
                                  <p:childTnLst>
                                    <p:animEffect transition="out" filter="fade">
                                      <p:cBhvr>
                                        <p:cTn id="34" dur="500" tmFilter="0, 0; .2, .5; .8, .5; 1, 0"/>
                                        <p:tgtEl>
                                          <p:spTgt spid="5"/>
                                        </p:tgtEl>
                                      </p:cBhvr>
                                    </p:animEffect>
                                    <p:animScale>
                                      <p:cBhvr>
                                        <p:cTn id="35"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6" grpId="1" animBg="1"/>
      <p:bldP spid="9" grpId="0" animBg="1"/>
      <p:bldP spid="9"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05731-D20C-6434-24C8-A2BC1C66A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87BD77-57A7-3982-D0D6-C5E66D33BCC7}"/>
              </a:ext>
            </a:extLst>
          </p:cNvPr>
          <p:cNvSpPr>
            <a:spLocks noGrp="1"/>
          </p:cNvSpPr>
          <p:nvPr>
            <p:ph type="title"/>
          </p:nvPr>
        </p:nvSpPr>
        <p:spPr>
          <a:xfrm>
            <a:off x="603504" y="1463040"/>
            <a:ext cx="11192256" cy="1025517"/>
          </a:xfrm>
        </p:spPr>
        <p:txBody>
          <a:bodyPr/>
          <a:lstStyle/>
          <a:p>
            <a:pPr algn="ctr">
              <a:lnSpc>
                <a:spcPct val="100000"/>
              </a:lnSpc>
            </a:pPr>
            <a:r>
              <a:rPr lang="en-IN" sz="3600" b="1" dirty="0"/>
              <a:t>SELF INSEPECTION AND ASSESMENT </a:t>
            </a:r>
            <a:endParaRPr lang="en-US" sz="3600" b="1" dirty="0"/>
          </a:p>
        </p:txBody>
      </p:sp>
      <p:sp>
        <p:nvSpPr>
          <p:cNvPr id="12" name="Footer Placeholder 11">
            <a:extLst>
              <a:ext uri="{FF2B5EF4-FFF2-40B4-BE49-F238E27FC236}">
                <a16:creationId xmlns:a16="http://schemas.microsoft.com/office/drawing/2014/main" id="{5E7E7981-D784-47EA-8005-FE8F0CFBD806}"/>
              </a:ext>
            </a:extLst>
          </p:cNvPr>
          <p:cNvSpPr>
            <a:spLocks noGrp="1"/>
          </p:cNvSpPr>
          <p:nvPr>
            <p:ph type="ftr" sz="quarter" idx="11"/>
          </p:nvPr>
        </p:nvSpPr>
        <p:spPr/>
        <p:txBody>
          <a:bodyPr/>
          <a:lstStyle/>
          <a:p>
            <a:r>
              <a:rPr lang="en-US" dirty="0"/>
              <a:t>Online DPC</a:t>
            </a:r>
          </a:p>
        </p:txBody>
      </p:sp>
      <p:sp>
        <p:nvSpPr>
          <p:cNvPr id="5" name="Text Placeholder 4">
            <a:extLst>
              <a:ext uri="{FF2B5EF4-FFF2-40B4-BE49-F238E27FC236}">
                <a16:creationId xmlns:a16="http://schemas.microsoft.com/office/drawing/2014/main" id="{68F122CC-FEB8-8A55-FA5E-B27E80E2D779}"/>
              </a:ext>
            </a:extLst>
          </p:cNvPr>
          <p:cNvSpPr>
            <a:spLocks noGrp="1"/>
          </p:cNvSpPr>
          <p:nvPr>
            <p:ph type="body" sz="quarter" idx="15"/>
          </p:nvPr>
        </p:nvSpPr>
        <p:spPr>
          <a:xfrm>
            <a:off x="365759" y="2808514"/>
            <a:ext cx="11602463" cy="4049486"/>
          </a:xfrm>
        </p:spPr>
        <p:txBody>
          <a:bodyPr/>
          <a:lstStyle/>
          <a:p>
            <a:pPr marL="0" indent="0" algn="ctr">
              <a:buNone/>
            </a:pPr>
            <a:r>
              <a:rPr lang="hi-IN" sz="3200" b="1" dirty="0">
                <a:solidFill>
                  <a:schemeClr val="tx1"/>
                </a:solidFill>
                <a:effectLst>
                  <a:outerShdw blurRad="38100" dist="38100" dir="2700000" algn="tl">
                    <a:srgbClr val="000000">
                      <a:alpha val="43137"/>
                    </a:srgbClr>
                  </a:outerShdw>
                </a:effectLst>
                <a:latin typeface="Kokila" panose="020B0604020202020204" pitchFamily="34" charset="0"/>
                <a:cs typeface="Kokila" panose="020B0604020202020204" pitchFamily="34" charset="0"/>
              </a:rPr>
              <a:t>विभागीय अधिकारीयों व कर्मचारियों को स्वयं के डाटा अवलोकन की सुविधा </a:t>
            </a:r>
            <a:endParaRPr lang="en-US" sz="3200" b="1" dirty="0">
              <a:solidFill>
                <a:schemeClr val="tx1"/>
              </a:solidFill>
              <a:effectLst>
                <a:outerShdw blurRad="38100" dist="38100" dir="2700000" algn="tl">
                  <a:srgbClr val="000000">
                    <a:alpha val="43137"/>
                  </a:srgbClr>
                </a:outerShdw>
              </a:effectLst>
              <a:latin typeface="Kokila" panose="020B0604020202020204" pitchFamily="34" charset="0"/>
              <a:cs typeface="Kokila" panose="020B0604020202020204" pitchFamily="34" charset="0"/>
            </a:endParaRPr>
          </a:p>
          <a:p>
            <a:pPr marL="0" lvl="0" indent="0" algn="ctr">
              <a:buNone/>
            </a:pPr>
            <a:endParaRPr lang="en-US" sz="2800" b="1" dirty="0">
              <a:solidFill>
                <a:schemeClr val="tx1"/>
              </a:solidFill>
              <a:latin typeface="Kokila" panose="020B0604020202020204" pitchFamily="34" charset="0"/>
              <a:cs typeface="Kokila" panose="020B0604020202020204" pitchFamily="34" charset="0"/>
            </a:endParaRPr>
          </a:p>
        </p:txBody>
      </p:sp>
      <p:sp>
        <p:nvSpPr>
          <p:cNvPr id="13" name="Slide Number Placeholder 12">
            <a:extLst>
              <a:ext uri="{FF2B5EF4-FFF2-40B4-BE49-F238E27FC236}">
                <a16:creationId xmlns:a16="http://schemas.microsoft.com/office/drawing/2014/main" id="{A044C7E3-D28F-3025-5E83-AE4ECBA2E1EA}"/>
              </a:ext>
            </a:extLst>
          </p:cNvPr>
          <p:cNvSpPr>
            <a:spLocks noGrp="1"/>
          </p:cNvSpPr>
          <p:nvPr>
            <p:ph type="sldNum" sz="quarter" idx="12"/>
          </p:nvPr>
        </p:nvSpPr>
        <p:spPr/>
        <p:txBody>
          <a:bodyPr/>
          <a:lstStyle/>
          <a:p>
            <a:fld id="{5BFCF61C-3B18-4C03-8326-CC3B32D710C9}" type="slidenum">
              <a:rPr lang="en-US" smtClean="0"/>
              <a:pPr/>
              <a:t>49</a:t>
            </a:fld>
            <a:endParaRPr lang="en-US"/>
          </a:p>
        </p:txBody>
      </p:sp>
    </p:spTree>
    <p:extLst>
      <p:ext uri="{BB962C8B-B14F-4D97-AF65-F5344CB8AC3E}">
        <p14:creationId xmlns:p14="http://schemas.microsoft.com/office/powerpoint/2010/main" val="40017674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E321A-1DA0-302D-AA32-AC1E29D12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5E397A-CB5C-2611-DE41-495B74F015C2}"/>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SELF INSPECTION AND ASSESMENT</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LOGIN </a:t>
            </a:r>
            <a:br>
              <a:rPr lang="en-IN" sz="2400" b="1" dirty="0">
                <a:solidFill>
                  <a:schemeClr val="accent3">
                    <a:lumMod val="50000"/>
                  </a:schemeClr>
                </a:solidFill>
                <a:effectLst>
                  <a:outerShdw blurRad="38100" dist="38100" dir="2700000" algn="tl">
                    <a:srgbClr val="000000">
                      <a:alpha val="43137"/>
                    </a:srgbClr>
                  </a:outerShdw>
                </a:effectLst>
              </a:rPr>
            </a:br>
            <a:endParaRPr lang="en-US" sz="3200" dirty="0"/>
          </a:p>
        </p:txBody>
      </p:sp>
      <p:sp>
        <p:nvSpPr>
          <p:cNvPr id="12" name="Footer Placeholder 11">
            <a:extLst>
              <a:ext uri="{FF2B5EF4-FFF2-40B4-BE49-F238E27FC236}">
                <a16:creationId xmlns:a16="http://schemas.microsoft.com/office/drawing/2014/main" id="{91002FD4-7930-DF6F-007C-09EE6CA6CC43}"/>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70F8646A-3A58-AC9E-6434-28ABEC459B15}"/>
              </a:ext>
            </a:extLst>
          </p:cNvPr>
          <p:cNvSpPr>
            <a:spLocks noGrp="1"/>
          </p:cNvSpPr>
          <p:nvPr>
            <p:ph type="sldNum" sz="quarter" idx="12"/>
          </p:nvPr>
        </p:nvSpPr>
        <p:spPr/>
        <p:txBody>
          <a:bodyPr/>
          <a:lstStyle/>
          <a:p>
            <a:fld id="{5BFCF61C-3B18-4C03-8326-CC3B32D710C9}" type="slidenum">
              <a:rPr lang="en-US" smtClean="0"/>
              <a:pPr/>
              <a:t>50</a:t>
            </a:fld>
            <a:endParaRPr lang="en-US" dirty="0"/>
          </a:p>
        </p:txBody>
      </p:sp>
      <p:sp>
        <p:nvSpPr>
          <p:cNvPr id="3" name="Content Placeholder 2">
            <a:extLst>
              <a:ext uri="{FF2B5EF4-FFF2-40B4-BE49-F238E27FC236}">
                <a16:creationId xmlns:a16="http://schemas.microsoft.com/office/drawing/2014/main" id="{D52A49E3-8394-EA51-EDF9-5FCB34EC9A11}"/>
              </a:ext>
            </a:extLst>
          </p:cNvPr>
          <p:cNvSpPr txBox="1">
            <a:spLocks/>
          </p:cNvSpPr>
          <p:nvPr/>
        </p:nvSpPr>
        <p:spPr>
          <a:xfrm>
            <a:off x="3754737" y="1013706"/>
            <a:ext cx="6515556" cy="3853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endParaRPr lang="en-IN" sz="1800"/>
          </a:p>
          <a:p>
            <a:pPr algn="just">
              <a:buFont typeface="Arial" panose="020B0604020202020204" pitchFamily="34" charset="0"/>
              <a:buNone/>
            </a:pPr>
            <a:endParaRPr lang="en-IN" sz="1800" dirty="0"/>
          </a:p>
        </p:txBody>
      </p:sp>
      <p:grpSp>
        <p:nvGrpSpPr>
          <p:cNvPr id="5" name="Group 20">
            <a:extLst>
              <a:ext uri="{FF2B5EF4-FFF2-40B4-BE49-F238E27FC236}">
                <a16:creationId xmlns:a16="http://schemas.microsoft.com/office/drawing/2014/main" id="{4C51D263-0FB9-5707-290A-346C6F71FC04}"/>
              </a:ext>
            </a:extLst>
          </p:cNvPr>
          <p:cNvGrpSpPr/>
          <p:nvPr/>
        </p:nvGrpSpPr>
        <p:grpSpPr>
          <a:xfrm>
            <a:off x="3942643" y="931040"/>
            <a:ext cx="7715304" cy="4714264"/>
            <a:chOff x="785786" y="1643694"/>
            <a:chExt cx="7715304" cy="4714264"/>
          </a:xfrm>
        </p:grpSpPr>
        <p:pic>
          <p:nvPicPr>
            <p:cNvPr id="6" name="Picture 5" descr="LOGIN_FORM.PNG">
              <a:extLst>
                <a:ext uri="{FF2B5EF4-FFF2-40B4-BE49-F238E27FC236}">
                  <a16:creationId xmlns:a16="http://schemas.microsoft.com/office/drawing/2014/main" id="{37829C84-7957-46D6-D8E7-C800CED21DBC}"/>
                </a:ext>
              </a:extLst>
            </p:cNvPr>
            <p:cNvPicPr>
              <a:picLocks noChangeAspect="1"/>
            </p:cNvPicPr>
            <p:nvPr/>
          </p:nvPicPr>
          <p:blipFill>
            <a:blip r:embed="rId3"/>
            <a:stretch>
              <a:fillRect/>
            </a:stretch>
          </p:blipFill>
          <p:spPr>
            <a:xfrm>
              <a:off x="785786" y="1643694"/>
              <a:ext cx="7715304" cy="4714264"/>
            </a:xfrm>
            <a:prstGeom prst="rect">
              <a:avLst/>
            </a:prstGeom>
          </p:spPr>
        </p:pic>
        <p:sp>
          <p:nvSpPr>
            <p:cNvPr id="7" name="TextBox 6">
              <a:extLst>
                <a:ext uri="{FF2B5EF4-FFF2-40B4-BE49-F238E27FC236}">
                  <a16:creationId xmlns:a16="http://schemas.microsoft.com/office/drawing/2014/main" id="{268206C1-1C37-0081-41AD-34D6D8D8A451}"/>
                </a:ext>
              </a:extLst>
            </p:cNvPr>
            <p:cNvSpPr txBox="1"/>
            <p:nvPr/>
          </p:nvSpPr>
          <p:spPr>
            <a:xfrm>
              <a:off x="785786" y="2822056"/>
              <a:ext cx="7715304" cy="369332"/>
            </a:xfrm>
            <a:prstGeom prst="rect">
              <a:avLst/>
            </a:prstGeom>
            <a:solidFill>
              <a:schemeClr val="tx1">
                <a:lumMod val="75000"/>
                <a:lumOff val="25000"/>
              </a:schemeClr>
            </a:solidFill>
          </p:spPr>
          <p:txBody>
            <a:bodyPr wrap="square" rtlCol="0">
              <a:spAutoFit/>
            </a:bodyPr>
            <a:lstStyle/>
            <a:p>
              <a:pPr algn="ctr"/>
              <a:r>
                <a:rPr lang="hi-IN" dirty="0">
                  <a:solidFill>
                    <a:schemeClr val="bg1"/>
                  </a:solidFill>
                  <a:latin typeface="Arial" pitchFamily="34" charset="0"/>
                  <a:cs typeface="Arial" pitchFamily="34" charset="0"/>
                </a:rPr>
                <a:t>LOGIN PAGE FOR INDIVIDUAL BEING CONSIDER FOR DPC</a:t>
              </a:r>
              <a:endParaRPr lang="en-IN" dirty="0">
                <a:latin typeface="Arial" pitchFamily="34" charset="0"/>
                <a:cs typeface="Arial" pitchFamily="34" charset="0"/>
              </a:endParaRPr>
            </a:p>
          </p:txBody>
        </p:sp>
        <p:sp>
          <p:nvSpPr>
            <p:cNvPr id="8" name="TextBox 7">
              <a:extLst>
                <a:ext uri="{FF2B5EF4-FFF2-40B4-BE49-F238E27FC236}">
                  <a16:creationId xmlns:a16="http://schemas.microsoft.com/office/drawing/2014/main" id="{64721D0D-2E30-3E48-740F-6B7B95E3C520}"/>
                </a:ext>
              </a:extLst>
            </p:cNvPr>
            <p:cNvSpPr txBox="1"/>
            <p:nvPr/>
          </p:nvSpPr>
          <p:spPr>
            <a:xfrm>
              <a:off x="871512" y="3819131"/>
              <a:ext cx="7558140" cy="369332"/>
            </a:xfrm>
            <a:prstGeom prst="rect">
              <a:avLst/>
            </a:prstGeom>
            <a:solidFill>
              <a:schemeClr val="bg1"/>
            </a:solidFill>
          </p:spPr>
          <p:txBody>
            <a:bodyPr wrap="square" rtlCol="0">
              <a:spAutoFit/>
            </a:bodyPr>
            <a:lstStyle/>
            <a:p>
              <a:endParaRPr lang="en-IN" dirty="0"/>
            </a:p>
          </p:txBody>
        </p:sp>
      </p:grpSp>
      <p:sp>
        <p:nvSpPr>
          <p:cNvPr id="9" name="TextBox 8">
            <a:extLst>
              <a:ext uri="{FF2B5EF4-FFF2-40B4-BE49-F238E27FC236}">
                <a16:creationId xmlns:a16="http://schemas.microsoft.com/office/drawing/2014/main" id="{2BD545C5-E26E-93D1-FD31-CB2642FFA124}"/>
              </a:ext>
            </a:extLst>
          </p:cNvPr>
          <p:cNvSpPr txBox="1"/>
          <p:nvPr/>
        </p:nvSpPr>
        <p:spPr>
          <a:xfrm>
            <a:off x="6514411" y="3249750"/>
            <a:ext cx="857256" cy="215444"/>
          </a:xfrm>
          <a:prstGeom prst="rect">
            <a:avLst/>
          </a:prstGeom>
          <a:noFill/>
        </p:spPr>
        <p:txBody>
          <a:bodyPr wrap="square" rtlCol="0">
            <a:spAutoFit/>
          </a:bodyPr>
          <a:lstStyle/>
          <a:p>
            <a:r>
              <a:rPr lang="hi-IN" sz="800" dirty="0"/>
              <a:t>AADHAR  NO</a:t>
            </a:r>
            <a:endParaRPr lang="en-US" sz="800" dirty="0"/>
          </a:p>
        </p:txBody>
      </p:sp>
      <p:sp>
        <p:nvSpPr>
          <p:cNvPr id="10" name="TextBox 9">
            <a:extLst>
              <a:ext uri="{FF2B5EF4-FFF2-40B4-BE49-F238E27FC236}">
                <a16:creationId xmlns:a16="http://schemas.microsoft.com/office/drawing/2014/main" id="{339B6C57-0690-A06F-1D16-46002ED3CC56}"/>
              </a:ext>
            </a:extLst>
          </p:cNvPr>
          <p:cNvSpPr txBox="1"/>
          <p:nvPr/>
        </p:nvSpPr>
        <p:spPr>
          <a:xfrm>
            <a:off x="6943039" y="3506236"/>
            <a:ext cx="428628" cy="215444"/>
          </a:xfrm>
          <a:prstGeom prst="rect">
            <a:avLst/>
          </a:prstGeom>
          <a:noFill/>
        </p:spPr>
        <p:txBody>
          <a:bodyPr wrap="square" rtlCol="0">
            <a:spAutoFit/>
          </a:bodyPr>
          <a:lstStyle/>
          <a:p>
            <a:r>
              <a:rPr lang="hi-IN" sz="800" dirty="0"/>
              <a:t>OTP</a:t>
            </a:r>
            <a:endParaRPr lang="en-US" sz="800" dirty="0"/>
          </a:p>
        </p:txBody>
      </p:sp>
      <p:sp>
        <p:nvSpPr>
          <p:cNvPr id="11" name="TextBox 10">
            <a:extLst>
              <a:ext uri="{FF2B5EF4-FFF2-40B4-BE49-F238E27FC236}">
                <a16:creationId xmlns:a16="http://schemas.microsoft.com/office/drawing/2014/main" id="{871E0F72-BBDC-972E-0B8F-5B8231676E0D}"/>
              </a:ext>
            </a:extLst>
          </p:cNvPr>
          <p:cNvSpPr txBox="1"/>
          <p:nvPr/>
        </p:nvSpPr>
        <p:spPr>
          <a:xfrm>
            <a:off x="7300229" y="3249750"/>
            <a:ext cx="1857388" cy="230832"/>
          </a:xfrm>
          <a:prstGeom prst="rect">
            <a:avLst/>
          </a:prstGeom>
          <a:noFill/>
          <a:ln>
            <a:solidFill>
              <a:schemeClr val="tx1"/>
            </a:solidFill>
          </a:ln>
        </p:spPr>
        <p:txBody>
          <a:bodyPr wrap="square" rtlCol="0">
            <a:spAutoFit/>
          </a:bodyPr>
          <a:lstStyle/>
          <a:p>
            <a:r>
              <a:rPr lang="en-IN" sz="900" b="1" dirty="0">
                <a:solidFill>
                  <a:schemeClr val="bg1"/>
                </a:solidFill>
                <a:latin typeface="+mj-lt"/>
              </a:rPr>
              <a:t>999048447606</a:t>
            </a:r>
            <a:endParaRPr lang="en-US" sz="900" b="1" dirty="0">
              <a:solidFill>
                <a:schemeClr val="bg1"/>
              </a:solidFill>
              <a:latin typeface="+mj-lt"/>
            </a:endParaRPr>
          </a:p>
        </p:txBody>
      </p:sp>
      <p:sp>
        <p:nvSpPr>
          <p:cNvPr id="14" name="TextBox 13">
            <a:extLst>
              <a:ext uri="{FF2B5EF4-FFF2-40B4-BE49-F238E27FC236}">
                <a16:creationId xmlns:a16="http://schemas.microsoft.com/office/drawing/2014/main" id="{6A11CBB1-1C40-74C4-F006-14B6EC24CF6C}"/>
              </a:ext>
            </a:extLst>
          </p:cNvPr>
          <p:cNvSpPr txBox="1"/>
          <p:nvPr/>
        </p:nvSpPr>
        <p:spPr>
          <a:xfrm>
            <a:off x="7300229" y="3506236"/>
            <a:ext cx="1857388" cy="215444"/>
          </a:xfrm>
          <a:prstGeom prst="rect">
            <a:avLst/>
          </a:prstGeom>
          <a:noFill/>
          <a:ln>
            <a:solidFill>
              <a:schemeClr val="tx1"/>
            </a:solidFill>
          </a:ln>
        </p:spPr>
        <p:txBody>
          <a:bodyPr wrap="square" rtlCol="0">
            <a:spAutoFit/>
          </a:bodyPr>
          <a:lstStyle/>
          <a:p>
            <a:r>
              <a:rPr lang="en-IN" sz="800" b="1" dirty="0">
                <a:solidFill>
                  <a:schemeClr val="bg1"/>
                </a:solidFill>
              </a:rPr>
              <a:t>**********</a:t>
            </a:r>
            <a:endParaRPr lang="en-US" sz="800" b="1" dirty="0">
              <a:solidFill>
                <a:schemeClr val="bg1"/>
              </a:solidFill>
            </a:endParaRPr>
          </a:p>
        </p:txBody>
      </p:sp>
      <p:pic>
        <p:nvPicPr>
          <p:cNvPr id="15" name="Picture 14" descr="aadhar.png">
            <a:extLst>
              <a:ext uri="{FF2B5EF4-FFF2-40B4-BE49-F238E27FC236}">
                <a16:creationId xmlns:a16="http://schemas.microsoft.com/office/drawing/2014/main" id="{31D37B88-E347-679D-BF82-CBA466245EA2}"/>
              </a:ext>
            </a:extLst>
          </p:cNvPr>
          <p:cNvPicPr>
            <a:picLocks noChangeAspect="1"/>
          </p:cNvPicPr>
          <p:nvPr/>
        </p:nvPicPr>
        <p:blipFill>
          <a:blip r:embed="rId4"/>
          <a:stretch>
            <a:fillRect/>
          </a:stretch>
        </p:blipFill>
        <p:spPr>
          <a:xfrm>
            <a:off x="9943435" y="3073536"/>
            <a:ext cx="857256" cy="551094"/>
          </a:xfrm>
          <a:prstGeom prst="rect">
            <a:avLst/>
          </a:prstGeom>
        </p:spPr>
      </p:pic>
      <p:sp>
        <p:nvSpPr>
          <p:cNvPr id="16" name="TextBox 15">
            <a:extLst>
              <a:ext uri="{FF2B5EF4-FFF2-40B4-BE49-F238E27FC236}">
                <a16:creationId xmlns:a16="http://schemas.microsoft.com/office/drawing/2014/main" id="{B867BD9B-2498-AAFE-2261-3ACDD4943693}"/>
              </a:ext>
            </a:extLst>
          </p:cNvPr>
          <p:cNvSpPr txBox="1"/>
          <p:nvPr/>
        </p:nvSpPr>
        <p:spPr>
          <a:xfrm>
            <a:off x="7311949" y="3830088"/>
            <a:ext cx="1857388" cy="215444"/>
          </a:xfrm>
          <a:prstGeom prst="rect">
            <a:avLst/>
          </a:prstGeom>
          <a:noFill/>
          <a:ln>
            <a:solidFill>
              <a:schemeClr val="tx1"/>
            </a:solidFill>
          </a:ln>
        </p:spPr>
        <p:txBody>
          <a:bodyPr wrap="square" rtlCol="0">
            <a:spAutoFit/>
          </a:bodyPr>
          <a:lstStyle/>
          <a:p>
            <a:r>
              <a:rPr lang="hi-IN" sz="800" b="1" dirty="0">
                <a:solidFill>
                  <a:schemeClr val="bg1"/>
                </a:solidFill>
                <a:latin typeface="Arial Black" pitchFamily="34" charset="0"/>
              </a:rPr>
              <a:t>US1</a:t>
            </a:r>
            <a:endParaRPr lang="en-US" sz="800" b="1" dirty="0">
              <a:solidFill>
                <a:schemeClr val="bg1"/>
              </a:solidFill>
              <a:latin typeface="Arial Black" pitchFamily="34" charset="0"/>
            </a:endParaRPr>
          </a:p>
        </p:txBody>
      </p:sp>
      <p:sp>
        <p:nvSpPr>
          <p:cNvPr id="17" name="TextBox 16">
            <a:extLst>
              <a:ext uri="{FF2B5EF4-FFF2-40B4-BE49-F238E27FC236}">
                <a16:creationId xmlns:a16="http://schemas.microsoft.com/office/drawing/2014/main" id="{31B4BDC8-916F-CB5F-139F-A324E905C6FB}"/>
              </a:ext>
            </a:extLst>
          </p:cNvPr>
          <p:cNvSpPr txBox="1"/>
          <p:nvPr/>
        </p:nvSpPr>
        <p:spPr>
          <a:xfrm>
            <a:off x="7311949" y="4132844"/>
            <a:ext cx="1857388" cy="215444"/>
          </a:xfrm>
          <a:prstGeom prst="rect">
            <a:avLst/>
          </a:prstGeom>
          <a:noFill/>
          <a:ln>
            <a:solidFill>
              <a:schemeClr val="tx1"/>
            </a:solidFill>
          </a:ln>
        </p:spPr>
        <p:txBody>
          <a:bodyPr wrap="square" rtlCol="0">
            <a:spAutoFit/>
          </a:bodyPr>
          <a:lstStyle/>
          <a:p>
            <a:r>
              <a:rPr lang="hi-IN" sz="800" b="1" dirty="0">
                <a:solidFill>
                  <a:schemeClr val="bg1"/>
                </a:solidFill>
                <a:latin typeface="Arial Black" pitchFamily="34" charset="0"/>
              </a:rPr>
              <a:t>0/01/2012</a:t>
            </a:r>
            <a:endParaRPr lang="en-US" sz="800" b="1" dirty="0">
              <a:solidFill>
                <a:schemeClr val="bg1"/>
              </a:solidFill>
              <a:latin typeface="Arial Black" pitchFamily="34" charset="0"/>
            </a:endParaRPr>
          </a:p>
        </p:txBody>
      </p:sp>
      <p:sp>
        <p:nvSpPr>
          <p:cNvPr id="18" name="TextBox 17">
            <a:extLst>
              <a:ext uri="{FF2B5EF4-FFF2-40B4-BE49-F238E27FC236}">
                <a16:creationId xmlns:a16="http://schemas.microsoft.com/office/drawing/2014/main" id="{42FC0453-C5E4-36E1-DABA-C664F83D2532}"/>
              </a:ext>
            </a:extLst>
          </p:cNvPr>
          <p:cNvSpPr txBox="1"/>
          <p:nvPr/>
        </p:nvSpPr>
        <p:spPr>
          <a:xfrm>
            <a:off x="9300493" y="3645040"/>
            <a:ext cx="2214578" cy="553998"/>
          </a:xfrm>
          <a:prstGeom prst="rect">
            <a:avLst/>
          </a:prstGeom>
          <a:noFill/>
        </p:spPr>
        <p:txBody>
          <a:bodyPr wrap="square" rtlCol="0">
            <a:spAutoFit/>
          </a:bodyPr>
          <a:lstStyle/>
          <a:p>
            <a:r>
              <a:rPr lang="en-IN" sz="1000" b="1" dirty="0"/>
              <a:t>By providing </a:t>
            </a:r>
            <a:r>
              <a:rPr lang="en-IN" sz="1000" b="1" dirty="0" err="1"/>
              <a:t>Aadhar</a:t>
            </a:r>
            <a:r>
              <a:rPr lang="en-IN" sz="1000" b="1" dirty="0"/>
              <a:t> No. And </a:t>
            </a:r>
            <a:r>
              <a:rPr lang="en-IN" sz="1000" b="1" dirty="0" err="1"/>
              <a:t>Aadhar</a:t>
            </a:r>
            <a:r>
              <a:rPr lang="en-IN" sz="1000" b="1" dirty="0"/>
              <a:t> </a:t>
            </a:r>
            <a:r>
              <a:rPr lang="en-IN" sz="1000" b="1" dirty="0" err="1"/>
              <a:t>OTP</a:t>
            </a:r>
            <a:r>
              <a:rPr lang="en-IN" sz="1000" b="1" dirty="0"/>
              <a:t> you are digitally signing  th</a:t>
            </a:r>
            <a:r>
              <a:rPr lang="en-IN" sz="1000" dirty="0"/>
              <a:t>e content.</a:t>
            </a:r>
            <a:endParaRPr lang="en-US" sz="1000" b="1" dirty="0"/>
          </a:p>
        </p:txBody>
      </p:sp>
      <p:pic>
        <p:nvPicPr>
          <p:cNvPr id="19" name="Picture 18" descr="MOBILE.jpg">
            <a:extLst>
              <a:ext uri="{FF2B5EF4-FFF2-40B4-BE49-F238E27FC236}">
                <a16:creationId xmlns:a16="http://schemas.microsoft.com/office/drawing/2014/main" id="{D641CA96-435C-161F-F3F0-1B60DA3733A6}"/>
              </a:ext>
            </a:extLst>
          </p:cNvPr>
          <p:cNvPicPr>
            <a:picLocks noChangeAspect="1"/>
          </p:cNvPicPr>
          <p:nvPr/>
        </p:nvPicPr>
        <p:blipFill>
          <a:blip r:embed="rId5" cstate="print"/>
          <a:stretch>
            <a:fillRect/>
          </a:stretch>
        </p:blipFill>
        <p:spPr>
          <a:xfrm>
            <a:off x="4657023" y="3124236"/>
            <a:ext cx="592936" cy="1143008"/>
          </a:xfrm>
          <a:prstGeom prst="rect">
            <a:avLst/>
          </a:prstGeom>
        </p:spPr>
      </p:pic>
      <p:sp>
        <p:nvSpPr>
          <p:cNvPr id="20" name="Left Arrow 23">
            <a:extLst>
              <a:ext uri="{FF2B5EF4-FFF2-40B4-BE49-F238E27FC236}">
                <a16:creationId xmlns:a16="http://schemas.microsoft.com/office/drawing/2014/main" id="{1352D875-8116-13EF-D295-A2B317F9E5FB}"/>
              </a:ext>
            </a:extLst>
          </p:cNvPr>
          <p:cNvSpPr/>
          <p:nvPr/>
        </p:nvSpPr>
        <p:spPr>
          <a:xfrm>
            <a:off x="5228527" y="3293052"/>
            <a:ext cx="1285884" cy="99574"/>
          </a:xfrm>
          <a:prstGeom prst="lef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4">
            <a:extLst>
              <a:ext uri="{FF2B5EF4-FFF2-40B4-BE49-F238E27FC236}">
                <a16:creationId xmlns:a16="http://schemas.microsoft.com/office/drawing/2014/main" id="{AE5F46B7-FC85-9BF1-2A7F-26403177EC83}"/>
              </a:ext>
            </a:extLst>
          </p:cNvPr>
          <p:cNvSpPr/>
          <p:nvPr/>
        </p:nvSpPr>
        <p:spPr>
          <a:xfrm>
            <a:off x="5299965" y="3535502"/>
            <a:ext cx="1643074" cy="115838"/>
          </a:xfrm>
          <a:prstGeom prst="right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79EE30C-BBC3-98BB-9EE2-AE2992AD364A}"/>
              </a:ext>
            </a:extLst>
          </p:cNvPr>
          <p:cNvSpPr txBox="1"/>
          <p:nvPr/>
        </p:nvSpPr>
        <p:spPr>
          <a:xfrm>
            <a:off x="5384103" y="3864116"/>
            <a:ext cx="1898664" cy="215444"/>
          </a:xfrm>
          <a:prstGeom prst="rect">
            <a:avLst/>
          </a:prstGeom>
          <a:solidFill>
            <a:schemeClr val="bg1"/>
          </a:solidFill>
        </p:spPr>
        <p:txBody>
          <a:bodyPr wrap="square" rtlCol="0">
            <a:spAutoFit/>
          </a:bodyPr>
          <a:lstStyle/>
          <a:p>
            <a:r>
              <a:rPr lang="hi-IN" sz="800" dirty="0"/>
              <a:t>NAME AS ON AADHAR CARD</a:t>
            </a:r>
            <a:endParaRPr lang="en-US" sz="800" dirty="0"/>
          </a:p>
        </p:txBody>
      </p:sp>
      <p:sp>
        <p:nvSpPr>
          <p:cNvPr id="23" name="TextBox 22">
            <a:extLst>
              <a:ext uri="{FF2B5EF4-FFF2-40B4-BE49-F238E27FC236}">
                <a16:creationId xmlns:a16="http://schemas.microsoft.com/office/drawing/2014/main" id="{5A132A46-5C74-FB5A-309A-A0D49870F9B7}"/>
              </a:ext>
            </a:extLst>
          </p:cNvPr>
          <p:cNvSpPr txBox="1"/>
          <p:nvPr/>
        </p:nvSpPr>
        <p:spPr>
          <a:xfrm>
            <a:off x="5393627" y="4118576"/>
            <a:ext cx="1898664" cy="215444"/>
          </a:xfrm>
          <a:prstGeom prst="rect">
            <a:avLst/>
          </a:prstGeom>
          <a:solidFill>
            <a:schemeClr val="bg1"/>
          </a:solidFill>
        </p:spPr>
        <p:txBody>
          <a:bodyPr wrap="square" rtlCol="0">
            <a:spAutoFit/>
          </a:bodyPr>
          <a:lstStyle/>
          <a:p>
            <a:r>
              <a:rPr lang="hi-IN" sz="800" dirty="0"/>
              <a:t>DATE OF JOINING CURRENT CADRE</a:t>
            </a:r>
            <a:endParaRPr lang="en-US" sz="800" dirty="0"/>
          </a:p>
        </p:txBody>
      </p:sp>
    </p:spTree>
    <p:extLst>
      <p:ext uri="{BB962C8B-B14F-4D97-AF65-F5344CB8AC3E}">
        <p14:creationId xmlns:p14="http://schemas.microsoft.com/office/powerpoint/2010/main" val="105964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iterate type="lt">
                                    <p:tmPct val="10000"/>
                                  </p:iterate>
                                  <p:childTnLst>
                                    <p:animClr clrSpc="rgb" dir="cw">
                                      <p:cBhvr override="childStyle">
                                        <p:cTn id="6" dur="500" fill="hold"/>
                                        <p:tgtEl>
                                          <p:spTgt spid="11"/>
                                        </p:tgtEl>
                                        <p:attrNameLst>
                                          <p:attrName>style.color</p:attrName>
                                        </p:attrNameLst>
                                      </p:cBhvr>
                                      <p:to>
                                        <a:schemeClr val="tx1"/>
                                      </p:to>
                                    </p:animClr>
                                  </p:childTnLst>
                                </p:cTn>
                              </p:par>
                            </p:childTnLst>
                          </p:cTn>
                        </p:par>
                        <p:par>
                          <p:cTn id="7" fill="hold">
                            <p:stCondLst>
                              <p:cond delay="1050"/>
                            </p:stCondLst>
                            <p:childTnLst>
                              <p:par>
                                <p:cTn id="8" presetID="22" presetClass="entr" presetSubtype="2"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right)">
                                      <p:cBhvr>
                                        <p:cTn id="10" dur="500"/>
                                        <p:tgtEl>
                                          <p:spTgt spid="20"/>
                                        </p:tgtEl>
                                      </p:cBhvr>
                                    </p:animEffect>
                                  </p:childTnLst>
                                </p:cTn>
                              </p:par>
                            </p:childTnLst>
                          </p:cTn>
                        </p:par>
                        <p:par>
                          <p:cTn id="11" fill="hold">
                            <p:stCondLst>
                              <p:cond delay="1550"/>
                            </p:stCondLst>
                            <p:childTnLst>
                              <p:par>
                                <p:cTn id="12" presetID="22" presetClass="entr" presetSubtype="8" fill="hold" grpId="0" nodeType="after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left)">
                                      <p:cBhvr>
                                        <p:cTn id="14" dur="500"/>
                                        <p:tgtEl>
                                          <p:spTgt spid="21"/>
                                        </p:tgtEl>
                                      </p:cBhvr>
                                    </p:animEffect>
                                  </p:childTnLst>
                                </p:cTn>
                              </p:par>
                            </p:childTnLst>
                          </p:cTn>
                        </p:par>
                        <p:par>
                          <p:cTn id="15" fill="hold">
                            <p:stCondLst>
                              <p:cond delay="2050"/>
                            </p:stCondLst>
                            <p:childTnLst>
                              <p:par>
                                <p:cTn id="16" presetID="3" presetClass="emph" presetSubtype="2" fill="hold" grpId="0" nodeType="afterEffect">
                                  <p:stCondLst>
                                    <p:cond delay="0"/>
                                  </p:stCondLst>
                                  <p:iterate type="lt">
                                    <p:tmPct val="10000"/>
                                  </p:iterate>
                                  <p:childTnLst>
                                    <p:animClr clrSpc="rgb" dir="cw">
                                      <p:cBhvr override="childStyle">
                                        <p:cTn id="17" dur="500" fill="hold"/>
                                        <p:tgtEl>
                                          <p:spTgt spid="14"/>
                                        </p:tgtEl>
                                        <p:attrNameLst>
                                          <p:attrName>style.color</p:attrName>
                                        </p:attrNameLst>
                                      </p:cBhvr>
                                      <p:to>
                                        <a:schemeClr val="tx1"/>
                                      </p:to>
                                    </p:animClr>
                                  </p:childTnLst>
                                </p:cTn>
                              </p:par>
                            </p:childTnLst>
                          </p:cTn>
                        </p:par>
                        <p:par>
                          <p:cTn id="18" fill="hold">
                            <p:stCondLst>
                              <p:cond delay="3000"/>
                            </p:stCondLst>
                            <p:childTnLst>
                              <p:par>
                                <p:cTn id="19" presetID="3" presetClass="emph" presetSubtype="2" fill="hold" grpId="0" nodeType="afterEffect">
                                  <p:stCondLst>
                                    <p:cond delay="0"/>
                                  </p:stCondLst>
                                  <p:childTnLst>
                                    <p:animClr clrSpc="rgb" dir="cw">
                                      <p:cBhvr override="childStyle">
                                        <p:cTn id="20" dur="500" fill="hold"/>
                                        <p:tgtEl>
                                          <p:spTgt spid="16"/>
                                        </p:tgtEl>
                                        <p:attrNameLst>
                                          <p:attrName>style.color</p:attrName>
                                        </p:attrNameLst>
                                      </p:cBhvr>
                                      <p:to>
                                        <a:schemeClr val="tx1"/>
                                      </p:to>
                                    </p:animClr>
                                  </p:childTnLst>
                                </p:cTn>
                              </p:par>
                            </p:childTnLst>
                          </p:cTn>
                        </p:par>
                        <p:par>
                          <p:cTn id="21" fill="hold">
                            <p:stCondLst>
                              <p:cond delay="3500"/>
                            </p:stCondLst>
                            <p:childTnLst>
                              <p:par>
                                <p:cTn id="22" presetID="3" presetClass="emph" presetSubtype="2" fill="hold" grpId="0" nodeType="afterEffect">
                                  <p:stCondLst>
                                    <p:cond delay="0"/>
                                  </p:stCondLst>
                                  <p:iterate type="lt">
                                    <p:tmPct val="10000"/>
                                  </p:iterate>
                                  <p:childTnLst>
                                    <p:animClr clrSpc="rgb" dir="cw">
                                      <p:cBhvr override="childStyle">
                                        <p:cTn id="23" dur="2000" fill="hold"/>
                                        <p:tgtEl>
                                          <p:spTgt spid="17"/>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6" grpId="0" animBg="1"/>
      <p:bldP spid="17" grpId="0" animBg="1"/>
      <p:bldP spid="20" grpId="0" animBg="1"/>
      <p:bldP spid="2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4776E-2690-0697-5A5A-6FA6F47EE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5C4943-836F-BA2D-0D37-4AF8414BED52}"/>
              </a:ext>
            </a:extLst>
          </p:cNvPr>
          <p:cNvSpPr>
            <a:spLocks noGrp="1"/>
          </p:cNvSpPr>
          <p:nvPr>
            <p:ph type="title"/>
          </p:nvPr>
        </p:nvSpPr>
        <p:spPr>
          <a:xfrm>
            <a:off x="0" y="1399032"/>
            <a:ext cx="3048000" cy="3369738"/>
          </a:xfrm>
        </p:spPr>
        <p:txBody>
          <a:bodyPr/>
          <a:lstStyle/>
          <a:p>
            <a:pPr algn="ctr">
              <a:lnSpc>
                <a:spcPct val="150000"/>
              </a:lnSpc>
            </a:pPr>
            <a:r>
              <a:rPr lang="en-IN" sz="2400" b="1" dirty="0">
                <a:effectLst>
                  <a:outerShdw blurRad="38100" dist="38100" dir="2700000" algn="tl">
                    <a:srgbClr val="000000">
                      <a:alpha val="43137"/>
                    </a:srgbClr>
                  </a:outerShdw>
                </a:effectLst>
              </a:rPr>
              <a:t>SELF INSPECTION AND ASSESMENT</a:t>
            </a:r>
            <a:br>
              <a:rPr lang="en-IN" sz="2400" b="1" dirty="0">
                <a:effectLst>
                  <a:outerShdw blurRad="38100" dist="38100" dir="2700000" algn="tl">
                    <a:srgbClr val="000000">
                      <a:alpha val="43137"/>
                    </a:srgbClr>
                  </a:outerShdw>
                </a:effectLst>
              </a:rPr>
            </a:br>
            <a:br>
              <a:rPr lang="en-IN" sz="2400" b="1" dirty="0">
                <a:effectLst>
                  <a:outerShdw blurRad="38100" dist="38100" dir="2700000" algn="tl">
                    <a:srgbClr val="000000">
                      <a:alpha val="43137"/>
                    </a:srgbClr>
                  </a:outerShdw>
                </a:effectLst>
              </a:rPr>
            </a:br>
            <a:r>
              <a:rPr lang="en-IN" sz="2400" b="1" dirty="0">
                <a:solidFill>
                  <a:schemeClr val="accent3">
                    <a:lumMod val="50000"/>
                  </a:schemeClr>
                </a:solidFill>
                <a:effectLst>
                  <a:outerShdw blurRad="38100" dist="38100" dir="2700000" algn="tl">
                    <a:srgbClr val="000000">
                      <a:alpha val="43137"/>
                    </a:srgbClr>
                  </a:outerShdw>
                </a:effectLst>
              </a:rPr>
              <a:t>ACTION</a:t>
            </a:r>
            <a:endParaRPr lang="en-US" sz="3200" dirty="0"/>
          </a:p>
        </p:txBody>
      </p:sp>
      <p:sp>
        <p:nvSpPr>
          <p:cNvPr id="12" name="Footer Placeholder 11">
            <a:extLst>
              <a:ext uri="{FF2B5EF4-FFF2-40B4-BE49-F238E27FC236}">
                <a16:creationId xmlns:a16="http://schemas.microsoft.com/office/drawing/2014/main" id="{DC7553AA-2B78-823D-6F9D-25645967A92C}"/>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74E35625-3EB1-B62E-5489-C3A2C7C24087}"/>
              </a:ext>
            </a:extLst>
          </p:cNvPr>
          <p:cNvSpPr>
            <a:spLocks noGrp="1"/>
          </p:cNvSpPr>
          <p:nvPr>
            <p:ph type="sldNum" sz="quarter" idx="12"/>
          </p:nvPr>
        </p:nvSpPr>
        <p:spPr/>
        <p:txBody>
          <a:bodyPr/>
          <a:lstStyle/>
          <a:p>
            <a:fld id="{5BFCF61C-3B18-4C03-8326-CC3B32D710C9}" type="slidenum">
              <a:rPr lang="en-US" smtClean="0"/>
              <a:pPr/>
              <a:t>51</a:t>
            </a:fld>
            <a:endParaRPr lang="en-US" dirty="0"/>
          </a:p>
        </p:txBody>
      </p:sp>
      <p:graphicFrame>
        <p:nvGraphicFramePr>
          <p:cNvPr id="3" name="Table 2">
            <a:extLst>
              <a:ext uri="{FF2B5EF4-FFF2-40B4-BE49-F238E27FC236}">
                <a16:creationId xmlns:a16="http://schemas.microsoft.com/office/drawing/2014/main" id="{375DEB01-C13C-F3FD-B6E4-88968F8CD2FF}"/>
              </a:ext>
            </a:extLst>
          </p:cNvPr>
          <p:cNvGraphicFramePr>
            <a:graphicFrameLocks noGrp="1"/>
          </p:cNvGraphicFramePr>
          <p:nvPr>
            <p:extLst>
              <p:ext uri="{D42A27DB-BD31-4B8C-83A1-F6EECF244321}">
                <p14:modId xmlns:p14="http://schemas.microsoft.com/office/powerpoint/2010/main" val="2005463856"/>
              </p:ext>
            </p:extLst>
          </p:nvPr>
        </p:nvGraphicFramePr>
        <p:xfrm>
          <a:off x="3804525" y="3118076"/>
          <a:ext cx="7677505" cy="1102133"/>
        </p:xfrm>
        <a:graphic>
          <a:graphicData uri="http://schemas.openxmlformats.org/drawingml/2006/table">
            <a:tbl>
              <a:tblPr firstRow="1" bandRow="1">
                <a:tableStyleId>{5C22544A-7EE6-4342-B048-85BDC9FD1C3A}</a:tableStyleId>
              </a:tblPr>
              <a:tblGrid>
                <a:gridCol w="571504">
                  <a:extLst>
                    <a:ext uri="{9D8B030D-6E8A-4147-A177-3AD203B41FA5}">
                      <a16:colId xmlns:a16="http://schemas.microsoft.com/office/drawing/2014/main" val="20000"/>
                    </a:ext>
                  </a:extLst>
                </a:gridCol>
                <a:gridCol w="642942">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642942">
                  <a:extLst>
                    <a:ext uri="{9D8B030D-6E8A-4147-A177-3AD203B41FA5}">
                      <a16:colId xmlns:a16="http://schemas.microsoft.com/office/drawing/2014/main" val="20003"/>
                    </a:ext>
                  </a:extLst>
                </a:gridCol>
                <a:gridCol w="428628">
                  <a:extLst>
                    <a:ext uri="{9D8B030D-6E8A-4147-A177-3AD203B41FA5}">
                      <a16:colId xmlns:a16="http://schemas.microsoft.com/office/drawing/2014/main" val="20004"/>
                    </a:ext>
                  </a:extLst>
                </a:gridCol>
                <a:gridCol w="428628">
                  <a:extLst>
                    <a:ext uri="{9D8B030D-6E8A-4147-A177-3AD203B41FA5}">
                      <a16:colId xmlns:a16="http://schemas.microsoft.com/office/drawing/2014/main" val="20005"/>
                    </a:ext>
                  </a:extLst>
                </a:gridCol>
                <a:gridCol w="342900">
                  <a:extLst>
                    <a:ext uri="{9D8B030D-6E8A-4147-A177-3AD203B41FA5}">
                      <a16:colId xmlns:a16="http://schemas.microsoft.com/office/drawing/2014/main" val="20006"/>
                    </a:ext>
                  </a:extLst>
                </a:gridCol>
                <a:gridCol w="342900">
                  <a:extLst>
                    <a:ext uri="{9D8B030D-6E8A-4147-A177-3AD203B41FA5}">
                      <a16:colId xmlns:a16="http://schemas.microsoft.com/office/drawing/2014/main" val="20007"/>
                    </a:ext>
                  </a:extLst>
                </a:gridCol>
                <a:gridCol w="342900">
                  <a:extLst>
                    <a:ext uri="{9D8B030D-6E8A-4147-A177-3AD203B41FA5}">
                      <a16:colId xmlns:a16="http://schemas.microsoft.com/office/drawing/2014/main" val="20008"/>
                    </a:ext>
                  </a:extLst>
                </a:gridCol>
                <a:gridCol w="342900">
                  <a:extLst>
                    <a:ext uri="{9D8B030D-6E8A-4147-A177-3AD203B41FA5}">
                      <a16:colId xmlns:a16="http://schemas.microsoft.com/office/drawing/2014/main" val="20009"/>
                    </a:ext>
                  </a:extLst>
                </a:gridCol>
                <a:gridCol w="271474">
                  <a:extLst>
                    <a:ext uri="{9D8B030D-6E8A-4147-A177-3AD203B41FA5}">
                      <a16:colId xmlns:a16="http://schemas.microsoft.com/office/drawing/2014/main" val="20010"/>
                    </a:ext>
                  </a:extLst>
                </a:gridCol>
                <a:gridCol w="355918">
                  <a:extLst>
                    <a:ext uri="{9D8B030D-6E8A-4147-A177-3AD203B41FA5}">
                      <a16:colId xmlns:a16="http://schemas.microsoft.com/office/drawing/2014/main" val="20011"/>
                    </a:ext>
                  </a:extLst>
                </a:gridCol>
                <a:gridCol w="355918">
                  <a:extLst>
                    <a:ext uri="{9D8B030D-6E8A-4147-A177-3AD203B41FA5}">
                      <a16:colId xmlns:a16="http://schemas.microsoft.com/office/drawing/2014/main" val="20012"/>
                    </a:ext>
                  </a:extLst>
                </a:gridCol>
                <a:gridCol w="355918">
                  <a:extLst>
                    <a:ext uri="{9D8B030D-6E8A-4147-A177-3AD203B41FA5}">
                      <a16:colId xmlns:a16="http://schemas.microsoft.com/office/drawing/2014/main" val="20013"/>
                    </a:ext>
                  </a:extLst>
                </a:gridCol>
                <a:gridCol w="355918">
                  <a:extLst>
                    <a:ext uri="{9D8B030D-6E8A-4147-A177-3AD203B41FA5}">
                      <a16:colId xmlns:a16="http://schemas.microsoft.com/office/drawing/2014/main" val="20014"/>
                    </a:ext>
                  </a:extLst>
                </a:gridCol>
                <a:gridCol w="355918">
                  <a:extLst>
                    <a:ext uri="{9D8B030D-6E8A-4147-A177-3AD203B41FA5}">
                      <a16:colId xmlns:a16="http://schemas.microsoft.com/office/drawing/2014/main" val="20015"/>
                    </a:ext>
                  </a:extLst>
                </a:gridCol>
                <a:gridCol w="355918">
                  <a:extLst>
                    <a:ext uri="{9D8B030D-6E8A-4147-A177-3AD203B41FA5}">
                      <a16:colId xmlns:a16="http://schemas.microsoft.com/office/drawing/2014/main" val="20016"/>
                    </a:ext>
                  </a:extLst>
                </a:gridCol>
                <a:gridCol w="541337">
                  <a:extLst>
                    <a:ext uri="{9D8B030D-6E8A-4147-A177-3AD203B41FA5}">
                      <a16:colId xmlns:a16="http://schemas.microsoft.com/office/drawing/2014/main" val="20017"/>
                    </a:ext>
                  </a:extLst>
                </a:gridCol>
              </a:tblGrid>
              <a:tr h="443059">
                <a:tc rowSpan="2">
                  <a:txBody>
                    <a:bodyPr/>
                    <a:lstStyle/>
                    <a:p>
                      <a:pPr algn="ctr"/>
                      <a:r>
                        <a:rPr kumimoji="0" lang="en-IN" sz="900" b="1" kern="1200" dirty="0">
                          <a:solidFill>
                            <a:schemeClr val="lt1"/>
                          </a:solidFill>
                          <a:latin typeface="+mn-lt"/>
                          <a:ea typeface="+mn-ea"/>
                          <a:cs typeface="+mn-cs"/>
                        </a:rPr>
                        <a:t>NAME OF US</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DOB</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QUAL</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err="1">
                          <a:solidFill>
                            <a:schemeClr val="lt1"/>
                          </a:solidFill>
                          <a:latin typeface="+mn-lt"/>
                          <a:ea typeface="+mn-ea"/>
                          <a:cs typeface="+mn-cs"/>
                        </a:rPr>
                        <a:t>DOP</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CAT</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kumimoji="0" lang="en-IN" sz="900" b="1" kern="1200" dirty="0">
                          <a:solidFill>
                            <a:schemeClr val="lt1"/>
                          </a:solidFill>
                          <a:latin typeface="+mn-lt"/>
                          <a:ea typeface="+mn-ea"/>
                          <a:cs typeface="+mn-cs"/>
                        </a:rPr>
                        <a:t>LOYALTY</a:t>
                      </a:r>
                      <a:endParaRPr kumimoji="0" lang="en-US" sz="9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kumimoji="0" lang="en-IN" sz="1000" b="1" kern="1200" dirty="0">
                          <a:solidFill>
                            <a:schemeClr val="lt1"/>
                          </a:solidFill>
                          <a:latin typeface="+mn-lt"/>
                          <a:ea typeface="+mn-ea"/>
                          <a:cs typeface="+mn-cs"/>
                        </a:rPr>
                        <a:t>IMMOVABLE PROPERTY DETAILS</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gridSpan="6">
                  <a:txBody>
                    <a:bodyPr/>
                    <a:lstStyle/>
                    <a:p>
                      <a:pPr algn="ctr"/>
                      <a:r>
                        <a:rPr kumimoji="0" lang="en-IN" sz="1000" b="1" kern="1200" dirty="0">
                          <a:solidFill>
                            <a:schemeClr val="lt1"/>
                          </a:solidFill>
                          <a:latin typeface="+mn-lt"/>
                          <a:ea typeface="+mn-ea"/>
                          <a:cs typeface="+mn-cs"/>
                        </a:rPr>
                        <a:t>YEAR WISE CR</a:t>
                      </a:r>
                      <a:endParaRPr kumimoji="0" lang="en-US" sz="10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hMerge="1">
                  <a:txBody>
                    <a:bodyPr/>
                    <a:lstStyle/>
                    <a:p>
                      <a:endParaRPr lang="en-US" sz="1000" dirty="0"/>
                    </a:p>
                  </a:txBody>
                  <a:tcPr/>
                </a:tc>
                <a:tc rowSpan="2">
                  <a:txBody>
                    <a:bodyPr/>
                    <a:lstStyle/>
                    <a:p>
                      <a:pPr algn="ctr" fontAlgn="ctr"/>
                      <a:r>
                        <a:rPr kumimoji="0" lang="en-US" sz="1000" b="1" kern="1200" dirty="0">
                          <a:solidFill>
                            <a:schemeClr val="lt1"/>
                          </a:solidFill>
                          <a:latin typeface="+mn-lt"/>
                          <a:ea typeface="+mn-ea"/>
                          <a:cs typeface="+mn-cs"/>
                        </a:rPr>
                        <a:t>NOTE</a:t>
                      </a:r>
                    </a:p>
                    <a:p>
                      <a:pPr algn="ctr" fontAlgn="ctr"/>
                      <a:r>
                        <a:rPr lang="en-US" sz="700" b="0" i="0" u="none" strike="noStrike" dirty="0">
                          <a:solidFill>
                            <a:srgbClr val="000000"/>
                          </a:solidFill>
                          <a:latin typeface="Arial"/>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5229">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pPr algn="ctr" fontAlgn="ctr"/>
                      <a:endParaRPr lang="en-US" sz="1000" b="0" i="0" u="none" strike="noStrike" dirty="0">
                        <a:solidFill>
                          <a:srgbClr val="000000"/>
                        </a:solidFill>
                        <a:latin typeface="Arial"/>
                      </a:endParaRPr>
                    </a:p>
                  </a:txBody>
                  <a:tcPr marL="9525" marR="9525" marT="9525" marB="0" anchor="ctr"/>
                </a:tc>
                <a:tc vMerge="1">
                  <a:txBody>
                    <a:bodyPr/>
                    <a:lstStyle/>
                    <a:p>
                      <a:endParaRPr lang="en-US" dirty="0"/>
                    </a:p>
                  </a:txBody>
                  <a:tcPr/>
                </a:tc>
                <a:tc>
                  <a:txBody>
                    <a:bodyPr/>
                    <a:lstStyle/>
                    <a:p>
                      <a:pPr algn="ctr"/>
                      <a:r>
                        <a:rPr lang="en-IN" sz="1050" b="1" dirty="0">
                          <a:latin typeface="Arial Narrow" pitchFamily="34" charset="0"/>
                        </a:rPr>
                        <a:t>2013</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2012</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050" b="1" kern="1200" dirty="0">
                          <a:solidFill>
                            <a:schemeClr val="dk1"/>
                          </a:solidFill>
                          <a:latin typeface="Arial Narrow" pitchFamily="34" charset="0"/>
                          <a:ea typeface="+mn-ea"/>
                          <a:cs typeface="+mn-cs"/>
                        </a:rPr>
                        <a:t>2013</a:t>
                      </a:r>
                      <a:endParaRPr kumimoji="0" lang="en-US" sz="1050" b="1" kern="1200" dirty="0">
                        <a:solidFill>
                          <a:schemeClr val="dk1"/>
                        </a:solidFill>
                        <a:latin typeface="Arial Narrow" pitchFamily="34" charset="0"/>
                        <a:ea typeface="+mn-ea"/>
                        <a:cs typeface="+mn-cs"/>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2014</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2015</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1016</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b="1" dirty="0">
                          <a:latin typeface="Arial Narrow" pitchFamily="34" charset="0"/>
                        </a:rPr>
                        <a:t>2017</a:t>
                      </a:r>
                      <a:endParaRPr lang="en-US" sz="1050" b="1" dirty="0">
                        <a:latin typeface="Arial Narrow" pitchFamily="34" charset="0"/>
                      </a:endParaRPr>
                    </a:p>
                  </a:txBody>
                  <a:tcPr vert="vert2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ctr"/>
                      <a:endParaRPr lang="en-US" sz="700" b="0" i="0" u="none" strike="noStrike" dirty="0">
                        <a:solidFill>
                          <a:srgbClr val="000000"/>
                        </a:solidFill>
                        <a:latin typeface="Arial"/>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7058">
                <a:tc>
                  <a:txBody>
                    <a:bodyPr/>
                    <a:lstStyle/>
                    <a:p>
                      <a:pPr algn="ctr" fontAlgn="ctr"/>
                      <a:r>
                        <a:rPr lang="en-US" sz="900" b="0" i="0" u="none" strike="noStrike" dirty="0">
                          <a:solidFill>
                            <a:srgbClr val="000000"/>
                          </a:solidFill>
                          <a:latin typeface="Arial"/>
                        </a:rPr>
                        <a:t>US1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20-03-1964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a:solidFill>
                            <a:srgbClr val="000000"/>
                          </a:solidFill>
                          <a:latin typeface="Arial"/>
                        </a:rPr>
                        <a:t>11TH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01-01-2012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900" b="0" i="0" u="none" strike="noStrike" dirty="0">
                          <a:solidFill>
                            <a:srgbClr val="000000"/>
                          </a:solidFill>
                          <a:latin typeface="Arial"/>
                        </a:rPr>
                        <a:t>UR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hi-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N" sz="1200" b="1" kern="1200" dirty="0">
                          <a:solidFill>
                            <a:schemeClr val="dk1"/>
                          </a:solidFill>
                          <a:latin typeface="Agency FB" pitchFamily="34" charset="0"/>
                          <a:ea typeface="+mn-ea"/>
                          <a:cs typeface="+mn-cs"/>
                        </a:rPr>
                        <a:t>Y</a:t>
                      </a:r>
                      <a:endParaRPr kumimoji="0" lang="en-US" sz="120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bg1">
                              <a:lumMod val="50000"/>
                            </a:schemeClr>
                          </a:solidFill>
                          <a:latin typeface="Agency FB" pitchFamily="34" charset="0"/>
                          <a:ea typeface="+mn-ea"/>
                          <a:cs typeface="+mn-cs"/>
                        </a:rPr>
                        <a:t>क</a:t>
                      </a:r>
                      <a:r>
                        <a:rPr kumimoji="0" lang="en-IN" sz="1050" b="1" kern="1200" dirty="0">
                          <a:solidFill>
                            <a:schemeClr val="bg1">
                              <a:lumMod val="50000"/>
                            </a:schemeClr>
                          </a:solidFill>
                          <a:latin typeface="Agency FB" pitchFamily="34" charset="0"/>
                          <a:ea typeface="+mn-ea"/>
                          <a:cs typeface="+mn-cs"/>
                        </a:rPr>
                        <a:t>+</a:t>
                      </a:r>
                      <a:endParaRPr kumimoji="0" lang="en-US" sz="1050" b="1" kern="1200" dirty="0">
                        <a:solidFill>
                          <a:schemeClr val="bg1">
                            <a:lumMod val="50000"/>
                          </a:schemeClr>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ख</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rtl="0" eaLnBrk="1" latinLnBrk="0" hangingPunct="1"/>
                      <a:r>
                        <a:rPr kumimoji="0" lang="hi-IN" sz="1050" b="1" kern="1200" dirty="0">
                          <a:solidFill>
                            <a:schemeClr val="dk1"/>
                          </a:solidFill>
                          <a:latin typeface="Agency FB" pitchFamily="34" charset="0"/>
                          <a:ea typeface="+mn-ea"/>
                          <a:cs typeface="+mn-cs"/>
                        </a:rPr>
                        <a:t>क</a:t>
                      </a:r>
                      <a:r>
                        <a:rPr kumimoji="0" lang="en-IN" sz="1050" b="1" kern="1200" dirty="0">
                          <a:solidFill>
                            <a:schemeClr val="dk1"/>
                          </a:solidFill>
                          <a:latin typeface="Agency FB" pitchFamily="34" charset="0"/>
                          <a:ea typeface="+mn-ea"/>
                          <a:cs typeface="+mn-cs"/>
                        </a:rPr>
                        <a:t>+</a:t>
                      </a:r>
                      <a:endParaRPr kumimoji="0" lang="en-US" sz="1050" b="1" kern="1200" dirty="0">
                        <a:solidFill>
                          <a:schemeClr val="dk1"/>
                        </a:solidFill>
                        <a:latin typeface="Agency FB"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Rectangle 3">
            <a:extLst>
              <a:ext uri="{FF2B5EF4-FFF2-40B4-BE49-F238E27FC236}">
                <a16:creationId xmlns:a16="http://schemas.microsoft.com/office/drawing/2014/main" id="{D995A895-5B92-F03D-6FDB-1D06265371E0}"/>
              </a:ext>
            </a:extLst>
          </p:cNvPr>
          <p:cNvSpPr/>
          <p:nvPr/>
        </p:nvSpPr>
        <p:spPr>
          <a:xfrm>
            <a:off x="3294939" y="1260688"/>
            <a:ext cx="8786874" cy="1785104"/>
          </a:xfrm>
          <a:prstGeom prst="rect">
            <a:avLst/>
          </a:prstGeom>
        </p:spPr>
        <p:txBody>
          <a:bodyPr wrap="square">
            <a:spAutoFit/>
          </a:bodyPr>
          <a:lstStyle/>
          <a:p>
            <a:pPr algn="ctr"/>
            <a:r>
              <a:rPr lang="hi-IN" sz="2800" dirty="0">
                <a:solidFill>
                  <a:srgbClr val="002060"/>
                </a:solidFill>
                <a:effectLst>
                  <a:outerShdw blurRad="38100" dist="38100" dir="2700000" algn="tl">
                    <a:srgbClr val="000000">
                      <a:alpha val="43137"/>
                    </a:srgbClr>
                  </a:outerShdw>
                </a:effectLst>
              </a:rPr>
              <a:t>DATA BEING CONSIDER AS PROVIDED BY YOUR DEPARTMENT FOR ONLINE DPC </a:t>
            </a:r>
          </a:p>
          <a:p>
            <a:r>
              <a:rPr lang="hi-IN" dirty="0">
                <a:effectLst>
                  <a:outerShdw blurRad="38100" dist="38100" dir="2700000" algn="tl">
                    <a:srgbClr val="000000">
                      <a:alpha val="43137"/>
                    </a:srgbClr>
                  </a:outerShdw>
                </a:effectLst>
              </a:rPr>
              <a:t>NAME – US1</a:t>
            </a:r>
          </a:p>
          <a:p>
            <a:r>
              <a:rPr lang="hi-IN" dirty="0">
                <a:effectLst>
                  <a:outerShdw blurRad="38100" dist="38100" dir="2700000" algn="tl">
                    <a:srgbClr val="000000">
                      <a:alpha val="43137"/>
                    </a:srgbClr>
                  </a:outerShdw>
                </a:effectLst>
              </a:rPr>
              <a:t>DOB – 20-03-19</a:t>
            </a:r>
            <a:r>
              <a:rPr lang="en-IN" dirty="0">
                <a:effectLst>
                  <a:outerShdw blurRad="38100" dist="38100" dir="2700000" algn="tl">
                    <a:srgbClr val="000000">
                      <a:alpha val="43137"/>
                    </a:srgbClr>
                  </a:outerShdw>
                </a:effectLst>
              </a:rPr>
              <a:t>72</a:t>
            </a:r>
            <a:endParaRPr lang="hi-IN" dirty="0">
              <a:effectLst>
                <a:outerShdw blurRad="38100" dist="38100" dir="2700000" algn="tl">
                  <a:srgbClr val="000000">
                    <a:alpha val="43137"/>
                  </a:srgbClr>
                </a:outerShdw>
              </a:effectLst>
            </a:endParaRPr>
          </a:p>
          <a:p>
            <a:r>
              <a:rPr lang="hi-IN" dirty="0">
                <a:effectLst>
                  <a:outerShdw blurRad="38100" dist="38100" dir="2700000" algn="tl">
                    <a:srgbClr val="000000">
                      <a:alpha val="43137"/>
                    </a:srgbClr>
                  </a:outerShdw>
                </a:effectLst>
              </a:rPr>
              <a:t>CAT - UR</a:t>
            </a:r>
            <a:endParaRPr lang="en-US"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4086D929-1443-A108-0114-AB05A7D4F621}"/>
              </a:ext>
            </a:extLst>
          </p:cNvPr>
          <p:cNvSpPr txBox="1"/>
          <p:nvPr/>
        </p:nvSpPr>
        <p:spPr>
          <a:xfrm>
            <a:off x="3795005" y="4332522"/>
            <a:ext cx="7715304" cy="1200329"/>
          </a:xfrm>
          <a:prstGeom prst="rect">
            <a:avLst/>
          </a:prstGeom>
          <a:noFill/>
        </p:spPr>
        <p:txBody>
          <a:bodyPr wrap="square" rtlCol="0">
            <a:spAutoFit/>
          </a:bodyPr>
          <a:lstStyle/>
          <a:p>
            <a:pPr algn="ctr"/>
            <a:r>
              <a:rPr lang="hi-IN" b="1" dirty="0">
                <a:solidFill>
                  <a:schemeClr val="accent6">
                    <a:lumMod val="50000"/>
                  </a:schemeClr>
                </a:solidFill>
                <a:latin typeface="Aparajita" pitchFamily="18" charset="0"/>
                <a:cs typeface="Aparajita" pitchFamily="18" charset="0"/>
              </a:rPr>
              <a:t>यदि उक्त डाटा के सम्बन्ध में आपको किसी प्रकार की आपत्ति हो तो दिनांक </a:t>
            </a:r>
            <a:r>
              <a:rPr lang="en-IN" b="1" dirty="0">
                <a:solidFill>
                  <a:schemeClr val="accent6">
                    <a:lumMod val="50000"/>
                  </a:schemeClr>
                </a:solidFill>
                <a:latin typeface="Aparajita" pitchFamily="18" charset="0"/>
                <a:cs typeface="Aparajita" pitchFamily="18" charset="0"/>
              </a:rPr>
              <a:t>25</a:t>
            </a:r>
            <a:r>
              <a:rPr lang="hi-IN" b="1" dirty="0">
                <a:solidFill>
                  <a:schemeClr val="accent6">
                    <a:lumMod val="50000"/>
                  </a:schemeClr>
                </a:solidFill>
                <a:latin typeface="Aparajita" pitchFamily="18" charset="0"/>
                <a:cs typeface="Aparajita" pitchFamily="18" charset="0"/>
              </a:rPr>
              <a:t> जून 2026 या उसके पूर्व विभाग में स्वयं उपस्थित होकर समाधान करवा लेवें. छत्तीसगढ़ लोक सेवा आयोग द्वारा उक्त सम्बन्ध में किसी भी प्रकार के अभ्यावेदन पर विचार नहीं किया जाएगा और ऐसे अभ्यावेदन सीधे नस्तीबद्ध कर दिए जाएँगे.</a:t>
            </a:r>
            <a:endParaRPr lang="en-US" b="1" dirty="0">
              <a:solidFill>
                <a:schemeClr val="accent6">
                  <a:lumMod val="50000"/>
                </a:schemeClr>
              </a:solidFill>
              <a:latin typeface="Aparajita" pitchFamily="18" charset="0"/>
              <a:cs typeface="Aparajita" pitchFamily="18" charset="0"/>
            </a:endParaRPr>
          </a:p>
        </p:txBody>
      </p:sp>
      <p:sp>
        <p:nvSpPr>
          <p:cNvPr id="6" name="Rounded Rectangle 11">
            <a:extLst>
              <a:ext uri="{FF2B5EF4-FFF2-40B4-BE49-F238E27FC236}">
                <a16:creationId xmlns:a16="http://schemas.microsoft.com/office/drawing/2014/main" id="{433DBE6F-CD19-25DF-4072-E6293CFAC8BD}"/>
              </a:ext>
            </a:extLst>
          </p:cNvPr>
          <p:cNvSpPr/>
          <p:nvPr/>
        </p:nvSpPr>
        <p:spPr>
          <a:xfrm>
            <a:off x="9271229" y="5597312"/>
            <a:ext cx="1571636"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i-IN" dirty="0"/>
              <a:t>CLOSE</a:t>
            </a:r>
            <a:endParaRPr lang="en-IN" dirty="0"/>
          </a:p>
        </p:txBody>
      </p:sp>
      <p:sp>
        <p:nvSpPr>
          <p:cNvPr id="7" name="Rounded Rectangle 12">
            <a:extLst>
              <a:ext uri="{FF2B5EF4-FFF2-40B4-BE49-F238E27FC236}">
                <a16:creationId xmlns:a16="http://schemas.microsoft.com/office/drawing/2014/main" id="{FD51353F-4A25-B0F4-0FE2-55B4B92BDDE0}"/>
              </a:ext>
            </a:extLst>
          </p:cNvPr>
          <p:cNvSpPr/>
          <p:nvPr/>
        </p:nvSpPr>
        <p:spPr>
          <a:xfrm>
            <a:off x="7342403" y="5597312"/>
            <a:ext cx="1571636"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hi-IN" dirty="0"/>
              <a:t>PRINT</a:t>
            </a:r>
            <a:endParaRPr lang="en-IN" dirty="0"/>
          </a:p>
        </p:txBody>
      </p:sp>
      <p:sp>
        <p:nvSpPr>
          <p:cNvPr id="8" name="Rounded Rectangle 12">
            <a:extLst>
              <a:ext uri="{FF2B5EF4-FFF2-40B4-BE49-F238E27FC236}">
                <a16:creationId xmlns:a16="http://schemas.microsoft.com/office/drawing/2014/main" id="{A57AA3CB-590F-1242-515A-3296E6118F6E}"/>
              </a:ext>
            </a:extLst>
          </p:cNvPr>
          <p:cNvSpPr/>
          <p:nvPr/>
        </p:nvSpPr>
        <p:spPr>
          <a:xfrm>
            <a:off x="4561115" y="5597312"/>
            <a:ext cx="2424098" cy="5715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IN" dirty="0"/>
              <a:t>RAISE OBJECTION</a:t>
            </a:r>
          </a:p>
        </p:txBody>
      </p:sp>
    </p:spTree>
    <p:extLst>
      <p:ext uri="{BB962C8B-B14F-4D97-AF65-F5344CB8AC3E}">
        <p14:creationId xmlns:p14="http://schemas.microsoft.com/office/powerpoint/2010/main" val="4032300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2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ppt_w</p:attrName>
                                        </p:attrNameLst>
                                      </p:cBhvr>
                                      <p:tavLst>
                                        <p:tav tm="0">
                                          <p:val>
                                            <p:fltVal val="0"/>
                                          </p:val>
                                        </p:tav>
                                        <p:tav tm="100000">
                                          <p:val>
                                            <p:strVal val="#ppt_w"/>
                                          </p:val>
                                        </p:tav>
                                      </p:tavLst>
                                    </p:anim>
                                    <p:anim calcmode="lin" valueType="num">
                                      <p:cBhvr>
                                        <p:cTn id="17" dur="500" fill="hold"/>
                                        <p:tgtEl>
                                          <p:spTgt spid="5"/>
                                        </p:tgtEl>
                                        <p:attrNameLst>
                                          <p:attrName>ppt_h</p:attrName>
                                        </p:attrNameLst>
                                      </p:cBhvr>
                                      <p:tavLst>
                                        <p:tav tm="0">
                                          <p:val>
                                            <p:fltVal val="0"/>
                                          </p:val>
                                        </p:tav>
                                        <p:tav tm="100000">
                                          <p:val>
                                            <p:strVal val="#ppt_h"/>
                                          </p:val>
                                        </p:tav>
                                      </p:tavLst>
                                    </p:anim>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6" presetClass="emph" presetSubtype="0" fill="hold" grpId="1" nodeType="clickEffect">
                                  <p:stCondLst>
                                    <p:cond delay="0"/>
                                  </p:stCondLst>
                                  <p:childTnLst>
                                    <p:animEffect transition="out" filter="fade">
                                      <p:cBhvr>
                                        <p:cTn id="22" dur="500" tmFilter="0, 0; .2, .5; .8, .5; 1, 0"/>
                                        <p:tgtEl>
                                          <p:spTgt spid="5"/>
                                        </p:tgtEl>
                                      </p:cBhvr>
                                    </p:animEffect>
                                    <p:animScale>
                                      <p:cBhvr>
                                        <p:cTn id="23" dur="250" autoRev="1" fill="hold"/>
                                        <p:tgtEl>
                                          <p:spTgt spid="5"/>
                                        </p:tgtEl>
                                      </p:cBhvr>
                                      <p:by x="105000" y="105000"/>
                                    </p:animScale>
                                  </p:childTnLst>
                                </p:cTn>
                              </p:par>
                            </p:childTnLst>
                          </p:cTn>
                        </p:par>
                      </p:childTnLst>
                    </p:cTn>
                  </p:par>
                  <p:par>
                    <p:cTn id="24" fill="hold">
                      <p:stCondLst>
                        <p:cond delay="indefinite"/>
                      </p:stCondLst>
                      <p:childTnLst>
                        <p:par>
                          <p:cTn id="25" fill="hold">
                            <p:stCondLst>
                              <p:cond delay="0"/>
                            </p:stCondLst>
                            <p:childTnLst>
                              <p:par>
                                <p:cTn id="26" presetID="26" presetClass="emph" presetSubtype="0" fill="hold" grpId="0" nodeType="clickEffect">
                                  <p:stCondLst>
                                    <p:cond delay="0"/>
                                  </p:stCondLst>
                                  <p:childTnLst>
                                    <p:animEffect transition="out" filter="fade">
                                      <p:cBhvr>
                                        <p:cTn id="27" dur="500" tmFilter="0, 0; .2, .5; .8, .5; 1, 0"/>
                                        <p:tgtEl>
                                          <p:spTgt spid="7"/>
                                        </p:tgtEl>
                                      </p:cBhvr>
                                    </p:animEffect>
                                    <p:animScale>
                                      <p:cBhvr>
                                        <p:cTn id="28" dur="250" autoRev="1" fill="hold"/>
                                        <p:tgtEl>
                                          <p:spTgt spid="7"/>
                                        </p:tgtEl>
                                      </p:cBhvr>
                                      <p:by x="105000" y="105000"/>
                                    </p:animScale>
                                  </p:childTnLst>
                                </p:cTn>
                              </p:par>
                            </p:childTnLst>
                          </p:cTn>
                        </p:par>
                      </p:childTnLst>
                    </p:cTn>
                  </p:par>
                  <p:par>
                    <p:cTn id="29" fill="hold">
                      <p:stCondLst>
                        <p:cond delay="indefinite"/>
                      </p:stCondLst>
                      <p:childTnLst>
                        <p:par>
                          <p:cTn id="30" fill="hold">
                            <p:stCondLst>
                              <p:cond delay="0"/>
                            </p:stCondLst>
                            <p:childTnLst>
                              <p:par>
                                <p:cTn id="31" presetID="26" presetClass="emph" presetSubtype="0" fill="hold" grpId="0" nodeType="clickEffect">
                                  <p:stCondLst>
                                    <p:cond delay="0"/>
                                  </p:stCondLst>
                                  <p:childTnLst>
                                    <p:animEffect transition="out" filter="fade">
                                      <p:cBhvr>
                                        <p:cTn id="32" dur="500" tmFilter="0, 0; .2, .5; .8, .5; 1, 0"/>
                                        <p:tgtEl>
                                          <p:spTgt spid="6"/>
                                        </p:tgtEl>
                                      </p:cBhvr>
                                    </p:animEffect>
                                    <p:animScale>
                                      <p:cBhvr>
                                        <p:cTn id="33" dur="250" autoRev="1" fill="hold"/>
                                        <p:tgtEl>
                                          <p:spTgt spid="6"/>
                                        </p:tgtEl>
                                      </p:cBhvr>
                                      <p:by x="105000" y="105000"/>
                                    </p:animScale>
                                  </p:childTnLst>
                                </p:cTn>
                              </p:par>
                            </p:childTnLst>
                          </p:cTn>
                        </p:par>
                      </p:childTnLst>
                    </p:cTn>
                  </p:par>
                  <p:par>
                    <p:cTn id="34" fill="hold">
                      <p:stCondLst>
                        <p:cond delay="indefinite"/>
                      </p:stCondLst>
                      <p:childTnLst>
                        <p:par>
                          <p:cTn id="35" fill="hold">
                            <p:stCondLst>
                              <p:cond delay="0"/>
                            </p:stCondLst>
                            <p:childTnLst>
                              <p:par>
                                <p:cTn id="36" presetID="26" presetClass="emph" presetSubtype="0" fill="hold" grpId="0" nodeType="clickEffect">
                                  <p:stCondLst>
                                    <p:cond delay="0"/>
                                  </p:stCondLst>
                                  <p:childTnLst>
                                    <p:animEffect transition="out" filter="fade">
                                      <p:cBhvr>
                                        <p:cTn id="37" dur="500" tmFilter="0, 0; .2, .5; .8, .5; 1, 0"/>
                                        <p:tgtEl>
                                          <p:spTgt spid="8"/>
                                        </p:tgtEl>
                                      </p:cBhvr>
                                    </p:animEffect>
                                    <p:animScale>
                                      <p:cBhvr>
                                        <p:cTn id="38"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5" grpId="1"/>
      <p:bldP spid="6" grpId="0" animBg="1"/>
      <p:bldP spid="7" grpId="0" animBg="1"/>
      <p:bldP spid="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23986-85BF-30D6-0326-4FC087406C2D}"/>
            </a:ext>
          </a:extLst>
        </p:cNvPr>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0C145333-79E0-3662-273A-05B74824DC41}"/>
              </a:ext>
            </a:extLst>
          </p:cNvPr>
          <p:cNvSpPr>
            <a:spLocks noGrp="1"/>
          </p:cNvSpPr>
          <p:nvPr>
            <p:ph type="ftr" sz="quarter" idx="11"/>
          </p:nvPr>
        </p:nvSpPr>
        <p:spPr/>
        <p:txBody>
          <a:bodyPr/>
          <a:lstStyle/>
          <a:p>
            <a:r>
              <a:rPr lang="en-US" dirty="0"/>
              <a:t>Online DPC</a:t>
            </a:r>
          </a:p>
        </p:txBody>
      </p:sp>
      <p:sp>
        <p:nvSpPr>
          <p:cNvPr id="13" name="Slide Number Placeholder 12">
            <a:extLst>
              <a:ext uri="{FF2B5EF4-FFF2-40B4-BE49-F238E27FC236}">
                <a16:creationId xmlns:a16="http://schemas.microsoft.com/office/drawing/2014/main" id="{A59496E2-C2B5-BFF5-8D72-9A3ED2E856AF}"/>
              </a:ext>
            </a:extLst>
          </p:cNvPr>
          <p:cNvSpPr>
            <a:spLocks noGrp="1"/>
          </p:cNvSpPr>
          <p:nvPr>
            <p:ph type="sldNum" sz="quarter" idx="12"/>
          </p:nvPr>
        </p:nvSpPr>
        <p:spPr/>
        <p:txBody>
          <a:bodyPr/>
          <a:lstStyle/>
          <a:p>
            <a:fld id="{5BFCF61C-3B18-4C03-8326-CC3B32D710C9}" type="slidenum">
              <a:rPr lang="en-US" smtClean="0"/>
              <a:pPr/>
              <a:t>52</a:t>
            </a:fld>
            <a:endParaRPr lang="en-US"/>
          </a:p>
        </p:txBody>
      </p:sp>
      <p:sp>
        <p:nvSpPr>
          <p:cNvPr id="3" name="Rectangle 2">
            <a:extLst>
              <a:ext uri="{FF2B5EF4-FFF2-40B4-BE49-F238E27FC236}">
                <a16:creationId xmlns:a16="http://schemas.microsoft.com/office/drawing/2014/main" id="{3F9D2DCC-1EE6-BEEC-6DCD-C930146024A9}"/>
              </a:ext>
            </a:extLst>
          </p:cNvPr>
          <p:cNvSpPr/>
          <p:nvPr/>
        </p:nvSpPr>
        <p:spPr>
          <a:xfrm>
            <a:off x="2938565" y="1387917"/>
            <a:ext cx="6314870" cy="1323439"/>
          </a:xfrm>
          <a:prstGeom prst="rect">
            <a:avLst/>
          </a:prstGeom>
          <a:noFill/>
        </p:spPr>
        <p:txBody>
          <a:bodyPr wrap="none" lIns="91440" tIns="45720" rIns="91440" bIns="45720">
            <a:spAutoFit/>
          </a:bodyPr>
          <a:lstStyle/>
          <a:p>
            <a:pPr algn="ctr"/>
            <a:r>
              <a:rPr lang="hi-IN" sz="80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THANK YOU</a:t>
            </a:r>
            <a:endParaRPr lang="en-US" sz="80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4" name="TextBox 3">
            <a:extLst>
              <a:ext uri="{FF2B5EF4-FFF2-40B4-BE49-F238E27FC236}">
                <a16:creationId xmlns:a16="http://schemas.microsoft.com/office/drawing/2014/main" id="{47B5D42D-DDF8-26CA-29DD-6ABDBB747E61}"/>
              </a:ext>
            </a:extLst>
          </p:cNvPr>
          <p:cNvSpPr txBox="1"/>
          <p:nvPr/>
        </p:nvSpPr>
        <p:spPr>
          <a:xfrm>
            <a:off x="2166910" y="2669316"/>
            <a:ext cx="7858180" cy="2800767"/>
          </a:xfrm>
          <a:prstGeom prst="rect">
            <a:avLst/>
          </a:prstGeom>
          <a:noFill/>
          <a:ln>
            <a:noFill/>
          </a:ln>
        </p:spPr>
        <p:txBody>
          <a:bodyPr wrap="square" rtlCol="0" anchor="ctr">
            <a:spAutoFit/>
          </a:bodyPr>
          <a:lstStyle/>
          <a:p>
            <a:pPr algn="ctr" fontAlgn="ctr"/>
            <a:r>
              <a:rPr lang="en-IN" sz="3600" b="1" dirty="0" err="1">
                <a:solidFill>
                  <a:srgbClr val="002060"/>
                </a:solidFill>
                <a:latin typeface="Cambria" pitchFamily="18" charset="0"/>
              </a:rPr>
              <a:t>GAJANAN</a:t>
            </a:r>
            <a:r>
              <a:rPr lang="en-IN" sz="3600" b="1" dirty="0">
                <a:solidFill>
                  <a:srgbClr val="002060"/>
                </a:solidFill>
                <a:latin typeface="Cambria" pitchFamily="18" charset="0"/>
              </a:rPr>
              <a:t> </a:t>
            </a:r>
            <a:r>
              <a:rPr lang="en-IN" sz="3600" b="1" dirty="0" err="1">
                <a:solidFill>
                  <a:srgbClr val="002060"/>
                </a:solidFill>
                <a:latin typeface="Cambria" pitchFamily="18" charset="0"/>
              </a:rPr>
              <a:t>RATHOD</a:t>
            </a:r>
            <a:endParaRPr lang="en-IN" sz="3600" b="1" dirty="0">
              <a:solidFill>
                <a:srgbClr val="002060"/>
              </a:solidFill>
              <a:latin typeface="Cambria" pitchFamily="18" charset="0"/>
            </a:endParaRPr>
          </a:p>
          <a:p>
            <a:pPr algn="ctr" fontAlgn="ctr"/>
            <a:r>
              <a:rPr lang="en-IN" sz="2000" b="1" dirty="0">
                <a:solidFill>
                  <a:srgbClr val="002060"/>
                </a:solidFill>
                <a:latin typeface="Cambria" pitchFamily="18" charset="0"/>
              </a:rPr>
              <a:t>ADDITIONAL EXAM CONTROLLER</a:t>
            </a:r>
          </a:p>
          <a:p>
            <a:pPr algn="ctr" fontAlgn="ctr"/>
            <a:r>
              <a:rPr lang="en-IN" sz="2000" b="1" dirty="0">
                <a:solidFill>
                  <a:srgbClr val="002060"/>
                </a:solidFill>
                <a:latin typeface="Cambria" pitchFamily="18" charset="0"/>
              </a:rPr>
              <a:t>OFFICER IN-CHARGE IT SECTION </a:t>
            </a:r>
          </a:p>
          <a:p>
            <a:pPr algn="ctr" fontAlgn="ctr"/>
            <a:r>
              <a:rPr lang="en-IN" sz="2000" b="1" dirty="0">
                <a:solidFill>
                  <a:srgbClr val="002060"/>
                </a:solidFill>
                <a:latin typeface="Cambria" pitchFamily="18" charset="0"/>
              </a:rPr>
              <a:t>CHHATTISGARH PUBLIC SERVICE COMMISSION</a:t>
            </a:r>
            <a:r>
              <a:rPr lang="en-US" sz="2000" b="1" dirty="0">
                <a:solidFill>
                  <a:srgbClr val="002060"/>
                </a:solidFill>
                <a:latin typeface="Cambria" pitchFamily="18" charset="0"/>
              </a:rPr>
              <a:t>, RAIPUR</a:t>
            </a:r>
          </a:p>
          <a:p>
            <a:pPr algn="ctr" fontAlgn="ctr"/>
            <a:endParaRPr lang="en-IN" sz="2800" b="1" dirty="0">
              <a:solidFill>
                <a:srgbClr val="002060"/>
              </a:solidFill>
              <a:latin typeface="Cambria" pitchFamily="18" charset="0"/>
            </a:endParaRPr>
          </a:p>
          <a:p>
            <a:pPr algn="ctr" fontAlgn="ctr"/>
            <a:r>
              <a:rPr lang="en-IN" sz="2800" b="1" dirty="0">
                <a:solidFill>
                  <a:srgbClr val="002060"/>
                </a:solidFill>
                <a:latin typeface="Cambria" pitchFamily="18" charset="0"/>
              </a:rPr>
              <a:t>CONTACT – 9826195455</a:t>
            </a:r>
          </a:p>
          <a:p>
            <a:pPr algn="ctr" fontAlgn="ctr"/>
            <a:r>
              <a:rPr lang="en-IN" sz="2400" b="1" dirty="0">
                <a:solidFill>
                  <a:srgbClr val="002060"/>
                </a:solidFill>
                <a:latin typeface="Cambria" pitchFamily="18" charset="0"/>
              </a:rPr>
              <a:t>MAIL ID – g.rathod@gov.in</a:t>
            </a:r>
          </a:p>
        </p:txBody>
      </p:sp>
    </p:spTree>
    <p:extLst>
      <p:ext uri="{BB962C8B-B14F-4D97-AF65-F5344CB8AC3E}">
        <p14:creationId xmlns:p14="http://schemas.microsoft.com/office/powerpoint/2010/main" val="3614977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Theme">
  <a:themeElements>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fontScheme name="Custom 1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_Status_Report_Win32_jx_v13" id="{548E155F-A436-4869-AA06-37335B2050B4}" vid="{0EDDC63E-FF1F-4E31-B8F2-45C944B9CE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CF51A7-9108-45AF-AF64-7A03A8DEEF8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D5FA367-1CF2-4EC2-949E-D7EB334E593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66A1098-79A7-47E8-8A61-8CB2B72760B2}">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Project status report</Template>
  <TotalTime>508</TotalTime>
  <Words>7440</Words>
  <Application>Microsoft Office PowerPoint</Application>
  <PresentationFormat>Widescreen</PresentationFormat>
  <Paragraphs>3913</Paragraphs>
  <Slides>52</Slides>
  <Notes>37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52</vt:i4>
      </vt:variant>
    </vt:vector>
  </HeadingPairs>
  <TitlesOfParts>
    <vt:vector size="63" baseType="lpstr">
      <vt:lpstr>Agency FB</vt:lpstr>
      <vt:lpstr>Aparajita</vt:lpstr>
      <vt:lpstr>Arial</vt:lpstr>
      <vt:lpstr>Arial Black</vt:lpstr>
      <vt:lpstr>Arial Narrow</vt:lpstr>
      <vt:lpstr>Calibri</vt:lpstr>
      <vt:lpstr>Cambria</vt:lpstr>
      <vt:lpstr>Kokila</vt:lpstr>
      <vt:lpstr>Wingdings</vt:lpstr>
      <vt:lpstr>Wingdings 2</vt:lpstr>
      <vt:lpstr>Office Theme</vt:lpstr>
      <vt:lpstr>Odpc  Online departmental promotion committee</vt:lpstr>
      <vt:lpstr>Introduction (6 stages of odpc)</vt:lpstr>
      <vt:lpstr>Introduction (6 stages of odpc)</vt:lpstr>
      <vt:lpstr>Introduction (6 stages of odpc)</vt:lpstr>
      <vt:lpstr>REGISTRATION OF DEPARTMENTS</vt:lpstr>
      <vt:lpstr>REGISTRATION OF  DEPARTMENTS </vt:lpstr>
      <vt:lpstr>DETAILS REGARDING ALL THE POSTS SENCTIONED FOR PROMOTION</vt:lpstr>
      <vt:lpstr>POSTS SANCTIONED FOR PROMOTION PROPOSAL</vt:lpstr>
      <vt:lpstr>POSTS SENCTIONED FOR PROMOTION PROPOSAL</vt:lpstr>
      <vt:lpstr>POSTS SENCTIONED FOR PROMOTION APPROVAL </vt:lpstr>
      <vt:lpstr>POSTS SENCTIONED FOR PROMOTION APPROVAL </vt:lpstr>
      <vt:lpstr>DPC PROPOSAL</vt:lpstr>
      <vt:lpstr>DPC PROPOSAL BY AUTHORISED OFFICER LOGIN </vt:lpstr>
      <vt:lpstr>DPC PROPOSAL BY AUTHORISED OFFICER SELECTION OF POSTS </vt:lpstr>
      <vt:lpstr>DPC PROPOSAL BY AUTHORISED OFFICER DPC COMMITEE </vt:lpstr>
      <vt:lpstr>DPC PROPOSAL BY AUTHORISED OFFICER UPLOADING OFFICERS UNDER CONSIDERATION </vt:lpstr>
      <vt:lpstr>DPC PROPOSAL BY AUTHORISED OFFICER UPLOADING SENIORITY LIST </vt:lpstr>
      <vt:lpstr>DPC PROPOSAL BY AUTHORISED OFFICER UPLOADING TABULATION CHART </vt:lpstr>
      <vt:lpstr>APPROVAL OF DPC PROPOSAL</vt:lpstr>
      <vt:lpstr>APPROVAL OF  ADMINISTRATIVE HEAD LOGIN </vt:lpstr>
      <vt:lpstr>APPROVAL BY ADMINISTRATIVE HEAD SELECTION OF POSTS </vt:lpstr>
      <vt:lpstr>APPROVAL BY ADMINISTRATIVE HEAD DPC COMMITEE </vt:lpstr>
      <vt:lpstr>APPROVAL BY ADMINISTRATIVE HEAD  UPLOADING OFFICERS UNDER CONSIDERATION </vt:lpstr>
      <vt:lpstr>APPROVAL BY ADMINISTRATIVE HEAD  UPLOADING SENIORITY LIST </vt:lpstr>
      <vt:lpstr>APPROVAL BY ADMINISTRATIVE HEAD  UPLOADING TABULATION CHART </vt:lpstr>
      <vt:lpstr>ACTION BY CGPSC ON DPC PROPOSAL</vt:lpstr>
      <vt:lpstr>ACTION ON dpc proposal BY cgpsc LOGIN  (HON'BLE CHAIRMAN) </vt:lpstr>
      <vt:lpstr>ACTION ON dpc proposal BY cgpsc ALLOTMENT (HON'BLE CHAIRMAN)  </vt:lpstr>
      <vt:lpstr>ACTION ON dpc proposal BY cgpsc LOGIN  (HON'BLE MEMBER) </vt:lpstr>
      <vt:lpstr>ACTION ON dpc proposal BY cgpsc SCHEDULING </vt:lpstr>
      <vt:lpstr>PROCESS OF ONLINE DPC</vt:lpstr>
      <vt:lpstr>PROCESS OF ONLINE DPC  LOGIN  (HON'BLE CHAIRMAN / HON'BLE MEMBER) </vt:lpstr>
      <vt:lpstr>PROCESS OF ONLINE DPC  ACTION</vt:lpstr>
      <vt:lpstr>PROCESS OF ONLINE DPC  APPROVAL </vt:lpstr>
      <vt:lpstr>REVIEW DPC</vt:lpstr>
      <vt:lpstr>REVIEW DPC PROPOSAL  LOGIN  AUTHORISED OFFICER</vt:lpstr>
      <vt:lpstr>REVIEW DPC PROPOSAL   PROPOSAL BY AUTHORISED OFFICER</vt:lpstr>
      <vt:lpstr>REVIEW DPC PROPOSAL   CORRECTION IN TABULATION CHART</vt:lpstr>
      <vt:lpstr>REVIEW DPC PROPOSAL    LOGIN  (ADMINISTRATIVE HEAD) </vt:lpstr>
      <vt:lpstr>REVIEW DPC PROPOSAL   APPROVAL (ADMINISTRATIVE HEAD) </vt:lpstr>
      <vt:lpstr>ACTION ON REVIEW DPC</vt:lpstr>
      <vt:lpstr>ACTION ON REVIEW DPC  LOGIN  (HON'BLE CHAIRMAN / MEMBER) </vt:lpstr>
      <vt:lpstr>ACTION ON REVIEW DPC  REVIEW</vt:lpstr>
      <vt:lpstr>ACTION ON REVIEW DPC  REVIEW</vt:lpstr>
      <vt:lpstr>CIRCULATION DPC</vt:lpstr>
      <vt:lpstr>PROCESS OF CIRCULATION DPC  LOGIN  (HON'BLE CHAIRMAN/ MEMBER) </vt:lpstr>
      <vt:lpstr>PROCESS OF CIRCULATION DPC  ACTION</vt:lpstr>
      <vt:lpstr>PROCESS OF CIRCULATION DPC  ACTION</vt:lpstr>
      <vt:lpstr>SELF INSEPECTION AND ASSESMENT </vt:lpstr>
      <vt:lpstr>SELF INSPECTION AND ASSESMENT  LOGIN  </vt:lpstr>
      <vt:lpstr>SELF INSPECTION AND ASSESMENT  ACTION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GAJANAN RATHOD</dc:creator>
  <cp:lastModifiedBy>GAJANAN RATHOD</cp:lastModifiedBy>
  <cp:revision>22</cp:revision>
  <dcterms:created xsi:type="dcterms:W3CDTF">2026-06-28T08:57:31Z</dcterms:created>
  <dcterms:modified xsi:type="dcterms:W3CDTF">2026-07-06T08:37:09Z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